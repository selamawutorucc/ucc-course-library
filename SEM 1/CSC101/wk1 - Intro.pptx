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71" r:id="rId9"/>
    <p:sldId id="272" r:id="rId10"/>
    <p:sldId id="273" r:id="rId11"/>
    <p:sldId id="262" r:id="rId12"/>
    <p:sldId id="274" r:id="rId13"/>
    <p:sldId id="263" r:id="rId14"/>
    <p:sldId id="275" r:id="rId15"/>
    <p:sldId id="264" r:id="rId16"/>
    <p:sldId id="265" r:id="rId17"/>
    <p:sldId id="266" r:id="rId18"/>
    <p:sldId id="267" r:id="rId19"/>
    <p:sldId id="270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8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outlineViewPr>
    <p:cViewPr>
      <p:scale>
        <a:sx n="33" d="100"/>
        <a:sy n="33" d="100"/>
      </p:scale>
      <p:origin x="0" y="-1521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344A77-A369-4136-87C0-5B00E31536CC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DA160808-D79F-48DB-AD02-327B44ED928B}">
      <dgm:prSet phldrT="[Text]"/>
      <dgm:spPr/>
      <dgm:t>
        <a:bodyPr/>
        <a:lstStyle/>
        <a:p>
          <a:r>
            <a:rPr lang="en-US" dirty="0"/>
            <a:t>1642</a:t>
          </a:r>
          <a:endParaRPr lang="en-ZA" dirty="0"/>
        </a:p>
      </dgm:t>
    </dgm:pt>
    <dgm:pt modelId="{DA1F19D4-597F-40F0-83A0-D132EAD99F4C}" type="parTrans" cxnId="{FE90096C-C8CE-4084-9042-2AAB15BF7840}">
      <dgm:prSet/>
      <dgm:spPr/>
      <dgm:t>
        <a:bodyPr/>
        <a:lstStyle/>
        <a:p>
          <a:endParaRPr lang="en-ZA"/>
        </a:p>
      </dgm:t>
    </dgm:pt>
    <dgm:pt modelId="{4F2B4CC1-5497-4DCB-B454-EE9B3BAB1C11}" type="sibTrans" cxnId="{FE90096C-C8CE-4084-9042-2AAB15BF7840}">
      <dgm:prSet/>
      <dgm:spPr/>
      <dgm:t>
        <a:bodyPr/>
        <a:lstStyle/>
        <a:p>
          <a:endParaRPr lang="en-ZA"/>
        </a:p>
      </dgm:t>
    </dgm:pt>
    <dgm:pt modelId="{5A1B4667-6CD3-4C7E-82E9-A9C8C37CB3DE}">
      <dgm:prSet phldrT="[Text]"/>
      <dgm:spPr/>
      <dgm:t>
        <a:bodyPr/>
        <a:lstStyle/>
        <a:p>
          <a:r>
            <a:rPr lang="en-US" dirty="0"/>
            <a:t>Blaise Pascal</a:t>
          </a:r>
          <a:endParaRPr lang="en-ZA" dirty="0"/>
        </a:p>
      </dgm:t>
    </dgm:pt>
    <dgm:pt modelId="{95805395-3F19-4453-87B4-AF50603A9EFC}" type="parTrans" cxnId="{94AB8D93-D0DC-40D5-AB88-389A161FF14A}">
      <dgm:prSet/>
      <dgm:spPr/>
      <dgm:t>
        <a:bodyPr/>
        <a:lstStyle/>
        <a:p>
          <a:endParaRPr lang="en-ZA"/>
        </a:p>
      </dgm:t>
    </dgm:pt>
    <dgm:pt modelId="{D9924E9D-F643-486E-9D63-3E39838657EE}" type="sibTrans" cxnId="{94AB8D93-D0DC-40D5-AB88-389A161FF14A}">
      <dgm:prSet/>
      <dgm:spPr/>
      <dgm:t>
        <a:bodyPr/>
        <a:lstStyle/>
        <a:p>
          <a:endParaRPr lang="en-ZA"/>
        </a:p>
      </dgm:t>
    </dgm:pt>
    <dgm:pt modelId="{A2D9DAD2-AA75-42D3-B5C2-5CEF4272EB97}">
      <dgm:prSet phldrT="[Text]"/>
      <dgm:spPr/>
      <dgm:t>
        <a:bodyPr/>
        <a:lstStyle/>
        <a:p>
          <a:r>
            <a:rPr lang="en-US" dirty="0"/>
            <a:t>Mechanical Adding Machine</a:t>
          </a:r>
          <a:endParaRPr lang="en-ZA" dirty="0"/>
        </a:p>
      </dgm:t>
    </dgm:pt>
    <dgm:pt modelId="{8CFEFE04-AE87-4C3F-B999-AF2E5C73DE41}" type="parTrans" cxnId="{47A992C8-3E01-4694-99E3-CBD6B78A6396}">
      <dgm:prSet/>
      <dgm:spPr/>
      <dgm:t>
        <a:bodyPr/>
        <a:lstStyle/>
        <a:p>
          <a:endParaRPr lang="en-ZA"/>
        </a:p>
      </dgm:t>
    </dgm:pt>
    <dgm:pt modelId="{453D0572-9796-49B6-B0B4-FE716799433A}" type="sibTrans" cxnId="{47A992C8-3E01-4694-99E3-CBD6B78A6396}">
      <dgm:prSet/>
      <dgm:spPr/>
      <dgm:t>
        <a:bodyPr/>
        <a:lstStyle/>
        <a:p>
          <a:endParaRPr lang="en-ZA"/>
        </a:p>
      </dgm:t>
    </dgm:pt>
    <dgm:pt modelId="{8DFCC1D5-6120-46C5-B7DE-A34B0DB1E810}">
      <dgm:prSet phldrT="[Text]"/>
      <dgm:spPr/>
      <dgm:t>
        <a:bodyPr/>
        <a:lstStyle/>
        <a:p>
          <a:r>
            <a:rPr lang="en-US" dirty="0"/>
            <a:t>1671</a:t>
          </a:r>
          <a:endParaRPr lang="en-ZA" dirty="0"/>
        </a:p>
      </dgm:t>
    </dgm:pt>
    <dgm:pt modelId="{78F05B70-3CC6-444E-9157-973F6DA1AA48}" type="parTrans" cxnId="{6ABDD79B-86DA-4C7F-B51B-AEB2416ADC60}">
      <dgm:prSet/>
      <dgm:spPr/>
      <dgm:t>
        <a:bodyPr/>
        <a:lstStyle/>
        <a:p>
          <a:endParaRPr lang="en-ZA"/>
        </a:p>
      </dgm:t>
    </dgm:pt>
    <dgm:pt modelId="{43EA4BC0-10BA-4A88-926F-03E27E907314}" type="sibTrans" cxnId="{6ABDD79B-86DA-4C7F-B51B-AEB2416ADC60}">
      <dgm:prSet/>
      <dgm:spPr/>
      <dgm:t>
        <a:bodyPr/>
        <a:lstStyle/>
        <a:p>
          <a:endParaRPr lang="en-ZA"/>
        </a:p>
      </dgm:t>
    </dgm:pt>
    <dgm:pt modelId="{100C136E-B8DF-4E13-9611-905E94D9A810}">
      <dgm:prSet phldrT="[Text]"/>
      <dgm:spPr/>
      <dgm:t>
        <a:bodyPr/>
        <a:lstStyle/>
        <a:p>
          <a:r>
            <a:rPr lang="en-US" dirty="0"/>
            <a:t>Baron Gottfried Wilhelm von Leibniz</a:t>
          </a:r>
          <a:endParaRPr lang="en-ZA" dirty="0"/>
        </a:p>
      </dgm:t>
    </dgm:pt>
    <dgm:pt modelId="{0F3892E9-55ED-46E6-8F49-47E4F5547AC1}" type="parTrans" cxnId="{B31354C6-B6C6-43BD-966D-A8418D37C2F8}">
      <dgm:prSet/>
      <dgm:spPr/>
      <dgm:t>
        <a:bodyPr/>
        <a:lstStyle/>
        <a:p>
          <a:endParaRPr lang="en-ZA"/>
        </a:p>
      </dgm:t>
    </dgm:pt>
    <dgm:pt modelId="{752396A7-624C-4A1D-9BD9-3ED82953D4C6}" type="sibTrans" cxnId="{B31354C6-B6C6-43BD-966D-A8418D37C2F8}">
      <dgm:prSet/>
      <dgm:spPr/>
      <dgm:t>
        <a:bodyPr/>
        <a:lstStyle/>
        <a:p>
          <a:endParaRPr lang="en-ZA"/>
        </a:p>
      </dgm:t>
    </dgm:pt>
    <dgm:pt modelId="{0261A58F-8CC0-4381-A384-DE8F434D1100}">
      <dgm:prSet phldrT="[Text]"/>
      <dgm:spPr/>
      <dgm:t>
        <a:bodyPr/>
        <a:lstStyle/>
        <a:p>
          <a:r>
            <a:rPr lang="en-US" dirty="0"/>
            <a:t>Calculator for multiplication</a:t>
          </a:r>
          <a:endParaRPr lang="en-ZA" dirty="0"/>
        </a:p>
      </dgm:t>
    </dgm:pt>
    <dgm:pt modelId="{D1CD5168-5C3F-4601-BB43-E8EF8089E8A1}" type="parTrans" cxnId="{3A27FD4D-A6DE-4D6E-B1DD-DEDDFEF8176A}">
      <dgm:prSet/>
      <dgm:spPr/>
      <dgm:t>
        <a:bodyPr/>
        <a:lstStyle/>
        <a:p>
          <a:endParaRPr lang="en-ZA"/>
        </a:p>
      </dgm:t>
    </dgm:pt>
    <dgm:pt modelId="{199E4E2B-F02D-4ED6-B2CC-63F3DA9D46CE}" type="sibTrans" cxnId="{3A27FD4D-A6DE-4D6E-B1DD-DEDDFEF8176A}">
      <dgm:prSet/>
      <dgm:spPr/>
      <dgm:t>
        <a:bodyPr/>
        <a:lstStyle/>
        <a:p>
          <a:endParaRPr lang="en-ZA"/>
        </a:p>
      </dgm:t>
    </dgm:pt>
    <dgm:pt modelId="{4585E7AA-D728-4E71-8C77-99FDF4F4E809}">
      <dgm:prSet phldrT="[Text]"/>
      <dgm:spPr/>
      <dgm:t>
        <a:bodyPr/>
        <a:lstStyle/>
        <a:p>
          <a:r>
            <a:rPr lang="en-US" dirty="0"/>
            <a:t>1822</a:t>
          </a:r>
          <a:endParaRPr lang="en-ZA" dirty="0"/>
        </a:p>
      </dgm:t>
    </dgm:pt>
    <dgm:pt modelId="{77FF360A-1F5E-43F4-AB50-DA059934DF4F}" type="parTrans" cxnId="{FB47E52B-8C72-4030-BF17-5B70837EB3A8}">
      <dgm:prSet/>
      <dgm:spPr/>
      <dgm:t>
        <a:bodyPr/>
        <a:lstStyle/>
        <a:p>
          <a:endParaRPr lang="en-ZA"/>
        </a:p>
      </dgm:t>
    </dgm:pt>
    <dgm:pt modelId="{3E3A2F5F-30E0-4BAC-AC65-DCBDD1CDED69}" type="sibTrans" cxnId="{FB47E52B-8C72-4030-BF17-5B70837EB3A8}">
      <dgm:prSet/>
      <dgm:spPr/>
      <dgm:t>
        <a:bodyPr/>
        <a:lstStyle/>
        <a:p>
          <a:endParaRPr lang="en-ZA"/>
        </a:p>
      </dgm:t>
    </dgm:pt>
    <dgm:pt modelId="{5E13F31A-DB81-4E12-9EAA-7BB79E5DAB27}">
      <dgm:prSet phldrT="[Text]"/>
      <dgm:spPr/>
      <dgm:t>
        <a:bodyPr/>
        <a:lstStyle/>
        <a:p>
          <a:r>
            <a:rPr lang="en-US" dirty="0"/>
            <a:t>1880</a:t>
          </a:r>
          <a:endParaRPr lang="en-ZA" dirty="0"/>
        </a:p>
      </dgm:t>
    </dgm:pt>
    <dgm:pt modelId="{2BAC1FE2-FEB9-4E77-A0C7-44EFA4AB6951}" type="parTrans" cxnId="{572458CC-3AC1-40E7-9074-A0FFCE43CA49}">
      <dgm:prSet/>
      <dgm:spPr/>
      <dgm:t>
        <a:bodyPr/>
        <a:lstStyle/>
        <a:p>
          <a:endParaRPr lang="en-ZA"/>
        </a:p>
      </dgm:t>
    </dgm:pt>
    <dgm:pt modelId="{C99A5A81-2F50-49B7-9437-E1EEAB97F84C}" type="sibTrans" cxnId="{572458CC-3AC1-40E7-9074-A0FFCE43CA49}">
      <dgm:prSet/>
      <dgm:spPr/>
      <dgm:t>
        <a:bodyPr/>
        <a:lstStyle/>
        <a:p>
          <a:endParaRPr lang="en-ZA"/>
        </a:p>
      </dgm:t>
    </dgm:pt>
    <dgm:pt modelId="{CE6FE3AE-9161-4347-A1D6-6498EEFCC078}">
      <dgm:prSet phldrT="[Text]" custT="1"/>
      <dgm:spPr/>
      <dgm:t>
        <a:bodyPr/>
        <a:lstStyle/>
        <a:p>
          <a:r>
            <a:rPr lang="en-US" sz="1300" dirty="0"/>
            <a:t>Charles Babbage</a:t>
          </a:r>
          <a:br>
            <a:rPr lang="en-US" sz="1300" dirty="0"/>
          </a:br>
          <a:r>
            <a:rPr lang="en-US" sz="800" dirty="0"/>
            <a:t>(father of modern digital computers)</a:t>
          </a:r>
          <a:endParaRPr lang="en-ZA" sz="1300" dirty="0"/>
        </a:p>
      </dgm:t>
    </dgm:pt>
    <dgm:pt modelId="{AAF45F2B-3C01-4019-9314-F596B026458E}" type="parTrans" cxnId="{FC7122DE-4DCB-41BC-8318-0D49B8A39973}">
      <dgm:prSet/>
      <dgm:spPr/>
      <dgm:t>
        <a:bodyPr/>
        <a:lstStyle/>
        <a:p>
          <a:endParaRPr lang="en-ZA"/>
        </a:p>
      </dgm:t>
    </dgm:pt>
    <dgm:pt modelId="{FAFD8032-0562-490A-BDAD-1761250907D1}" type="sibTrans" cxnId="{FC7122DE-4DCB-41BC-8318-0D49B8A39973}">
      <dgm:prSet/>
      <dgm:spPr/>
      <dgm:t>
        <a:bodyPr/>
        <a:lstStyle/>
        <a:p>
          <a:endParaRPr lang="en-ZA"/>
        </a:p>
      </dgm:t>
    </dgm:pt>
    <dgm:pt modelId="{C1838CFC-5AC3-410B-850F-4237298AE0CA}">
      <dgm:prSet phldrT="[Text]"/>
      <dgm:spPr/>
      <dgm:t>
        <a:bodyPr/>
        <a:lstStyle/>
        <a:p>
          <a:r>
            <a:rPr lang="en-US" dirty="0"/>
            <a:t>Difference Engine</a:t>
          </a:r>
          <a:endParaRPr lang="en-ZA" dirty="0"/>
        </a:p>
      </dgm:t>
    </dgm:pt>
    <dgm:pt modelId="{6A015194-A029-4B20-9F87-0D12627EC458}" type="parTrans" cxnId="{38399688-1813-4A2E-AE03-8F5CB37BC3B6}">
      <dgm:prSet/>
      <dgm:spPr/>
      <dgm:t>
        <a:bodyPr/>
        <a:lstStyle/>
        <a:p>
          <a:endParaRPr lang="en-ZA"/>
        </a:p>
      </dgm:t>
    </dgm:pt>
    <dgm:pt modelId="{F293F693-AF72-45C9-9210-B0FFF2C71C91}" type="sibTrans" cxnId="{38399688-1813-4A2E-AE03-8F5CB37BC3B6}">
      <dgm:prSet/>
      <dgm:spPr/>
      <dgm:t>
        <a:bodyPr/>
        <a:lstStyle/>
        <a:p>
          <a:endParaRPr lang="en-ZA"/>
        </a:p>
      </dgm:t>
    </dgm:pt>
    <dgm:pt modelId="{2F8B6C62-9929-4518-8C12-B70A189F5738}">
      <dgm:prSet phldrT="[Text]"/>
      <dgm:spPr/>
      <dgm:t>
        <a:bodyPr/>
        <a:lstStyle/>
        <a:p>
          <a:r>
            <a:rPr lang="en-US" dirty="0"/>
            <a:t>An analytical engine capable of performing arithmetic functions</a:t>
          </a:r>
          <a:endParaRPr lang="en-ZA" dirty="0"/>
        </a:p>
      </dgm:t>
    </dgm:pt>
    <dgm:pt modelId="{41820F72-0535-4B3F-BE18-76F58AEE1A48}" type="parTrans" cxnId="{7C495303-C219-4FA3-8826-2910CA889DB9}">
      <dgm:prSet/>
      <dgm:spPr/>
      <dgm:t>
        <a:bodyPr/>
        <a:lstStyle/>
        <a:p>
          <a:endParaRPr lang="en-ZA"/>
        </a:p>
      </dgm:t>
    </dgm:pt>
    <dgm:pt modelId="{C5934A1B-8249-4432-A594-6528F8229AC2}" type="sibTrans" cxnId="{7C495303-C219-4FA3-8826-2910CA889DB9}">
      <dgm:prSet/>
      <dgm:spPr/>
      <dgm:t>
        <a:bodyPr/>
        <a:lstStyle/>
        <a:p>
          <a:endParaRPr lang="en-ZA"/>
        </a:p>
      </dgm:t>
    </dgm:pt>
    <dgm:pt modelId="{AF70373F-EF32-46AF-953D-1283685862D8}">
      <dgm:prSet phldrT="[Text]"/>
      <dgm:spPr/>
      <dgm:t>
        <a:bodyPr/>
        <a:lstStyle/>
        <a:p>
          <a:r>
            <a:rPr lang="en-US"/>
            <a:t>His efforts established a number of principles that are fundamental to the design of any digital computer</a:t>
          </a:r>
          <a:endParaRPr lang="en-ZA" dirty="0"/>
        </a:p>
      </dgm:t>
    </dgm:pt>
    <dgm:pt modelId="{0ACB56B1-439A-4D27-84A6-08B54ABEEF54}" type="parTrans" cxnId="{1AE9E546-25EA-4A3D-A509-BCACF015589C}">
      <dgm:prSet/>
      <dgm:spPr/>
      <dgm:t>
        <a:bodyPr/>
        <a:lstStyle/>
        <a:p>
          <a:endParaRPr lang="en-ZA"/>
        </a:p>
      </dgm:t>
    </dgm:pt>
    <dgm:pt modelId="{92E400BC-19B4-4966-979F-D563D920FBAA}" type="sibTrans" cxnId="{1AE9E546-25EA-4A3D-A509-BCACF015589C}">
      <dgm:prSet/>
      <dgm:spPr/>
      <dgm:t>
        <a:bodyPr/>
        <a:lstStyle/>
        <a:p>
          <a:endParaRPr lang="en-ZA"/>
        </a:p>
      </dgm:t>
    </dgm:pt>
    <dgm:pt modelId="{0248DE1B-7C50-47FB-A6A8-A90091466F47}">
      <dgm:prSet phldrT="[Text]"/>
      <dgm:spPr/>
      <dgm:t>
        <a:bodyPr/>
        <a:lstStyle/>
        <a:p>
          <a:r>
            <a:rPr lang="en-US" dirty="0"/>
            <a:t>Herman Hollerith</a:t>
          </a:r>
          <a:endParaRPr lang="en-ZA" dirty="0"/>
        </a:p>
      </dgm:t>
    </dgm:pt>
    <dgm:pt modelId="{9325A674-4D7A-4166-9DE4-966629399B3E}" type="parTrans" cxnId="{A6F4CF1C-07E0-415B-963A-CD625A26084E}">
      <dgm:prSet/>
      <dgm:spPr/>
      <dgm:t>
        <a:bodyPr/>
        <a:lstStyle/>
        <a:p>
          <a:endParaRPr lang="en-ZA"/>
        </a:p>
      </dgm:t>
    </dgm:pt>
    <dgm:pt modelId="{EDE2F313-CA1A-4EA4-8AC0-0AC953DA421F}" type="sibTrans" cxnId="{A6F4CF1C-07E0-415B-963A-CD625A26084E}">
      <dgm:prSet/>
      <dgm:spPr/>
      <dgm:t>
        <a:bodyPr/>
        <a:lstStyle/>
        <a:p>
          <a:endParaRPr lang="en-ZA"/>
        </a:p>
      </dgm:t>
    </dgm:pt>
    <dgm:pt modelId="{6427FE84-4A65-443F-986A-2D859D06CDB4}">
      <dgm:prSet phldrT="[Text]"/>
      <dgm:spPr/>
      <dgm:t>
        <a:bodyPr/>
        <a:lstStyle/>
        <a:p>
          <a:r>
            <a:rPr lang="en-US" dirty="0"/>
            <a:t>Punch Card</a:t>
          </a:r>
          <a:endParaRPr lang="en-ZA" dirty="0"/>
        </a:p>
      </dgm:t>
    </dgm:pt>
    <dgm:pt modelId="{BC1325CA-48D9-4E8B-BF0F-081BDE794B2E}" type="parTrans" cxnId="{B1040BA4-3593-4804-A1E2-227507C2ACD9}">
      <dgm:prSet/>
      <dgm:spPr/>
      <dgm:t>
        <a:bodyPr/>
        <a:lstStyle/>
        <a:p>
          <a:endParaRPr lang="en-ZA"/>
        </a:p>
      </dgm:t>
    </dgm:pt>
    <dgm:pt modelId="{E65FED56-D459-429D-AB0A-65A106001BD9}" type="sibTrans" cxnId="{B1040BA4-3593-4804-A1E2-227507C2ACD9}">
      <dgm:prSet/>
      <dgm:spPr/>
      <dgm:t>
        <a:bodyPr/>
        <a:lstStyle/>
        <a:p>
          <a:endParaRPr lang="en-ZA"/>
        </a:p>
      </dgm:t>
    </dgm:pt>
    <dgm:pt modelId="{B6CF8FA5-BA3D-40C8-BB7B-DE61D7B3770A}">
      <dgm:prSet phldrT="[Text]"/>
      <dgm:spPr/>
      <dgm:t>
        <a:bodyPr/>
        <a:lstStyle/>
        <a:p>
          <a:r>
            <a:rPr lang="en-US" dirty="0"/>
            <a:t>Input media that existed till late 1970s</a:t>
          </a:r>
          <a:endParaRPr lang="en-ZA" dirty="0"/>
        </a:p>
      </dgm:t>
    </dgm:pt>
    <dgm:pt modelId="{9A0E4C23-F753-40B9-86D5-498470119A4E}" type="parTrans" cxnId="{EDE0720F-B0AD-4484-B3A5-79BA4E7C53A4}">
      <dgm:prSet/>
      <dgm:spPr/>
      <dgm:t>
        <a:bodyPr/>
        <a:lstStyle/>
        <a:p>
          <a:endParaRPr lang="en-ZA"/>
        </a:p>
      </dgm:t>
    </dgm:pt>
    <dgm:pt modelId="{C5BCB1E0-C91F-4BB7-BF1C-A5838569F395}" type="sibTrans" cxnId="{EDE0720F-B0AD-4484-B3A5-79BA4E7C53A4}">
      <dgm:prSet/>
      <dgm:spPr/>
      <dgm:t>
        <a:bodyPr/>
        <a:lstStyle/>
        <a:p>
          <a:endParaRPr lang="en-ZA"/>
        </a:p>
      </dgm:t>
    </dgm:pt>
    <dgm:pt modelId="{0CC185E0-B844-47A8-ADF4-AE423521E867}" type="pres">
      <dgm:prSet presAssocID="{54344A77-A369-4136-87C0-5B00E31536C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70D8B87-2F61-4DC4-8DA7-2B8F917B9ACC}" type="pres">
      <dgm:prSet presAssocID="{DA160808-D79F-48DB-AD02-327B44ED928B}" presName="root" presStyleCnt="0"/>
      <dgm:spPr/>
    </dgm:pt>
    <dgm:pt modelId="{AA0A9411-80D0-4C89-9A2C-9ECC22B90325}" type="pres">
      <dgm:prSet presAssocID="{DA160808-D79F-48DB-AD02-327B44ED928B}" presName="rootComposite" presStyleCnt="0"/>
      <dgm:spPr/>
    </dgm:pt>
    <dgm:pt modelId="{72C1C201-DB31-4FC2-B2F0-3D77998564D8}" type="pres">
      <dgm:prSet presAssocID="{DA160808-D79F-48DB-AD02-327B44ED928B}" presName="rootText" presStyleLbl="node1" presStyleIdx="0" presStyleCnt="4"/>
      <dgm:spPr/>
    </dgm:pt>
    <dgm:pt modelId="{CE5995F1-4B0A-4C56-9583-FDA3F8E33C31}" type="pres">
      <dgm:prSet presAssocID="{DA160808-D79F-48DB-AD02-327B44ED928B}" presName="rootConnector" presStyleLbl="node1" presStyleIdx="0" presStyleCnt="4"/>
      <dgm:spPr/>
    </dgm:pt>
    <dgm:pt modelId="{AD00691D-94FC-4B74-84F8-D4C7A4264949}" type="pres">
      <dgm:prSet presAssocID="{DA160808-D79F-48DB-AD02-327B44ED928B}" presName="childShape" presStyleCnt="0"/>
      <dgm:spPr/>
    </dgm:pt>
    <dgm:pt modelId="{EE3FB31D-B554-4F29-B03B-7044DF8EACA4}" type="pres">
      <dgm:prSet presAssocID="{95805395-3F19-4453-87B4-AF50603A9EFC}" presName="Name13" presStyleLbl="parChTrans1D2" presStyleIdx="0" presStyleCnt="11"/>
      <dgm:spPr/>
    </dgm:pt>
    <dgm:pt modelId="{66EA74C7-531B-411E-86C1-E6BCCBAEC7E3}" type="pres">
      <dgm:prSet presAssocID="{5A1B4667-6CD3-4C7E-82E9-A9C8C37CB3DE}" presName="childText" presStyleLbl="bgAcc1" presStyleIdx="0" presStyleCnt="11">
        <dgm:presLayoutVars>
          <dgm:bulletEnabled val="1"/>
        </dgm:presLayoutVars>
      </dgm:prSet>
      <dgm:spPr/>
    </dgm:pt>
    <dgm:pt modelId="{22F05D65-7DBE-4F1A-9E8D-63FF1CD720A3}" type="pres">
      <dgm:prSet presAssocID="{8CFEFE04-AE87-4C3F-B999-AF2E5C73DE41}" presName="Name13" presStyleLbl="parChTrans1D2" presStyleIdx="1" presStyleCnt="11"/>
      <dgm:spPr/>
    </dgm:pt>
    <dgm:pt modelId="{0FC6CE4F-F8C1-4FB1-9E5B-90A51BC620DB}" type="pres">
      <dgm:prSet presAssocID="{A2D9DAD2-AA75-42D3-B5C2-5CEF4272EB97}" presName="childText" presStyleLbl="bgAcc1" presStyleIdx="1" presStyleCnt="11">
        <dgm:presLayoutVars>
          <dgm:bulletEnabled val="1"/>
        </dgm:presLayoutVars>
      </dgm:prSet>
      <dgm:spPr/>
    </dgm:pt>
    <dgm:pt modelId="{F560BECC-177E-4DBF-8771-1E3A9A734CD7}" type="pres">
      <dgm:prSet presAssocID="{8DFCC1D5-6120-46C5-B7DE-A34B0DB1E810}" presName="root" presStyleCnt="0"/>
      <dgm:spPr/>
    </dgm:pt>
    <dgm:pt modelId="{082E75C3-1E18-42CE-A57F-EB9ECCF64921}" type="pres">
      <dgm:prSet presAssocID="{8DFCC1D5-6120-46C5-B7DE-A34B0DB1E810}" presName="rootComposite" presStyleCnt="0"/>
      <dgm:spPr/>
    </dgm:pt>
    <dgm:pt modelId="{95B837EB-97F2-44D3-A82D-0B7F5CA26E9F}" type="pres">
      <dgm:prSet presAssocID="{8DFCC1D5-6120-46C5-B7DE-A34B0DB1E810}" presName="rootText" presStyleLbl="node1" presStyleIdx="1" presStyleCnt="4"/>
      <dgm:spPr/>
    </dgm:pt>
    <dgm:pt modelId="{5E80877F-6585-4BEA-8B54-5D5D8CC7C0AF}" type="pres">
      <dgm:prSet presAssocID="{8DFCC1D5-6120-46C5-B7DE-A34B0DB1E810}" presName="rootConnector" presStyleLbl="node1" presStyleIdx="1" presStyleCnt="4"/>
      <dgm:spPr/>
    </dgm:pt>
    <dgm:pt modelId="{989BCC3C-937E-47B3-9956-DE48C67FA6B6}" type="pres">
      <dgm:prSet presAssocID="{8DFCC1D5-6120-46C5-B7DE-A34B0DB1E810}" presName="childShape" presStyleCnt="0"/>
      <dgm:spPr/>
    </dgm:pt>
    <dgm:pt modelId="{9E029A71-3CB7-406A-9600-ECFF28B99D6C}" type="pres">
      <dgm:prSet presAssocID="{0F3892E9-55ED-46E6-8F49-47E4F5547AC1}" presName="Name13" presStyleLbl="parChTrans1D2" presStyleIdx="2" presStyleCnt="11"/>
      <dgm:spPr/>
    </dgm:pt>
    <dgm:pt modelId="{F7731704-BB2B-40E7-9139-65DD8D9AB717}" type="pres">
      <dgm:prSet presAssocID="{100C136E-B8DF-4E13-9611-905E94D9A810}" presName="childText" presStyleLbl="bgAcc1" presStyleIdx="2" presStyleCnt="11">
        <dgm:presLayoutVars>
          <dgm:bulletEnabled val="1"/>
        </dgm:presLayoutVars>
      </dgm:prSet>
      <dgm:spPr/>
    </dgm:pt>
    <dgm:pt modelId="{A45BB260-F02B-499D-953E-53F7FE8630F9}" type="pres">
      <dgm:prSet presAssocID="{D1CD5168-5C3F-4601-BB43-E8EF8089E8A1}" presName="Name13" presStyleLbl="parChTrans1D2" presStyleIdx="3" presStyleCnt="11"/>
      <dgm:spPr/>
    </dgm:pt>
    <dgm:pt modelId="{AFFEE4E2-06F2-4B4E-8521-174D50105533}" type="pres">
      <dgm:prSet presAssocID="{0261A58F-8CC0-4381-A384-DE8F434D1100}" presName="childText" presStyleLbl="bgAcc1" presStyleIdx="3" presStyleCnt="11">
        <dgm:presLayoutVars>
          <dgm:bulletEnabled val="1"/>
        </dgm:presLayoutVars>
      </dgm:prSet>
      <dgm:spPr/>
    </dgm:pt>
    <dgm:pt modelId="{020F983E-F523-4E8A-A089-0049E3B57A03}" type="pres">
      <dgm:prSet presAssocID="{4585E7AA-D728-4E71-8C77-99FDF4F4E809}" presName="root" presStyleCnt="0"/>
      <dgm:spPr/>
    </dgm:pt>
    <dgm:pt modelId="{2DA2BF39-C963-4060-83E4-F58DF77D9B54}" type="pres">
      <dgm:prSet presAssocID="{4585E7AA-D728-4E71-8C77-99FDF4F4E809}" presName="rootComposite" presStyleCnt="0"/>
      <dgm:spPr/>
    </dgm:pt>
    <dgm:pt modelId="{39C3A515-020A-463A-9C95-0068746D4C02}" type="pres">
      <dgm:prSet presAssocID="{4585E7AA-D728-4E71-8C77-99FDF4F4E809}" presName="rootText" presStyleLbl="node1" presStyleIdx="2" presStyleCnt="4"/>
      <dgm:spPr/>
    </dgm:pt>
    <dgm:pt modelId="{E88185D6-C29E-4A26-A832-2AB85C337A77}" type="pres">
      <dgm:prSet presAssocID="{4585E7AA-D728-4E71-8C77-99FDF4F4E809}" presName="rootConnector" presStyleLbl="node1" presStyleIdx="2" presStyleCnt="4"/>
      <dgm:spPr/>
    </dgm:pt>
    <dgm:pt modelId="{5F5A722F-3C9B-43DA-B991-0965F3EAEB8D}" type="pres">
      <dgm:prSet presAssocID="{4585E7AA-D728-4E71-8C77-99FDF4F4E809}" presName="childShape" presStyleCnt="0"/>
      <dgm:spPr/>
    </dgm:pt>
    <dgm:pt modelId="{3A039B21-EBC2-4D14-977B-E3173C9C11FC}" type="pres">
      <dgm:prSet presAssocID="{AAF45F2B-3C01-4019-9314-F596B026458E}" presName="Name13" presStyleLbl="parChTrans1D2" presStyleIdx="4" presStyleCnt="11"/>
      <dgm:spPr/>
    </dgm:pt>
    <dgm:pt modelId="{95E10FB1-17F7-4A90-8C21-8082ADF5C6A7}" type="pres">
      <dgm:prSet presAssocID="{CE6FE3AE-9161-4347-A1D6-6498EEFCC078}" presName="childText" presStyleLbl="bgAcc1" presStyleIdx="4" presStyleCnt="11">
        <dgm:presLayoutVars>
          <dgm:bulletEnabled val="1"/>
        </dgm:presLayoutVars>
      </dgm:prSet>
      <dgm:spPr/>
    </dgm:pt>
    <dgm:pt modelId="{F22DD282-0827-46F1-988A-CC4A7A16934B}" type="pres">
      <dgm:prSet presAssocID="{6A015194-A029-4B20-9F87-0D12627EC458}" presName="Name13" presStyleLbl="parChTrans1D2" presStyleIdx="5" presStyleCnt="11"/>
      <dgm:spPr/>
    </dgm:pt>
    <dgm:pt modelId="{A6E80678-0DBA-4A73-BA3C-FE95B02E1C62}" type="pres">
      <dgm:prSet presAssocID="{C1838CFC-5AC3-410B-850F-4237298AE0CA}" presName="childText" presStyleLbl="bgAcc1" presStyleIdx="5" presStyleCnt="11">
        <dgm:presLayoutVars>
          <dgm:bulletEnabled val="1"/>
        </dgm:presLayoutVars>
      </dgm:prSet>
      <dgm:spPr/>
    </dgm:pt>
    <dgm:pt modelId="{9E8CC360-CB32-449D-B78D-6B958D2110E7}" type="pres">
      <dgm:prSet presAssocID="{41820F72-0535-4B3F-BE18-76F58AEE1A48}" presName="Name13" presStyleLbl="parChTrans1D2" presStyleIdx="6" presStyleCnt="11"/>
      <dgm:spPr/>
    </dgm:pt>
    <dgm:pt modelId="{15331D4F-81B6-4F87-A5AB-607A818B8169}" type="pres">
      <dgm:prSet presAssocID="{2F8B6C62-9929-4518-8C12-B70A189F5738}" presName="childText" presStyleLbl="bgAcc1" presStyleIdx="6" presStyleCnt="11">
        <dgm:presLayoutVars>
          <dgm:bulletEnabled val="1"/>
        </dgm:presLayoutVars>
      </dgm:prSet>
      <dgm:spPr/>
    </dgm:pt>
    <dgm:pt modelId="{FB19839A-F348-4596-9ECC-DAA27D38128D}" type="pres">
      <dgm:prSet presAssocID="{0ACB56B1-439A-4D27-84A6-08B54ABEEF54}" presName="Name13" presStyleLbl="parChTrans1D2" presStyleIdx="7" presStyleCnt="11"/>
      <dgm:spPr/>
    </dgm:pt>
    <dgm:pt modelId="{69C6875E-D577-414D-BCA6-78E091E948D7}" type="pres">
      <dgm:prSet presAssocID="{AF70373F-EF32-46AF-953D-1283685862D8}" presName="childText" presStyleLbl="bgAcc1" presStyleIdx="7" presStyleCnt="11">
        <dgm:presLayoutVars>
          <dgm:bulletEnabled val="1"/>
        </dgm:presLayoutVars>
      </dgm:prSet>
      <dgm:spPr/>
    </dgm:pt>
    <dgm:pt modelId="{A2D0EECE-B8E7-4701-BA4D-D153714B6285}" type="pres">
      <dgm:prSet presAssocID="{5E13F31A-DB81-4E12-9EAA-7BB79E5DAB27}" presName="root" presStyleCnt="0"/>
      <dgm:spPr/>
    </dgm:pt>
    <dgm:pt modelId="{5A5F0803-42AA-435A-AF85-9794EF1281F1}" type="pres">
      <dgm:prSet presAssocID="{5E13F31A-DB81-4E12-9EAA-7BB79E5DAB27}" presName="rootComposite" presStyleCnt="0"/>
      <dgm:spPr/>
    </dgm:pt>
    <dgm:pt modelId="{28BF33EB-52A8-44FF-B282-754E8D20435E}" type="pres">
      <dgm:prSet presAssocID="{5E13F31A-DB81-4E12-9EAA-7BB79E5DAB27}" presName="rootText" presStyleLbl="node1" presStyleIdx="3" presStyleCnt="4"/>
      <dgm:spPr/>
    </dgm:pt>
    <dgm:pt modelId="{587481FB-54C3-4D3D-833E-06C78BCA5320}" type="pres">
      <dgm:prSet presAssocID="{5E13F31A-DB81-4E12-9EAA-7BB79E5DAB27}" presName="rootConnector" presStyleLbl="node1" presStyleIdx="3" presStyleCnt="4"/>
      <dgm:spPr/>
    </dgm:pt>
    <dgm:pt modelId="{C7955AFB-E87C-47BB-80C5-6D6B3E56E4EC}" type="pres">
      <dgm:prSet presAssocID="{5E13F31A-DB81-4E12-9EAA-7BB79E5DAB27}" presName="childShape" presStyleCnt="0"/>
      <dgm:spPr/>
    </dgm:pt>
    <dgm:pt modelId="{2DBC23D0-86AA-48CC-A0A7-28EC6488130E}" type="pres">
      <dgm:prSet presAssocID="{9325A674-4D7A-4166-9DE4-966629399B3E}" presName="Name13" presStyleLbl="parChTrans1D2" presStyleIdx="8" presStyleCnt="11"/>
      <dgm:spPr/>
    </dgm:pt>
    <dgm:pt modelId="{814435B2-AA20-4BD5-B3DB-FEBA02093D06}" type="pres">
      <dgm:prSet presAssocID="{0248DE1B-7C50-47FB-A6A8-A90091466F47}" presName="childText" presStyleLbl="bgAcc1" presStyleIdx="8" presStyleCnt="11">
        <dgm:presLayoutVars>
          <dgm:bulletEnabled val="1"/>
        </dgm:presLayoutVars>
      </dgm:prSet>
      <dgm:spPr/>
    </dgm:pt>
    <dgm:pt modelId="{A53369FB-A41D-49BB-928E-004B1078E0E7}" type="pres">
      <dgm:prSet presAssocID="{BC1325CA-48D9-4E8B-BF0F-081BDE794B2E}" presName="Name13" presStyleLbl="parChTrans1D2" presStyleIdx="9" presStyleCnt="11"/>
      <dgm:spPr/>
    </dgm:pt>
    <dgm:pt modelId="{E0B0B564-0B74-4F95-B3CB-0DCAD7181E67}" type="pres">
      <dgm:prSet presAssocID="{6427FE84-4A65-443F-986A-2D859D06CDB4}" presName="childText" presStyleLbl="bgAcc1" presStyleIdx="9" presStyleCnt="11">
        <dgm:presLayoutVars>
          <dgm:bulletEnabled val="1"/>
        </dgm:presLayoutVars>
      </dgm:prSet>
      <dgm:spPr/>
    </dgm:pt>
    <dgm:pt modelId="{D29AFB52-5636-4D08-9522-5126D901C3F8}" type="pres">
      <dgm:prSet presAssocID="{9A0E4C23-F753-40B9-86D5-498470119A4E}" presName="Name13" presStyleLbl="parChTrans1D2" presStyleIdx="10" presStyleCnt="11"/>
      <dgm:spPr/>
    </dgm:pt>
    <dgm:pt modelId="{51E48FAC-4B7D-48D4-A1A3-426660297B06}" type="pres">
      <dgm:prSet presAssocID="{B6CF8FA5-BA3D-40C8-BB7B-DE61D7B3770A}" presName="childText" presStyleLbl="bgAcc1" presStyleIdx="10" presStyleCnt="11">
        <dgm:presLayoutVars>
          <dgm:bulletEnabled val="1"/>
        </dgm:presLayoutVars>
      </dgm:prSet>
      <dgm:spPr/>
    </dgm:pt>
  </dgm:ptLst>
  <dgm:cxnLst>
    <dgm:cxn modelId="{7C495303-C219-4FA3-8826-2910CA889DB9}" srcId="{4585E7AA-D728-4E71-8C77-99FDF4F4E809}" destId="{2F8B6C62-9929-4518-8C12-B70A189F5738}" srcOrd="2" destOrd="0" parTransId="{41820F72-0535-4B3F-BE18-76F58AEE1A48}" sibTransId="{C5934A1B-8249-4432-A594-6528F8229AC2}"/>
    <dgm:cxn modelId="{EDE0720F-B0AD-4484-B3A5-79BA4E7C53A4}" srcId="{5E13F31A-DB81-4E12-9EAA-7BB79E5DAB27}" destId="{B6CF8FA5-BA3D-40C8-BB7B-DE61D7B3770A}" srcOrd="2" destOrd="0" parTransId="{9A0E4C23-F753-40B9-86D5-498470119A4E}" sibTransId="{C5BCB1E0-C91F-4BB7-BF1C-A5838569F395}"/>
    <dgm:cxn modelId="{DFCF4D17-D524-4BFC-A5B3-1D3DAB82E28A}" type="presOf" srcId="{8CFEFE04-AE87-4C3F-B999-AF2E5C73DE41}" destId="{22F05D65-7DBE-4F1A-9E8D-63FF1CD720A3}" srcOrd="0" destOrd="0" presId="urn:microsoft.com/office/officeart/2005/8/layout/hierarchy3"/>
    <dgm:cxn modelId="{A6F4CF1C-07E0-415B-963A-CD625A26084E}" srcId="{5E13F31A-DB81-4E12-9EAA-7BB79E5DAB27}" destId="{0248DE1B-7C50-47FB-A6A8-A90091466F47}" srcOrd="0" destOrd="0" parTransId="{9325A674-4D7A-4166-9DE4-966629399B3E}" sibTransId="{EDE2F313-CA1A-4EA4-8AC0-0AC953DA421F}"/>
    <dgm:cxn modelId="{6ADB4222-6B1C-482E-83DE-8D455474BFA7}" type="presOf" srcId="{5E13F31A-DB81-4E12-9EAA-7BB79E5DAB27}" destId="{587481FB-54C3-4D3D-833E-06C78BCA5320}" srcOrd="1" destOrd="0" presId="urn:microsoft.com/office/officeart/2005/8/layout/hierarchy3"/>
    <dgm:cxn modelId="{7C05CA22-CA9B-4843-9AC9-F2B30C38FB05}" type="presOf" srcId="{100C136E-B8DF-4E13-9611-905E94D9A810}" destId="{F7731704-BB2B-40E7-9139-65DD8D9AB717}" srcOrd="0" destOrd="0" presId="urn:microsoft.com/office/officeart/2005/8/layout/hierarchy3"/>
    <dgm:cxn modelId="{A4BB2F25-0B9A-46F0-8781-0BA3FDC8C53A}" type="presOf" srcId="{BC1325CA-48D9-4E8B-BF0F-081BDE794B2E}" destId="{A53369FB-A41D-49BB-928E-004B1078E0E7}" srcOrd="0" destOrd="0" presId="urn:microsoft.com/office/officeart/2005/8/layout/hierarchy3"/>
    <dgm:cxn modelId="{C49DB827-3D3B-43BE-9588-7F44ECC69E40}" type="presOf" srcId="{4585E7AA-D728-4E71-8C77-99FDF4F4E809}" destId="{E88185D6-C29E-4A26-A832-2AB85C337A77}" srcOrd="1" destOrd="0" presId="urn:microsoft.com/office/officeart/2005/8/layout/hierarchy3"/>
    <dgm:cxn modelId="{FB47E52B-8C72-4030-BF17-5B70837EB3A8}" srcId="{54344A77-A369-4136-87C0-5B00E31536CC}" destId="{4585E7AA-D728-4E71-8C77-99FDF4F4E809}" srcOrd="2" destOrd="0" parTransId="{77FF360A-1F5E-43F4-AB50-DA059934DF4F}" sibTransId="{3E3A2F5F-30E0-4BAC-AC65-DCBDD1CDED69}"/>
    <dgm:cxn modelId="{5E94B52F-CF49-44DB-92C7-6B6AA26FE62E}" type="presOf" srcId="{54344A77-A369-4136-87C0-5B00E31536CC}" destId="{0CC185E0-B844-47A8-ADF4-AE423521E867}" srcOrd="0" destOrd="0" presId="urn:microsoft.com/office/officeart/2005/8/layout/hierarchy3"/>
    <dgm:cxn modelId="{32C21332-1D5F-496E-9E05-C00C55C856C6}" type="presOf" srcId="{6427FE84-4A65-443F-986A-2D859D06CDB4}" destId="{E0B0B564-0B74-4F95-B3CB-0DCAD7181E67}" srcOrd="0" destOrd="0" presId="urn:microsoft.com/office/officeart/2005/8/layout/hierarchy3"/>
    <dgm:cxn modelId="{4A7E6E3C-FB73-4CD7-BF68-C0E1624B7DF1}" type="presOf" srcId="{B6CF8FA5-BA3D-40C8-BB7B-DE61D7B3770A}" destId="{51E48FAC-4B7D-48D4-A1A3-426660297B06}" srcOrd="0" destOrd="0" presId="urn:microsoft.com/office/officeart/2005/8/layout/hierarchy3"/>
    <dgm:cxn modelId="{CD3E493D-F7D2-4390-AB7F-B2882EDBD6F3}" type="presOf" srcId="{0248DE1B-7C50-47FB-A6A8-A90091466F47}" destId="{814435B2-AA20-4BD5-B3DB-FEBA02093D06}" srcOrd="0" destOrd="0" presId="urn:microsoft.com/office/officeart/2005/8/layout/hierarchy3"/>
    <dgm:cxn modelId="{2FAE0B5C-53EA-4969-94C5-E6C2E86058AB}" type="presOf" srcId="{5E13F31A-DB81-4E12-9EAA-7BB79E5DAB27}" destId="{28BF33EB-52A8-44FF-B282-754E8D20435E}" srcOrd="0" destOrd="0" presId="urn:microsoft.com/office/officeart/2005/8/layout/hierarchy3"/>
    <dgm:cxn modelId="{6BD6B042-F355-4BD5-8BDC-1D2C4D6ED9F4}" type="presOf" srcId="{AAF45F2B-3C01-4019-9314-F596B026458E}" destId="{3A039B21-EBC2-4D14-977B-E3173C9C11FC}" srcOrd="0" destOrd="0" presId="urn:microsoft.com/office/officeart/2005/8/layout/hierarchy3"/>
    <dgm:cxn modelId="{B2925B65-CCA1-4224-95F4-FCC98FFF9D65}" type="presOf" srcId="{9A0E4C23-F753-40B9-86D5-498470119A4E}" destId="{D29AFB52-5636-4D08-9522-5126D901C3F8}" srcOrd="0" destOrd="0" presId="urn:microsoft.com/office/officeart/2005/8/layout/hierarchy3"/>
    <dgm:cxn modelId="{1AE9E546-25EA-4A3D-A509-BCACF015589C}" srcId="{4585E7AA-D728-4E71-8C77-99FDF4F4E809}" destId="{AF70373F-EF32-46AF-953D-1283685862D8}" srcOrd="3" destOrd="0" parTransId="{0ACB56B1-439A-4D27-84A6-08B54ABEEF54}" sibTransId="{92E400BC-19B4-4966-979F-D563D920FBAA}"/>
    <dgm:cxn modelId="{0BB6E347-D620-47AB-9001-AE2A1D2CFC33}" type="presOf" srcId="{D1CD5168-5C3F-4601-BB43-E8EF8089E8A1}" destId="{A45BB260-F02B-499D-953E-53F7FE8630F9}" srcOrd="0" destOrd="0" presId="urn:microsoft.com/office/officeart/2005/8/layout/hierarchy3"/>
    <dgm:cxn modelId="{FE90096C-C8CE-4084-9042-2AAB15BF7840}" srcId="{54344A77-A369-4136-87C0-5B00E31536CC}" destId="{DA160808-D79F-48DB-AD02-327B44ED928B}" srcOrd="0" destOrd="0" parTransId="{DA1F19D4-597F-40F0-83A0-D132EAD99F4C}" sibTransId="{4F2B4CC1-5497-4DCB-B454-EE9B3BAB1C11}"/>
    <dgm:cxn modelId="{414DF46C-BBDD-441D-828A-7FE9665F6F4A}" type="presOf" srcId="{95805395-3F19-4453-87B4-AF50603A9EFC}" destId="{EE3FB31D-B554-4F29-B03B-7044DF8EACA4}" srcOrd="0" destOrd="0" presId="urn:microsoft.com/office/officeart/2005/8/layout/hierarchy3"/>
    <dgm:cxn modelId="{3A27FD4D-A6DE-4D6E-B1DD-DEDDFEF8176A}" srcId="{8DFCC1D5-6120-46C5-B7DE-A34B0DB1E810}" destId="{0261A58F-8CC0-4381-A384-DE8F434D1100}" srcOrd="1" destOrd="0" parTransId="{D1CD5168-5C3F-4601-BB43-E8EF8089E8A1}" sibTransId="{199E4E2B-F02D-4ED6-B2CC-63F3DA9D46CE}"/>
    <dgm:cxn modelId="{F0E0514E-E516-45E7-9F56-D3093EFB14D1}" type="presOf" srcId="{0261A58F-8CC0-4381-A384-DE8F434D1100}" destId="{AFFEE4E2-06F2-4B4E-8521-174D50105533}" srcOrd="0" destOrd="0" presId="urn:microsoft.com/office/officeart/2005/8/layout/hierarchy3"/>
    <dgm:cxn modelId="{6DF2C555-A9A4-43F5-83D9-1F190542EB61}" type="presOf" srcId="{C1838CFC-5AC3-410B-850F-4237298AE0CA}" destId="{A6E80678-0DBA-4A73-BA3C-FE95B02E1C62}" srcOrd="0" destOrd="0" presId="urn:microsoft.com/office/officeart/2005/8/layout/hierarchy3"/>
    <dgm:cxn modelId="{D3529076-05FA-437C-993B-6F68E6A6ACA7}" type="presOf" srcId="{A2D9DAD2-AA75-42D3-B5C2-5CEF4272EB97}" destId="{0FC6CE4F-F8C1-4FB1-9E5B-90A51BC620DB}" srcOrd="0" destOrd="0" presId="urn:microsoft.com/office/officeart/2005/8/layout/hierarchy3"/>
    <dgm:cxn modelId="{2251B656-E0EC-47A0-BE62-5D587DE9586E}" type="presOf" srcId="{6A015194-A029-4B20-9F87-0D12627EC458}" destId="{F22DD282-0827-46F1-988A-CC4A7A16934B}" srcOrd="0" destOrd="0" presId="urn:microsoft.com/office/officeart/2005/8/layout/hierarchy3"/>
    <dgm:cxn modelId="{68BA4482-BEFD-49CD-9056-7589D5944B37}" type="presOf" srcId="{4585E7AA-D728-4E71-8C77-99FDF4F4E809}" destId="{39C3A515-020A-463A-9C95-0068746D4C02}" srcOrd="0" destOrd="0" presId="urn:microsoft.com/office/officeart/2005/8/layout/hierarchy3"/>
    <dgm:cxn modelId="{F3AEA882-76D7-4566-8658-27AD403C5223}" type="presOf" srcId="{DA160808-D79F-48DB-AD02-327B44ED928B}" destId="{CE5995F1-4B0A-4C56-9583-FDA3F8E33C31}" srcOrd="1" destOrd="0" presId="urn:microsoft.com/office/officeart/2005/8/layout/hierarchy3"/>
    <dgm:cxn modelId="{38399688-1813-4A2E-AE03-8F5CB37BC3B6}" srcId="{4585E7AA-D728-4E71-8C77-99FDF4F4E809}" destId="{C1838CFC-5AC3-410B-850F-4237298AE0CA}" srcOrd="1" destOrd="0" parTransId="{6A015194-A029-4B20-9F87-0D12627EC458}" sibTransId="{F293F693-AF72-45C9-9210-B0FFF2C71C91}"/>
    <dgm:cxn modelId="{546A3192-D284-4E02-92AA-965323E6C65D}" type="presOf" srcId="{9325A674-4D7A-4166-9DE4-966629399B3E}" destId="{2DBC23D0-86AA-48CC-A0A7-28EC6488130E}" srcOrd="0" destOrd="0" presId="urn:microsoft.com/office/officeart/2005/8/layout/hierarchy3"/>
    <dgm:cxn modelId="{94AB8D93-D0DC-40D5-AB88-389A161FF14A}" srcId="{DA160808-D79F-48DB-AD02-327B44ED928B}" destId="{5A1B4667-6CD3-4C7E-82E9-A9C8C37CB3DE}" srcOrd="0" destOrd="0" parTransId="{95805395-3F19-4453-87B4-AF50603A9EFC}" sibTransId="{D9924E9D-F643-486E-9D63-3E39838657EE}"/>
    <dgm:cxn modelId="{6ABDD79B-86DA-4C7F-B51B-AEB2416ADC60}" srcId="{54344A77-A369-4136-87C0-5B00E31536CC}" destId="{8DFCC1D5-6120-46C5-B7DE-A34B0DB1E810}" srcOrd="1" destOrd="0" parTransId="{78F05B70-3CC6-444E-9157-973F6DA1AA48}" sibTransId="{43EA4BC0-10BA-4A88-926F-03E27E907314}"/>
    <dgm:cxn modelId="{EB39959E-4498-4B80-8328-92568D2C053F}" type="presOf" srcId="{0ACB56B1-439A-4D27-84A6-08B54ABEEF54}" destId="{FB19839A-F348-4596-9ECC-DAA27D38128D}" srcOrd="0" destOrd="0" presId="urn:microsoft.com/office/officeart/2005/8/layout/hierarchy3"/>
    <dgm:cxn modelId="{B1040BA4-3593-4804-A1E2-227507C2ACD9}" srcId="{5E13F31A-DB81-4E12-9EAA-7BB79E5DAB27}" destId="{6427FE84-4A65-443F-986A-2D859D06CDB4}" srcOrd="1" destOrd="0" parTransId="{BC1325CA-48D9-4E8B-BF0F-081BDE794B2E}" sibTransId="{E65FED56-D459-429D-AB0A-65A106001BD9}"/>
    <dgm:cxn modelId="{A9E918AD-20CB-4B47-AA4A-6255C45D16E9}" type="presOf" srcId="{DA160808-D79F-48DB-AD02-327B44ED928B}" destId="{72C1C201-DB31-4FC2-B2F0-3D77998564D8}" srcOrd="0" destOrd="0" presId="urn:microsoft.com/office/officeart/2005/8/layout/hierarchy3"/>
    <dgm:cxn modelId="{1700F2B1-D475-4848-85C6-53594B9C9F69}" type="presOf" srcId="{41820F72-0535-4B3F-BE18-76F58AEE1A48}" destId="{9E8CC360-CB32-449D-B78D-6B958D2110E7}" srcOrd="0" destOrd="0" presId="urn:microsoft.com/office/officeart/2005/8/layout/hierarchy3"/>
    <dgm:cxn modelId="{3ED095C2-3292-4164-877C-5D24F6B6A3C8}" type="presOf" srcId="{2F8B6C62-9929-4518-8C12-B70A189F5738}" destId="{15331D4F-81B6-4F87-A5AB-607A818B8169}" srcOrd="0" destOrd="0" presId="urn:microsoft.com/office/officeart/2005/8/layout/hierarchy3"/>
    <dgm:cxn modelId="{B31354C6-B6C6-43BD-966D-A8418D37C2F8}" srcId="{8DFCC1D5-6120-46C5-B7DE-A34B0DB1E810}" destId="{100C136E-B8DF-4E13-9611-905E94D9A810}" srcOrd="0" destOrd="0" parTransId="{0F3892E9-55ED-46E6-8F49-47E4F5547AC1}" sibTransId="{752396A7-624C-4A1D-9BD9-3ED82953D4C6}"/>
    <dgm:cxn modelId="{47A992C8-3E01-4694-99E3-CBD6B78A6396}" srcId="{DA160808-D79F-48DB-AD02-327B44ED928B}" destId="{A2D9DAD2-AA75-42D3-B5C2-5CEF4272EB97}" srcOrd="1" destOrd="0" parTransId="{8CFEFE04-AE87-4C3F-B999-AF2E5C73DE41}" sibTransId="{453D0572-9796-49B6-B0B4-FE716799433A}"/>
    <dgm:cxn modelId="{309C1ACA-ACF3-42E6-96B3-0B081A31E0FC}" type="presOf" srcId="{CE6FE3AE-9161-4347-A1D6-6498EEFCC078}" destId="{95E10FB1-17F7-4A90-8C21-8082ADF5C6A7}" srcOrd="0" destOrd="0" presId="urn:microsoft.com/office/officeart/2005/8/layout/hierarchy3"/>
    <dgm:cxn modelId="{047941CA-36A2-4B95-B786-0FA52F1CA266}" type="presOf" srcId="{AF70373F-EF32-46AF-953D-1283685862D8}" destId="{69C6875E-D577-414D-BCA6-78E091E948D7}" srcOrd="0" destOrd="0" presId="urn:microsoft.com/office/officeart/2005/8/layout/hierarchy3"/>
    <dgm:cxn modelId="{572458CC-3AC1-40E7-9074-A0FFCE43CA49}" srcId="{54344A77-A369-4136-87C0-5B00E31536CC}" destId="{5E13F31A-DB81-4E12-9EAA-7BB79E5DAB27}" srcOrd="3" destOrd="0" parTransId="{2BAC1FE2-FEB9-4E77-A0C7-44EFA4AB6951}" sibTransId="{C99A5A81-2F50-49B7-9437-E1EEAB97F84C}"/>
    <dgm:cxn modelId="{4AB0C1D2-496B-48D1-BEF5-D5E7FDE19BDA}" type="presOf" srcId="{5A1B4667-6CD3-4C7E-82E9-A9C8C37CB3DE}" destId="{66EA74C7-531B-411E-86C1-E6BCCBAEC7E3}" srcOrd="0" destOrd="0" presId="urn:microsoft.com/office/officeart/2005/8/layout/hierarchy3"/>
    <dgm:cxn modelId="{DFDF7CD8-405A-4F11-ABC7-86DD91EB6854}" type="presOf" srcId="{8DFCC1D5-6120-46C5-B7DE-A34B0DB1E810}" destId="{95B837EB-97F2-44D3-A82D-0B7F5CA26E9F}" srcOrd="0" destOrd="0" presId="urn:microsoft.com/office/officeart/2005/8/layout/hierarchy3"/>
    <dgm:cxn modelId="{FC7122DE-4DCB-41BC-8318-0D49B8A39973}" srcId="{4585E7AA-D728-4E71-8C77-99FDF4F4E809}" destId="{CE6FE3AE-9161-4347-A1D6-6498EEFCC078}" srcOrd="0" destOrd="0" parTransId="{AAF45F2B-3C01-4019-9314-F596B026458E}" sibTransId="{FAFD8032-0562-490A-BDAD-1761250907D1}"/>
    <dgm:cxn modelId="{BCC199EF-BF59-499C-8160-2532204D5D1B}" type="presOf" srcId="{0F3892E9-55ED-46E6-8F49-47E4F5547AC1}" destId="{9E029A71-3CB7-406A-9600-ECFF28B99D6C}" srcOrd="0" destOrd="0" presId="urn:microsoft.com/office/officeart/2005/8/layout/hierarchy3"/>
    <dgm:cxn modelId="{1C58EDFA-379B-49B1-A93B-844B75F64C83}" type="presOf" srcId="{8DFCC1D5-6120-46C5-B7DE-A34B0DB1E810}" destId="{5E80877F-6585-4BEA-8B54-5D5D8CC7C0AF}" srcOrd="1" destOrd="0" presId="urn:microsoft.com/office/officeart/2005/8/layout/hierarchy3"/>
    <dgm:cxn modelId="{55657633-31C2-4916-BCC2-1A4BC61813A0}" type="presParOf" srcId="{0CC185E0-B844-47A8-ADF4-AE423521E867}" destId="{570D8B87-2F61-4DC4-8DA7-2B8F917B9ACC}" srcOrd="0" destOrd="0" presId="urn:microsoft.com/office/officeart/2005/8/layout/hierarchy3"/>
    <dgm:cxn modelId="{5A4CE950-5EE6-4E02-9201-83ECAF9307AC}" type="presParOf" srcId="{570D8B87-2F61-4DC4-8DA7-2B8F917B9ACC}" destId="{AA0A9411-80D0-4C89-9A2C-9ECC22B90325}" srcOrd="0" destOrd="0" presId="urn:microsoft.com/office/officeart/2005/8/layout/hierarchy3"/>
    <dgm:cxn modelId="{18BF8164-96B8-450F-936B-247FC09FE6CD}" type="presParOf" srcId="{AA0A9411-80D0-4C89-9A2C-9ECC22B90325}" destId="{72C1C201-DB31-4FC2-B2F0-3D77998564D8}" srcOrd="0" destOrd="0" presId="urn:microsoft.com/office/officeart/2005/8/layout/hierarchy3"/>
    <dgm:cxn modelId="{DEBD4507-C4C0-4473-B4D8-BF4D22575295}" type="presParOf" srcId="{AA0A9411-80D0-4C89-9A2C-9ECC22B90325}" destId="{CE5995F1-4B0A-4C56-9583-FDA3F8E33C31}" srcOrd="1" destOrd="0" presId="urn:microsoft.com/office/officeart/2005/8/layout/hierarchy3"/>
    <dgm:cxn modelId="{9DA6FE39-63DB-4007-AB78-0549C173A9FB}" type="presParOf" srcId="{570D8B87-2F61-4DC4-8DA7-2B8F917B9ACC}" destId="{AD00691D-94FC-4B74-84F8-D4C7A4264949}" srcOrd="1" destOrd="0" presId="urn:microsoft.com/office/officeart/2005/8/layout/hierarchy3"/>
    <dgm:cxn modelId="{7ADFF060-6201-40E5-95E3-8D8872286A9C}" type="presParOf" srcId="{AD00691D-94FC-4B74-84F8-D4C7A4264949}" destId="{EE3FB31D-B554-4F29-B03B-7044DF8EACA4}" srcOrd="0" destOrd="0" presId="urn:microsoft.com/office/officeart/2005/8/layout/hierarchy3"/>
    <dgm:cxn modelId="{052F9540-ED99-450A-8760-8CDAB44D3F3E}" type="presParOf" srcId="{AD00691D-94FC-4B74-84F8-D4C7A4264949}" destId="{66EA74C7-531B-411E-86C1-E6BCCBAEC7E3}" srcOrd="1" destOrd="0" presId="urn:microsoft.com/office/officeart/2005/8/layout/hierarchy3"/>
    <dgm:cxn modelId="{35BCCEDF-816C-44D8-8075-5E8855C7C0CE}" type="presParOf" srcId="{AD00691D-94FC-4B74-84F8-D4C7A4264949}" destId="{22F05D65-7DBE-4F1A-9E8D-63FF1CD720A3}" srcOrd="2" destOrd="0" presId="urn:microsoft.com/office/officeart/2005/8/layout/hierarchy3"/>
    <dgm:cxn modelId="{253AA7F6-18BA-4E7E-8F29-62C1872BF1F0}" type="presParOf" srcId="{AD00691D-94FC-4B74-84F8-D4C7A4264949}" destId="{0FC6CE4F-F8C1-4FB1-9E5B-90A51BC620DB}" srcOrd="3" destOrd="0" presId="urn:microsoft.com/office/officeart/2005/8/layout/hierarchy3"/>
    <dgm:cxn modelId="{2A656FE9-6D3E-429A-B799-F5B89C339727}" type="presParOf" srcId="{0CC185E0-B844-47A8-ADF4-AE423521E867}" destId="{F560BECC-177E-4DBF-8771-1E3A9A734CD7}" srcOrd="1" destOrd="0" presId="urn:microsoft.com/office/officeart/2005/8/layout/hierarchy3"/>
    <dgm:cxn modelId="{1A7BE93B-4C4D-4F62-B2DA-B2CE0C1042A6}" type="presParOf" srcId="{F560BECC-177E-4DBF-8771-1E3A9A734CD7}" destId="{082E75C3-1E18-42CE-A57F-EB9ECCF64921}" srcOrd="0" destOrd="0" presId="urn:microsoft.com/office/officeart/2005/8/layout/hierarchy3"/>
    <dgm:cxn modelId="{C20A8499-1751-474A-9CDC-92FC216DF69C}" type="presParOf" srcId="{082E75C3-1E18-42CE-A57F-EB9ECCF64921}" destId="{95B837EB-97F2-44D3-A82D-0B7F5CA26E9F}" srcOrd="0" destOrd="0" presId="urn:microsoft.com/office/officeart/2005/8/layout/hierarchy3"/>
    <dgm:cxn modelId="{31B2F292-C06C-4A7D-9A65-B7A129A1D921}" type="presParOf" srcId="{082E75C3-1E18-42CE-A57F-EB9ECCF64921}" destId="{5E80877F-6585-4BEA-8B54-5D5D8CC7C0AF}" srcOrd="1" destOrd="0" presId="urn:microsoft.com/office/officeart/2005/8/layout/hierarchy3"/>
    <dgm:cxn modelId="{E8271A72-7E1D-4EE3-B447-9B6086AFDA8F}" type="presParOf" srcId="{F560BECC-177E-4DBF-8771-1E3A9A734CD7}" destId="{989BCC3C-937E-47B3-9956-DE48C67FA6B6}" srcOrd="1" destOrd="0" presId="urn:microsoft.com/office/officeart/2005/8/layout/hierarchy3"/>
    <dgm:cxn modelId="{F9387205-F6BA-4125-9B97-32535570959C}" type="presParOf" srcId="{989BCC3C-937E-47B3-9956-DE48C67FA6B6}" destId="{9E029A71-3CB7-406A-9600-ECFF28B99D6C}" srcOrd="0" destOrd="0" presId="urn:microsoft.com/office/officeart/2005/8/layout/hierarchy3"/>
    <dgm:cxn modelId="{F6B4A71C-469F-4FDD-AB75-2D8841C2124F}" type="presParOf" srcId="{989BCC3C-937E-47B3-9956-DE48C67FA6B6}" destId="{F7731704-BB2B-40E7-9139-65DD8D9AB717}" srcOrd="1" destOrd="0" presId="urn:microsoft.com/office/officeart/2005/8/layout/hierarchy3"/>
    <dgm:cxn modelId="{CBE3558B-606A-4454-B327-F6D05419C5DD}" type="presParOf" srcId="{989BCC3C-937E-47B3-9956-DE48C67FA6B6}" destId="{A45BB260-F02B-499D-953E-53F7FE8630F9}" srcOrd="2" destOrd="0" presId="urn:microsoft.com/office/officeart/2005/8/layout/hierarchy3"/>
    <dgm:cxn modelId="{08863243-BBC5-4CFC-9E60-05F0AA2F1AAB}" type="presParOf" srcId="{989BCC3C-937E-47B3-9956-DE48C67FA6B6}" destId="{AFFEE4E2-06F2-4B4E-8521-174D50105533}" srcOrd="3" destOrd="0" presId="urn:microsoft.com/office/officeart/2005/8/layout/hierarchy3"/>
    <dgm:cxn modelId="{528FFBE2-85E1-49D7-8DAA-261D7C853141}" type="presParOf" srcId="{0CC185E0-B844-47A8-ADF4-AE423521E867}" destId="{020F983E-F523-4E8A-A089-0049E3B57A03}" srcOrd="2" destOrd="0" presId="urn:microsoft.com/office/officeart/2005/8/layout/hierarchy3"/>
    <dgm:cxn modelId="{E9A0E3ED-CA84-4DD8-93A5-2A74F359229F}" type="presParOf" srcId="{020F983E-F523-4E8A-A089-0049E3B57A03}" destId="{2DA2BF39-C963-4060-83E4-F58DF77D9B54}" srcOrd="0" destOrd="0" presId="urn:microsoft.com/office/officeart/2005/8/layout/hierarchy3"/>
    <dgm:cxn modelId="{D085D15C-78DD-4010-A394-DC5C22B7571E}" type="presParOf" srcId="{2DA2BF39-C963-4060-83E4-F58DF77D9B54}" destId="{39C3A515-020A-463A-9C95-0068746D4C02}" srcOrd="0" destOrd="0" presId="urn:microsoft.com/office/officeart/2005/8/layout/hierarchy3"/>
    <dgm:cxn modelId="{36A71E24-D1BA-4748-8BEB-D3911EA9BA28}" type="presParOf" srcId="{2DA2BF39-C963-4060-83E4-F58DF77D9B54}" destId="{E88185D6-C29E-4A26-A832-2AB85C337A77}" srcOrd="1" destOrd="0" presId="urn:microsoft.com/office/officeart/2005/8/layout/hierarchy3"/>
    <dgm:cxn modelId="{4B3D2973-31E4-42FB-BB54-9DFE0492466F}" type="presParOf" srcId="{020F983E-F523-4E8A-A089-0049E3B57A03}" destId="{5F5A722F-3C9B-43DA-B991-0965F3EAEB8D}" srcOrd="1" destOrd="0" presId="urn:microsoft.com/office/officeart/2005/8/layout/hierarchy3"/>
    <dgm:cxn modelId="{9EFF9B9A-F8DC-4269-B892-E55222F606CE}" type="presParOf" srcId="{5F5A722F-3C9B-43DA-B991-0965F3EAEB8D}" destId="{3A039B21-EBC2-4D14-977B-E3173C9C11FC}" srcOrd="0" destOrd="0" presId="urn:microsoft.com/office/officeart/2005/8/layout/hierarchy3"/>
    <dgm:cxn modelId="{D6DBCD5C-20E1-465B-B8C6-F64956512802}" type="presParOf" srcId="{5F5A722F-3C9B-43DA-B991-0965F3EAEB8D}" destId="{95E10FB1-17F7-4A90-8C21-8082ADF5C6A7}" srcOrd="1" destOrd="0" presId="urn:microsoft.com/office/officeart/2005/8/layout/hierarchy3"/>
    <dgm:cxn modelId="{1630E85A-77D7-49A6-815D-E52DFFE9B8CB}" type="presParOf" srcId="{5F5A722F-3C9B-43DA-B991-0965F3EAEB8D}" destId="{F22DD282-0827-46F1-988A-CC4A7A16934B}" srcOrd="2" destOrd="0" presId="urn:microsoft.com/office/officeart/2005/8/layout/hierarchy3"/>
    <dgm:cxn modelId="{84F5D299-0ABB-4287-894C-62CB7A2CBA8F}" type="presParOf" srcId="{5F5A722F-3C9B-43DA-B991-0965F3EAEB8D}" destId="{A6E80678-0DBA-4A73-BA3C-FE95B02E1C62}" srcOrd="3" destOrd="0" presId="urn:microsoft.com/office/officeart/2005/8/layout/hierarchy3"/>
    <dgm:cxn modelId="{FBBC125E-8FFF-4387-AAD6-0FC05AB76EA3}" type="presParOf" srcId="{5F5A722F-3C9B-43DA-B991-0965F3EAEB8D}" destId="{9E8CC360-CB32-449D-B78D-6B958D2110E7}" srcOrd="4" destOrd="0" presId="urn:microsoft.com/office/officeart/2005/8/layout/hierarchy3"/>
    <dgm:cxn modelId="{2E60C1D1-8169-452E-968F-5B16BBC83D7F}" type="presParOf" srcId="{5F5A722F-3C9B-43DA-B991-0965F3EAEB8D}" destId="{15331D4F-81B6-4F87-A5AB-607A818B8169}" srcOrd="5" destOrd="0" presId="urn:microsoft.com/office/officeart/2005/8/layout/hierarchy3"/>
    <dgm:cxn modelId="{5D415360-1E55-40C1-9A61-6A5664C6C9D5}" type="presParOf" srcId="{5F5A722F-3C9B-43DA-B991-0965F3EAEB8D}" destId="{FB19839A-F348-4596-9ECC-DAA27D38128D}" srcOrd="6" destOrd="0" presId="urn:microsoft.com/office/officeart/2005/8/layout/hierarchy3"/>
    <dgm:cxn modelId="{D49F39F8-9FC0-4C2F-B675-04EC6E6F4CB5}" type="presParOf" srcId="{5F5A722F-3C9B-43DA-B991-0965F3EAEB8D}" destId="{69C6875E-D577-414D-BCA6-78E091E948D7}" srcOrd="7" destOrd="0" presId="urn:microsoft.com/office/officeart/2005/8/layout/hierarchy3"/>
    <dgm:cxn modelId="{3C377B7B-3827-4F8A-A8A5-A7425B48DA8F}" type="presParOf" srcId="{0CC185E0-B844-47A8-ADF4-AE423521E867}" destId="{A2D0EECE-B8E7-4701-BA4D-D153714B6285}" srcOrd="3" destOrd="0" presId="urn:microsoft.com/office/officeart/2005/8/layout/hierarchy3"/>
    <dgm:cxn modelId="{4894E59D-84BF-43C7-933B-06E4E93E9A37}" type="presParOf" srcId="{A2D0EECE-B8E7-4701-BA4D-D153714B6285}" destId="{5A5F0803-42AA-435A-AF85-9794EF1281F1}" srcOrd="0" destOrd="0" presId="urn:microsoft.com/office/officeart/2005/8/layout/hierarchy3"/>
    <dgm:cxn modelId="{EF388D30-35C5-4826-BFFD-D2A5B5FDBFF2}" type="presParOf" srcId="{5A5F0803-42AA-435A-AF85-9794EF1281F1}" destId="{28BF33EB-52A8-44FF-B282-754E8D20435E}" srcOrd="0" destOrd="0" presId="urn:microsoft.com/office/officeart/2005/8/layout/hierarchy3"/>
    <dgm:cxn modelId="{4F7B0FF4-9BAD-4B77-8330-5AADEC4A25EC}" type="presParOf" srcId="{5A5F0803-42AA-435A-AF85-9794EF1281F1}" destId="{587481FB-54C3-4D3D-833E-06C78BCA5320}" srcOrd="1" destOrd="0" presId="urn:microsoft.com/office/officeart/2005/8/layout/hierarchy3"/>
    <dgm:cxn modelId="{518C510E-40FB-4AE6-B854-FDB0117A7CBE}" type="presParOf" srcId="{A2D0EECE-B8E7-4701-BA4D-D153714B6285}" destId="{C7955AFB-E87C-47BB-80C5-6D6B3E56E4EC}" srcOrd="1" destOrd="0" presId="urn:microsoft.com/office/officeart/2005/8/layout/hierarchy3"/>
    <dgm:cxn modelId="{B57611FB-C075-4617-AE1E-A81E504F8FF2}" type="presParOf" srcId="{C7955AFB-E87C-47BB-80C5-6D6B3E56E4EC}" destId="{2DBC23D0-86AA-48CC-A0A7-28EC6488130E}" srcOrd="0" destOrd="0" presId="urn:microsoft.com/office/officeart/2005/8/layout/hierarchy3"/>
    <dgm:cxn modelId="{3B77E293-1597-431D-BA9F-A8602B3AFB55}" type="presParOf" srcId="{C7955AFB-E87C-47BB-80C5-6D6B3E56E4EC}" destId="{814435B2-AA20-4BD5-B3DB-FEBA02093D06}" srcOrd="1" destOrd="0" presId="urn:microsoft.com/office/officeart/2005/8/layout/hierarchy3"/>
    <dgm:cxn modelId="{469DAAF7-549B-4B23-BF09-DDCD1A785CA9}" type="presParOf" srcId="{C7955AFB-E87C-47BB-80C5-6D6B3E56E4EC}" destId="{A53369FB-A41D-49BB-928E-004B1078E0E7}" srcOrd="2" destOrd="0" presId="urn:microsoft.com/office/officeart/2005/8/layout/hierarchy3"/>
    <dgm:cxn modelId="{814A8E29-F23F-475B-BB4C-4256506857DD}" type="presParOf" srcId="{C7955AFB-E87C-47BB-80C5-6D6B3E56E4EC}" destId="{E0B0B564-0B74-4F95-B3CB-0DCAD7181E67}" srcOrd="3" destOrd="0" presId="urn:microsoft.com/office/officeart/2005/8/layout/hierarchy3"/>
    <dgm:cxn modelId="{2272D756-C402-48B7-A4E1-B149D4C50532}" type="presParOf" srcId="{C7955AFB-E87C-47BB-80C5-6D6B3E56E4EC}" destId="{D29AFB52-5636-4D08-9522-5126D901C3F8}" srcOrd="4" destOrd="0" presId="urn:microsoft.com/office/officeart/2005/8/layout/hierarchy3"/>
    <dgm:cxn modelId="{3A5370E1-0F0B-407E-8B08-7404E1F61ED3}" type="presParOf" srcId="{C7955AFB-E87C-47BB-80C5-6D6B3E56E4EC}" destId="{51E48FAC-4B7D-48D4-A1A3-426660297B06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C1C201-DB31-4FC2-B2F0-3D77998564D8}">
      <dsp:nvSpPr>
        <dsp:cNvPr id="0" name=""/>
        <dsp:cNvSpPr/>
      </dsp:nvSpPr>
      <dsp:spPr>
        <a:xfrm>
          <a:off x="1456" y="154740"/>
          <a:ext cx="1673781" cy="8368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535" tIns="59690" rIns="89535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1642</a:t>
          </a:r>
          <a:endParaRPr lang="en-ZA" sz="4700" kern="1200" dirty="0"/>
        </a:p>
      </dsp:txBody>
      <dsp:txXfrm>
        <a:off x="25968" y="179252"/>
        <a:ext cx="1624757" cy="787866"/>
      </dsp:txXfrm>
    </dsp:sp>
    <dsp:sp modelId="{EE3FB31D-B554-4F29-B03B-7044DF8EACA4}">
      <dsp:nvSpPr>
        <dsp:cNvPr id="0" name=""/>
        <dsp:cNvSpPr/>
      </dsp:nvSpPr>
      <dsp:spPr>
        <a:xfrm>
          <a:off x="168834" y="991630"/>
          <a:ext cx="167378" cy="627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7668"/>
              </a:lnTo>
              <a:lnTo>
                <a:pt x="167378" y="62766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EA74C7-531B-411E-86C1-E6BCCBAEC7E3}">
      <dsp:nvSpPr>
        <dsp:cNvPr id="0" name=""/>
        <dsp:cNvSpPr/>
      </dsp:nvSpPr>
      <dsp:spPr>
        <a:xfrm>
          <a:off x="336212" y="1200853"/>
          <a:ext cx="1339025" cy="836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Blaise Pascal</a:t>
          </a:r>
          <a:endParaRPr lang="en-ZA" sz="1000" kern="1200" dirty="0"/>
        </a:p>
      </dsp:txBody>
      <dsp:txXfrm>
        <a:off x="360724" y="1225365"/>
        <a:ext cx="1290001" cy="787866"/>
      </dsp:txXfrm>
    </dsp:sp>
    <dsp:sp modelId="{22F05D65-7DBE-4F1A-9E8D-63FF1CD720A3}">
      <dsp:nvSpPr>
        <dsp:cNvPr id="0" name=""/>
        <dsp:cNvSpPr/>
      </dsp:nvSpPr>
      <dsp:spPr>
        <a:xfrm>
          <a:off x="168834" y="991630"/>
          <a:ext cx="167378" cy="16737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3781"/>
              </a:lnTo>
              <a:lnTo>
                <a:pt x="167378" y="1673781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C6CE4F-F8C1-4FB1-9E5B-90A51BC620DB}">
      <dsp:nvSpPr>
        <dsp:cNvPr id="0" name=""/>
        <dsp:cNvSpPr/>
      </dsp:nvSpPr>
      <dsp:spPr>
        <a:xfrm>
          <a:off x="336212" y="2246967"/>
          <a:ext cx="1339025" cy="836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Mechanical Adding Machine</a:t>
          </a:r>
          <a:endParaRPr lang="en-ZA" sz="1000" kern="1200" dirty="0"/>
        </a:p>
      </dsp:txBody>
      <dsp:txXfrm>
        <a:off x="360724" y="2271479"/>
        <a:ext cx="1290001" cy="787866"/>
      </dsp:txXfrm>
    </dsp:sp>
    <dsp:sp modelId="{95B837EB-97F2-44D3-A82D-0B7F5CA26E9F}">
      <dsp:nvSpPr>
        <dsp:cNvPr id="0" name=""/>
        <dsp:cNvSpPr/>
      </dsp:nvSpPr>
      <dsp:spPr>
        <a:xfrm>
          <a:off x="2093683" y="154740"/>
          <a:ext cx="1673781" cy="8368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535" tIns="59690" rIns="89535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1671</a:t>
          </a:r>
          <a:endParaRPr lang="en-ZA" sz="4700" kern="1200" dirty="0"/>
        </a:p>
      </dsp:txBody>
      <dsp:txXfrm>
        <a:off x="2118195" y="179252"/>
        <a:ext cx="1624757" cy="787866"/>
      </dsp:txXfrm>
    </dsp:sp>
    <dsp:sp modelId="{9E029A71-3CB7-406A-9600-ECFF28B99D6C}">
      <dsp:nvSpPr>
        <dsp:cNvPr id="0" name=""/>
        <dsp:cNvSpPr/>
      </dsp:nvSpPr>
      <dsp:spPr>
        <a:xfrm>
          <a:off x="2261061" y="991630"/>
          <a:ext cx="167378" cy="627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7668"/>
              </a:lnTo>
              <a:lnTo>
                <a:pt x="167378" y="62766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731704-BB2B-40E7-9139-65DD8D9AB717}">
      <dsp:nvSpPr>
        <dsp:cNvPr id="0" name=""/>
        <dsp:cNvSpPr/>
      </dsp:nvSpPr>
      <dsp:spPr>
        <a:xfrm>
          <a:off x="2428439" y="1200853"/>
          <a:ext cx="1339025" cy="836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Baron Gottfried Wilhelm von Leibniz</a:t>
          </a:r>
          <a:endParaRPr lang="en-ZA" sz="1000" kern="1200" dirty="0"/>
        </a:p>
      </dsp:txBody>
      <dsp:txXfrm>
        <a:off x="2452951" y="1225365"/>
        <a:ext cx="1290001" cy="787866"/>
      </dsp:txXfrm>
    </dsp:sp>
    <dsp:sp modelId="{A45BB260-F02B-499D-953E-53F7FE8630F9}">
      <dsp:nvSpPr>
        <dsp:cNvPr id="0" name=""/>
        <dsp:cNvSpPr/>
      </dsp:nvSpPr>
      <dsp:spPr>
        <a:xfrm>
          <a:off x="2261061" y="991630"/>
          <a:ext cx="167378" cy="16737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3781"/>
              </a:lnTo>
              <a:lnTo>
                <a:pt x="167378" y="1673781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FEE4E2-06F2-4B4E-8521-174D50105533}">
      <dsp:nvSpPr>
        <dsp:cNvPr id="0" name=""/>
        <dsp:cNvSpPr/>
      </dsp:nvSpPr>
      <dsp:spPr>
        <a:xfrm>
          <a:off x="2428439" y="2246967"/>
          <a:ext cx="1339025" cy="836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Calculator for multiplication</a:t>
          </a:r>
          <a:endParaRPr lang="en-ZA" sz="1000" kern="1200" dirty="0"/>
        </a:p>
      </dsp:txBody>
      <dsp:txXfrm>
        <a:off x="2452951" y="2271479"/>
        <a:ext cx="1290001" cy="787866"/>
      </dsp:txXfrm>
    </dsp:sp>
    <dsp:sp modelId="{39C3A515-020A-463A-9C95-0068746D4C02}">
      <dsp:nvSpPr>
        <dsp:cNvPr id="0" name=""/>
        <dsp:cNvSpPr/>
      </dsp:nvSpPr>
      <dsp:spPr>
        <a:xfrm>
          <a:off x="4185910" y="154740"/>
          <a:ext cx="1673781" cy="8368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535" tIns="59690" rIns="89535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1822</a:t>
          </a:r>
          <a:endParaRPr lang="en-ZA" sz="4700" kern="1200" dirty="0"/>
        </a:p>
      </dsp:txBody>
      <dsp:txXfrm>
        <a:off x="4210422" y="179252"/>
        <a:ext cx="1624757" cy="787866"/>
      </dsp:txXfrm>
    </dsp:sp>
    <dsp:sp modelId="{3A039B21-EBC2-4D14-977B-E3173C9C11FC}">
      <dsp:nvSpPr>
        <dsp:cNvPr id="0" name=""/>
        <dsp:cNvSpPr/>
      </dsp:nvSpPr>
      <dsp:spPr>
        <a:xfrm>
          <a:off x="4353288" y="991630"/>
          <a:ext cx="167378" cy="627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7668"/>
              </a:lnTo>
              <a:lnTo>
                <a:pt x="167378" y="62766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E10FB1-17F7-4A90-8C21-8082ADF5C6A7}">
      <dsp:nvSpPr>
        <dsp:cNvPr id="0" name=""/>
        <dsp:cNvSpPr/>
      </dsp:nvSpPr>
      <dsp:spPr>
        <a:xfrm>
          <a:off x="4520666" y="1200853"/>
          <a:ext cx="1339025" cy="836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Charles Babbage</a:t>
          </a:r>
          <a:br>
            <a:rPr lang="en-US" sz="1300" kern="1200" dirty="0"/>
          </a:br>
          <a:r>
            <a:rPr lang="en-US" sz="800" kern="1200" dirty="0"/>
            <a:t>(father of modern digital computers)</a:t>
          </a:r>
          <a:endParaRPr lang="en-ZA" sz="1300" kern="1200" dirty="0"/>
        </a:p>
      </dsp:txBody>
      <dsp:txXfrm>
        <a:off x="4545178" y="1225365"/>
        <a:ext cx="1290001" cy="787866"/>
      </dsp:txXfrm>
    </dsp:sp>
    <dsp:sp modelId="{F22DD282-0827-46F1-988A-CC4A7A16934B}">
      <dsp:nvSpPr>
        <dsp:cNvPr id="0" name=""/>
        <dsp:cNvSpPr/>
      </dsp:nvSpPr>
      <dsp:spPr>
        <a:xfrm>
          <a:off x="4353288" y="991630"/>
          <a:ext cx="167378" cy="16737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3781"/>
              </a:lnTo>
              <a:lnTo>
                <a:pt x="167378" y="1673781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E80678-0DBA-4A73-BA3C-FE95B02E1C62}">
      <dsp:nvSpPr>
        <dsp:cNvPr id="0" name=""/>
        <dsp:cNvSpPr/>
      </dsp:nvSpPr>
      <dsp:spPr>
        <a:xfrm>
          <a:off x="4520666" y="2246967"/>
          <a:ext cx="1339025" cy="836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Difference Engine</a:t>
          </a:r>
          <a:endParaRPr lang="en-ZA" sz="1000" kern="1200" dirty="0"/>
        </a:p>
      </dsp:txBody>
      <dsp:txXfrm>
        <a:off x="4545178" y="2271479"/>
        <a:ext cx="1290001" cy="787866"/>
      </dsp:txXfrm>
    </dsp:sp>
    <dsp:sp modelId="{9E8CC360-CB32-449D-B78D-6B958D2110E7}">
      <dsp:nvSpPr>
        <dsp:cNvPr id="0" name=""/>
        <dsp:cNvSpPr/>
      </dsp:nvSpPr>
      <dsp:spPr>
        <a:xfrm>
          <a:off x="4353288" y="991630"/>
          <a:ext cx="167378" cy="27198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9895"/>
              </a:lnTo>
              <a:lnTo>
                <a:pt x="167378" y="2719895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331D4F-81B6-4F87-A5AB-607A818B8169}">
      <dsp:nvSpPr>
        <dsp:cNvPr id="0" name=""/>
        <dsp:cNvSpPr/>
      </dsp:nvSpPr>
      <dsp:spPr>
        <a:xfrm>
          <a:off x="4520666" y="3293080"/>
          <a:ext cx="1339025" cy="836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An analytical engine capable of performing arithmetic functions</a:t>
          </a:r>
          <a:endParaRPr lang="en-ZA" sz="1000" kern="1200" dirty="0"/>
        </a:p>
      </dsp:txBody>
      <dsp:txXfrm>
        <a:off x="4545178" y="3317592"/>
        <a:ext cx="1290001" cy="787866"/>
      </dsp:txXfrm>
    </dsp:sp>
    <dsp:sp modelId="{FB19839A-F348-4596-9ECC-DAA27D38128D}">
      <dsp:nvSpPr>
        <dsp:cNvPr id="0" name=""/>
        <dsp:cNvSpPr/>
      </dsp:nvSpPr>
      <dsp:spPr>
        <a:xfrm>
          <a:off x="4353288" y="991630"/>
          <a:ext cx="167378" cy="37660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66008"/>
              </a:lnTo>
              <a:lnTo>
                <a:pt x="167378" y="376600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C6875E-D577-414D-BCA6-78E091E948D7}">
      <dsp:nvSpPr>
        <dsp:cNvPr id="0" name=""/>
        <dsp:cNvSpPr/>
      </dsp:nvSpPr>
      <dsp:spPr>
        <a:xfrm>
          <a:off x="4520666" y="4339194"/>
          <a:ext cx="1339025" cy="836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His efforts established a number of principles that are fundamental to the design of any digital computer</a:t>
          </a:r>
          <a:endParaRPr lang="en-ZA" sz="1000" kern="1200" dirty="0"/>
        </a:p>
      </dsp:txBody>
      <dsp:txXfrm>
        <a:off x="4545178" y="4363706"/>
        <a:ext cx="1290001" cy="787866"/>
      </dsp:txXfrm>
    </dsp:sp>
    <dsp:sp modelId="{28BF33EB-52A8-44FF-B282-754E8D20435E}">
      <dsp:nvSpPr>
        <dsp:cNvPr id="0" name=""/>
        <dsp:cNvSpPr/>
      </dsp:nvSpPr>
      <dsp:spPr>
        <a:xfrm>
          <a:off x="6278137" y="154740"/>
          <a:ext cx="1673781" cy="8368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535" tIns="59690" rIns="89535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1880</a:t>
          </a:r>
          <a:endParaRPr lang="en-ZA" sz="4700" kern="1200" dirty="0"/>
        </a:p>
      </dsp:txBody>
      <dsp:txXfrm>
        <a:off x="6302649" y="179252"/>
        <a:ext cx="1624757" cy="787866"/>
      </dsp:txXfrm>
    </dsp:sp>
    <dsp:sp modelId="{2DBC23D0-86AA-48CC-A0A7-28EC6488130E}">
      <dsp:nvSpPr>
        <dsp:cNvPr id="0" name=""/>
        <dsp:cNvSpPr/>
      </dsp:nvSpPr>
      <dsp:spPr>
        <a:xfrm>
          <a:off x="6445515" y="991630"/>
          <a:ext cx="167378" cy="627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7668"/>
              </a:lnTo>
              <a:lnTo>
                <a:pt x="167378" y="62766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4435B2-AA20-4BD5-B3DB-FEBA02093D06}">
      <dsp:nvSpPr>
        <dsp:cNvPr id="0" name=""/>
        <dsp:cNvSpPr/>
      </dsp:nvSpPr>
      <dsp:spPr>
        <a:xfrm>
          <a:off x="6612893" y="1200853"/>
          <a:ext cx="1339025" cy="836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Herman Hollerith</a:t>
          </a:r>
          <a:endParaRPr lang="en-ZA" sz="1000" kern="1200" dirty="0"/>
        </a:p>
      </dsp:txBody>
      <dsp:txXfrm>
        <a:off x="6637405" y="1225365"/>
        <a:ext cx="1290001" cy="787866"/>
      </dsp:txXfrm>
    </dsp:sp>
    <dsp:sp modelId="{A53369FB-A41D-49BB-928E-004B1078E0E7}">
      <dsp:nvSpPr>
        <dsp:cNvPr id="0" name=""/>
        <dsp:cNvSpPr/>
      </dsp:nvSpPr>
      <dsp:spPr>
        <a:xfrm>
          <a:off x="6445515" y="991630"/>
          <a:ext cx="167378" cy="16737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3781"/>
              </a:lnTo>
              <a:lnTo>
                <a:pt x="167378" y="1673781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B0B564-0B74-4F95-B3CB-0DCAD7181E67}">
      <dsp:nvSpPr>
        <dsp:cNvPr id="0" name=""/>
        <dsp:cNvSpPr/>
      </dsp:nvSpPr>
      <dsp:spPr>
        <a:xfrm>
          <a:off x="6612893" y="2246967"/>
          <a:ext cx="1339025" cy="836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Punch Card</a:t>
          </a:r>
          <a:endParaRPr lang="en-ZA" sz="1000" kern="1200" dirty="0"/>
        </a:p>
      </dsp:txBody>
      <dsp:txXfrm>
        <a:off x="6637405" y="2271479"/>
        <a:ext cx="1290001" cy="787866"/>
      </dsp:txXfrm>
    </dsp:sp>
    <dsp:sp modelId="{D29AFB52-5636-4D08-9522-5126D901C3F8}">
      <dsp:nvSpPr>
        <dsp:cNvPr id="0" name=""/>
        <dsp:cNvSpPr/>
      </dsp:nvSpPr>
      <dsp:spPr>
        <a:xfrm>
          <a:off x="6445515" y="991630"/>
          <a:ext cx="167378" cy="27198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9895"/>
              </a:lnTo>
              <a:lnTo>
                <a:pt x="167378" y="2719895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E48FAC-4B7D-48D4-A1A3-426660297B06}">
      <dsp:nvSpPr>
        <dsp:cNvPr id="0" name=""/>
        <dsp:cNvSpPr/>
      </dsp:nvSpPr>
      <dsp:spPr>
        <a:xfrm>
          <a:off x="6612893" y="3293080"/>
          <a:ext cx="1339025" cy="836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Input media that existed till late 1970s</a:t>
          </a:r>
          <a:endParaRPr lang="en-ZA" sz="1000" kern="1200" dirty="0"/>
        </a:p>
      </dsp:txBody>
      <dsp:txXfrm>
        <a:off x="6637405" y="3317592"/>
        <a:ext cx="1290001" cy="787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11D2D-9264-4816-8BD3-DF967A87615F}" type="datetimeFigureOut">
              <a:rPr lang="en-ZA" smtClean="0"/>
              <a:t>2021/02/05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CC69-57BB-4DB4-9572-5FC0CBB626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9914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WIMP – Windows, Icons, Menus &amp; Pointers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ECC69-57BB-4DB4-9572-5FC0CBB62629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07872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8000" y="761998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0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105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1759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754602"/>
            <a:ext cx="7315200" cy="3799110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539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2021/02/05</a:t>
            </a:fld>
            <a:endParaRPr lang="en-Z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114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2021/02/05</a:t>
            </a:fld>
            <a:endParaRPr lang="en-ZA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561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2021/02/05</a:t>
            </a:fld>
            <a:endParaRPr lang="en-ZA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094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2021/02/05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251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2021/02/05</a:t>
            </a:fld>
            <a:endParaRPr lang="en-Z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9780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2021/02/05</a:t>
            </a:fld>
            <a:endParaRPr lang="en-Z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0135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2021/02/05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127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54C2E-3709-4BF8-B017-9CB0A7DA5E96}" type="datetimeFigureOut">
              <a:rPr lang="en-ZA" smtClean="0"/>
              <a:t>2021/02/05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917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237871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22089" y="758952"/>
            <a:ext cx="7954393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EE54C2E-3709-4BF8-B017-9CB0A7DA5E96}" type="datetimeFigureOut">
              <a:rPr lang="en-ZA" smtClean="0"/>
              <a:t>2021/02/05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89B8C080-D177-47BD-BBF3-2AAA32A19FC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993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hyperlink" Target="https://en.wikipedia.org/wiki/EDVAC" TargetMode="External"/><Relationship Id="rId7" Type="http://schemas.openxmlformats.org/officeDocument/2006/relationships/slide" Target="slide13.xml"/><Relationship Id="rId2" Type="http://schemas.openxmlformats.org/officeDocument/2006/relationships/hyperlink" Target="https://mediatechparenting.net/2015/03/31/eniac-the-first-u-s-computer-and-how-women-made-it-work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IBM_701" TargetMode="External"/><Relationship Id="rId5" Type="http://schemas.openxmlformats.org/officeDocument/2006/relationships/hyperlink" Target="https://en.wikipedia.org/wiki/UNIVAC_I" TargetMode="External"/><Relationship Id="rId4" Type="http://schemas.openxmlformats.org/officeDocument/2006/relationships/hyperlink" Target="https://en.wikipedia.org/wiki/EDSAC" TargetMode="External"/><Relationship Id="rId9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55352-A31E-4A9E-A7F5-5AA3CCE57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7239" y="1579810"/>
            <a:ext cx="9112839" cy="236595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3800" dirty="0">
                <a:latin typeface="+mn-lt"/>
              </a:rPr>
              <a:t>Welcome</a:t>
            </a:r>
            <a:br>
              <a:rPr lang="en-US" sz="4400" dirty="0">
                <a:latin typeface="+mn-lt"/>
              </a:rPr>
            </a:br>
            <a:r>
              <a:rPr lang="en-US" sz="4400" dirty="0">
                <a:latin typeface="+mn-lt"/>
              </a:rPr>
              <a:t>(</a:t>
            </a:r>
            <a:r>
              <a:rPr lang="en-US" sz="4400" dirty="0" err="1">
                <a:latin typeface="+mn-lt"/>
              </a:rPr>
              <a:t>Akwaaba</a:t>
            </a:r>
            <a:r>
              <a:rPr lang="en-US" sz="4400" dirty="0">
                <a:latin typeface="+mn-lt"/>
              </a:rPr>
              <a:t>)</a:t>
            </a:r>
            <a:endParaRPr lang="en-ZA" sz="44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0D1D1-5BB8-4FCA-B02C-A1C9B5EC8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2625" y="4590347"/>
            <a:ext cx="3543300" cy="89605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Congratulations</a:t>
            </a:r>
            <a:endParaRPr lang="en-ZA" sz="3600" dirty="0"/>
          </a:p>
        </p:txBody>
      </p:sp>
      <p:pic>
        <p:nvPicPr>
          <p:cNvPr id="1028" name="Picture 4" descr="26,632 Open Door Illustrations, Royalty-Free Vector Graphics &amp; Clip Art -  iStock">
            <a:extLst>
              <a:ext uri="{FF2B5EF4-FFF2-40B4-BE49-F238E27FC236}">
                <a16:creationId xmlns:a16="http://schemas.microsoft.com/office/drawing/2014/main" id="{98798F2C-0CCF-47FA-AF75-DCE3C8485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00099"/>
            <a:ext cx="2916404" cy="526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578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4E4E4-8527-4A92-A355-E8E8979D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Administrivia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6AF69-1BD8-4922-9B94-AF12866D5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Course Code: INF101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Course Title: INTRODUCTION TO COMPUTING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Credit: 3 hours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Lecturer: Kofi Akotoye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     (pref. Kofi)</a:t>
            </a:r>
          </a:p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Office Hours: Tuesday/09:00 – 11:00</a:t>
            </a:r>
          </a:p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Website: INF101 portal on UCC LMS</a:t>
            </a:r>
          </a:p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Assessments: 2 Quizzes &amp; Exam</a:t>
            </a:r>
          </a:p>
          <a:p>
            <a:pPr marL="1874520" lvl="4" indent="0">
              <a:buNone/>
            </a:pP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Offline/Online ?</a:t>
            </a:r>
          </a:p>
          <a:p>
            <a:pPr marL="1874520" lvl="4" indent="0">
              <a:buNone/>
            </a:pP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Quiz – Fast food</a:t>
            </a:r>
          </a:p>
          <a:p>
            <a:pPr marL="1874520" lvl="4" indent="0">
              <a:buNone/>
            </a:pP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Exam – Full course dinner</a:t>
            </a:r>
          </a:p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Announcements/Updates: Course website</a:t>
            </a:r>
          </a:p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Mobile identity: </a:t>
            </a:r>
          </a:p>
          <a:p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Don't Know Dude">
            <a:extLst>
              <a:ext uri="{FF2B5EF4-FFF2-40B4-BE49-F238E27FC236}">
                <a16:creationId xmlns:a16="http://schemas.microsoft.com/office/drawing/2014/main" id="{B99366F3-CB91-4EAB-BFD0-941AA91B1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851" y="5188136"/>
            <a:ext cx="564297" cy="56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24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3C85-F73A-4D24-AEF4-EF2A454F2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308" y="2485748"/>
            <a:ext cx="7954393" cy="1624614"/>
          </a:xfrm>
        </p:spPr>
        <p:txBody>
          <a:bodyPr>
            <a:normAutofit/>
          </a:bodyPr>
          <a:lstStyle/>
          <a:p>
            <a:r>
              <a:rPr lang="en-US" sz="8800" dirty="0">
                <a:solidFill>
                  <a:schemeClr val="bg1"/>
                </a:solidFill>
              </a:rPr>
              <a:t>INTR</a:t>
            </a:r>
            <a:r>
              <a:rPr lang="en-US" sz="8800" dirty="0">
                <a:solidFill>
                  <a:schemeClr val="accent1"/>
                </a:solidFill>
              </a:rPr>
              <a:t>ODUCTION</a:t>
            </a:r>
            <a:endParaRPr lang="en-ZA" sz="88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9E266-D354-43E1-A966-842A945B6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81122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0A6A0-5EE2-4925-A9D9-8E4AB4A6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Computer?</a:t>
            </a:r>
            <a:endParaRPr lang="en-Z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849E5-BB94-4171-8CEF-0D9C2413D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“An electronic device, operating under the control of </a:t>
            </a:r>
            <a:r>
              <a:rPr lang="en-US" sz="3200" dirty="0">
                <a:solidFill>
                  <a:srgbClr val="0070C0"/>
                </a:solidFill>
              </a:rPr>
              <a:t>instructions</a:t>
            </a:r>
            <a:r>
              <a:rPr lang="en-US" sz="3200" dirty="0"/>
              <a:t> stored in its own </a:t>
            </a:r>
            <a:r>
              <a:rPr lang="en-US" sz="3200" dirty="0">
                <a:solidFill>
                  <a:srgbClr val="0070C0"/>
                </a:solidFill>
              </a:rPr>
              <a:t>memory</a:t>
            </a:r>
            <a:r>
              <a:rPr lang="en-US" sz="3200" dirty="0"/>
              <a:t>, that can accept data (</a:t>
            </a:r>
            <a:r>
              <a:rPr lang="en-US" sz="3200" dirty="0">
                <a:solidFill>
                  <a:srgbClr val="0070C0"/>
                </a:solidFill>
              </a:rPr>
              <a:t>input</a:t>
            </a:r>
            <a:r>
              <a:rPr lang="en-US" sz="3200" dirty="0"/>
              <a:t>), </a:t>
            </a:r>
            <a:r>
              <a:rPr lang="en-US" sz="3200" dirty="0">
                <a:solidFill>
                  <a:srgbClr val="0070C0"/>
                </a:solidFill>
              </a:rPr>
              <a:t>process</a:t>
            </a:r>
            <a:r>
              <a:rPr lang="en-US" sz="3200" dirty="0"/>
              <a:t> the data according to specified </a:t>
            </a:r>
            <a:r>
              <a:rPr lang="en-US" sz="3200" dirty="0">
                <a:solidFill>
                  <a:srgbClr val="0070C0"/>
                </a:solidFill>
              </a:rPr>
              <a:t>rules</a:t>
            </a:r>
            <a:r>
              <a:rPr lang="en-US" sz="3200" dirty="0"/>
              <a:t>, produce information (</a:t>
            </a:r>
            <a:r>
              <a:rPr lang="en-US" sz="3200" dirty="0">
                <a:solidFill>
                  <a:srgbClr val="0070C0"/>
                </a:solidFill>
              </a:rPr>
              <a:t>output</a:t>
            </a:r>
            <a:r>
              <a:rPr lang="en-US" sz="3200" dirty="0"/>
              <a:t>), and </a:t>
            </a:r>
            <a:r>
              <a:rPr lang="en-US" sz="3200" dirty="0">
                <a:solidFill>
                  <a:srgbClr val="0070C0"/>
                </a:solidFill>
              </a:rPr>
              <a:t>store</a:t>
            </a:r>
            <a:r>
              <a:rPr lang="en-US" sz="3200" dirty="0"/>
              <a:t> the information for future use.” </a:t>
            </a:r>
            <a:endParaRPr lang="en-ZA" sz="3200" dirty="0"/>
          </a:p>
        </p:txBody>
      </p:sp>
    </p:spTree>
    <p:extLst>
      <p:ext uri="{BB962C8B-B14F-4D97-AF65-F5344CB8AC3E}">
        <p14:creationId xmlns:p14="http://schemas.microsoft.com/office/powerpoint/2010/main" val="3404717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399B-F474-4416-89D1-CEC39430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Computer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Makeup?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032C6-D320-4FFF-8B57-AEAFD467B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Component (Hardware)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Material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Electrical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Electronic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</a:t>
            </a:r>
            <a:endParaRPr lang="en-ZA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</a:p>
          <a:p>
            <a:pPr lvl="1"/>
            <a:r>
              <a:rPr lang="en-ZA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(Receive)</a:t>
            </a:r>
          </a:p>
          <a:p>
            <a:pPr lvl="1"/>
            <a:r>
              <a:rPr lang="en-ZA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(Manipulate/Evaluate)</a:t>
            </a:r>
          </a:p>
          <a:p>
            <a:pPr lvl="1"/>
            <a:r>
              <a:rPr lang="en-ZA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(Produce/Supply)</a:t>
            </a:r>
          </a:p>
          <a:p>
            <a:pPr lvl="1"/>
            <a:r>
              <a:rPr lang="en-ZA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 (Retain)</a:t>
            </a:r>
          </a:p>
          <a:p>
            <a:pPr lvl="1"/>
            <a:r>
              <a:rPr lang="en-ZA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Communicate (Transfer)</a:t>
            </a:r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909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4B9A0-AB88-4A09-8B41-14EE307E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984D1-71BE-4D06-ABCA-C474FC046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Instructions/Commands (Software/Program/Apps)</a:t>
            </a:r>
          </a:p>
          <a:p>
            <a:r>
              <a:rPr lang="en-US" dirty="0"/>
              <a:t>Data (Raw/Unprocessed)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Text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Number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Image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Sound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Video</a:t>
            </a:r>
          </a:p>
          <a:p>
            <a:r>
              <a:rPr lang="en-US" dirty="0"/>
              <a:t>Information (Processed/Facts/Result)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Text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Number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Image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Sound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Video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Packet</a:t>
            </a:r>
            <a:endParaRPr lang="en-Z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573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2B62-3B55-42C2-8A18-C2527484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command the Computer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51BE6-A262-4CB3-B67B-CEEEBA882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Command Line Interface (CLI)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driven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Graphical User Interface (GUI) (or WIMP)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 driven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Touchscreen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Voice interface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Programming language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Generation – Machine language (1GL)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bits (0/1)</a:t>
            </a:r>
          </a:p>
          <a:p>
            <a:pPr lvl="1"/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ZA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Generation – Assembly language (2GL)</a:t>
            </a:r>
          </a:p>
          <a:p>
            <a:pPr lvl="2"/>
            <a:r>
              <a:rPr lang="en-ZA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mnemonics (mov, add, </a:t>
            </a:r>
            <a:r>
              <a:rPr lang="en-ZA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</a:t>
            </a:r>
            <a:r>
              <a:rPr lang="en-ZA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etc)</a:t>
            </a:r>
          </a:p>
          <a:p>
            <a:pPr lvl="1"/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ZA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Generation – High level language (3GL)</a:t>
            </a:r>
          </a:p>
          <a:p>
            <a:pPr lvl="2"/>
            <a:r>
              <a:rPr lang="en-ZA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 language (let, if, break, import, return, etc)</a:t>
            </a:r>
          </a:p>
          <a:p>
            <a:pPr lvl="2"/>
            <a:r>
              <a:rPr lang="en-ZA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Programmer friendly</a:t>
            </a:r>
          </a:p>
          <a:p>
            <a:pPr lvl="2"/>
            <a:r>
              <a:rPr lang="en-ZA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Independent</a:t>
            </a:r>
          </a:p>
          <a:p>
            <a:pPr lvl="2"/>
            <a:r>
              <a:rPr lang="en-ZA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Ex: C, C++, C#, Java, BASIC, Pascal, Fortran, ALGOL, COBOL</a:t>
            </a:r>
          </a:p>
          <a:p>
            <a:pPr marL="502920" lvl="1" indent="0">
              <a:buNone/>
            </a:pP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238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EDAF-7CFF-4551-BAA1-CA6591B4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command the Computer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10376-EAEE-42E5-9720-E1E25C542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369" y="1189464"/>
            <a:ext cx="8211113" cy="49004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ZA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ZA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Generation – Very high-level language (4GL)</a:t>
            </a:r>
          </a:p>
          <a:p>
            <a:pPr lvl="1"/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specialized toward very specific 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programming domains.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 for database management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generation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mathematical optimization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 development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development.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Ex: SQL, Unix Shell, Oracle Reports, R</a:t>
            </a:r>
          </a:p>
          <a:p>
            <a:pPr lvl="1"/>
            <a:endParaRPr lang="en-US" sz="1600" dirty="0">
              <a:solidFill>
                <a:srgbClr val="0B008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5th Generation (5GL)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Instructions are designed as constraints (conditions) rather than algorithms (steps)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known as logic-based languages or declarative languages.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Ex: </a:t>
            </a:r>
            <a:r>
              <a:rPr lang="en-ZA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OPS5, Mercury</a:t>
            </a:r>
          </a:p>
          <a:p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Z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4042F-E0CA-4BE8-9D02-CCFBD535367F}"/>
              </a:ext>
            </a:extLst>
          </p:cNvPr>
          <p:cNvSpPr txBox="1"/>
          <p:nvPr/>
        </p:nvSpPr>
        <p:spPr>
          <a:xfrm>
            <a:off x="3365369" y="820132"/>
            <a:ext cx="8211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Programming lang. contd.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920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BB6C3-C18E-43FB-91DA-B883ECDB1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Computers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A3589-FE6D-4565-9E8F-A6838CDFD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Automatic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Mostly require no human involvement during processing of task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Guarantee fast processing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Microseconds (10-6)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Nanoseconds (10-9)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Picoseconds (10-12)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Accurate</a:t>
            </a:r>
          </a:p>
          <a:p>
            <a:pPr lvl="1"/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Consistently high</a:t>
            </a:r>
          </a:p>
          <a:p>
            <a:pPr lvl="1"/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dependent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Garbage In Garbage Out (GIGO)</a:t>
            </a:r>
          </a:p>
          <a:p>
            <a:pPr lvl="2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 input</a:t>
            </a:r>
          </a:p>
          <a:p>
            <a:pPr lvl="2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 programming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Diligent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Guarantee continuity of work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Heat, dust, hacking</a:t>
            </a:r>
          </a:p>
          <a:p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82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89A8-C415-4D2A-A4C7-016EC1C2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Computers (</a:t>
            </a:r>
            <a:r>
              <a:rPr lang="en-US" dirty="0" err="1"/>
              <a:t>contd</a:t>
            </a:r>
            <a:r>
              <a:rPr lang="en-US" dirty="0"/>
              <a:t>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DBC61-D061-4BA0-96BF-C0A2F03E7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Versatile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Capable of performing potentially any task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can be reduced to a finite series of logical steps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Capable of keeping large volume of data/information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Capable of performing efficient house keeping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Dumb and Zombie!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excellent at carrying out instructions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Inanimate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please treat them with respect 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33218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2CFF-1B69-4AE8-8ABD-CC278DAB1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History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34668-B8BD-4918-9DAB-A287F5DC1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Generation  -&gt; Categorized according to Hardware and Software</a:t>
            </a:r>
          </a:p>
          <a:p>
            <a:r>
              <a:rPr lang="en-US" dirty="0"/>
              <a:t>First (1940 – 1956)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Processor: vacuum tube</a:t>
            </a:r>
          </a:p>
          <a:p>
            <a:r>
              <a:rPr lang="en-US" dirty="0"/>
              <a:t>Second (1956 – 1963)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Processor: transistor</a:t>
            </a:r>
          </a:p>
          <a:p>
            <a:r>
              <a:rPr lang="en-US" dirty="0"/>
              <a:t>Third (1964 – 1971)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Processor: integrated circuit (IC)</a:t>
            </a:r>
          </a:p>
          <a:p>
            <a:r>
              <a:rPr lang="en-US" dirty="0"/>
              <a:t>Fourth (1971 – 1980)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Processor: VLSI microprocessor</a:t>
            </a:r>
          </a:p>
          <a:p>
            <a:r>
              <a:rPr lang="en-US" dirty="0"/>
              <a:t>Fifth (&gt; 1980)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Processor: ULSI microprocessor</a:t>
            </a:r>
            <a:endParaRPr lang="en-ZA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17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5088-DE90-4528-8516-11B334492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little back in time</a:t>
            </a:r>
            <a:endParaRPr lang="en-ZA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8B21FB-9F1D-45A8-B552-B5AAEEF284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996725"/>
              </p:ext>
            </p:extLst>
          </p:nvPr>
        </p:nvGraphicFramePr>
        <p:xfrm>
          <a:off x="3622675" y="758825"/>
          <a:ext cx="7953375" cy="5330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107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9DBE-5631-4464-9467-F0960A44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First Generation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(1940 – 1956)</a:t>
            </a:r>
            <a:endParaRPr lang="en-ZA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8D5C7D1-908B-4477-A1AF-F8073B21A7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8688253"/>
              </p:ext>
            </p:extLst>
          </p:nvPr>
        </p:nvGraphicFramePr>
        <p:xfrm>
          <a:off x="3622675" y="758825"/>
          <a:ext cx="795337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040">
                  <a:extLst>
                    <a:ext uri="{9D8B030D-6E8A-4147-A177-3AD203B41FA5}">
                      <a16:colId xmlns:a16="http://schemas.microsoft.com/office/drawing/2014/main" val="959631772"/>
                    </a:ext>
                  </a:extLst>
                </a:gridCol>
                <a:gridCol w="1648918">
                  <a:extLst>
                    <a:ext uri="{9D8B030D-6E8A-4147-A177-3AD203B41FA5}">
                      <a16:colId xmlns:a16="http://schemas.microsoft.com/office/drawing/2014/main" val="4082532905"/>
                    </a:ext>
                  </a:extLst>
                </a:gridCol>
                <a:gridCol w="1573967">
                  <a:extLst>
                    <a:ext uri="{9D8B030D-6E8A-4147-A177-3AD203B41FA5}">
                      <a16:colId xmlns:a16="http://schemas.microsoft.com/office/drawing/2014/main" val="1920799197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1407006944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504334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Generation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Hardware Technologies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Software Technologies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Characteristics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Examples of Systems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966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Vacuum tubes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Electromagnetic relay memory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Punched cards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Machine &amp; Assembly languages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Stored program concept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Mostly scientific applications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Bulky size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Highly unreliable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commercial use and costly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Difficult to use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2"/>
                        </a:rPr>
                        <a:t>ENIAC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EDVAC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4"/>
                        </a:rPr>
                        <a:t>EDSAC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5"/>
                        </a:rPr>
                        <a:t>UNIVAC 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6"/>
                        </a:rPr>
                        <a:t>IBM 701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664278"/>
                  </a:ext>
                </a:extLst>
              </a:tr>
            </a:tbl>
          </a:graphicData>
        </a:graphic>
      </p:graphicFrame>
      <p:pic>
        <p:nvPicPr>
          <p:cNvPr id="5" name="Picture 4" descr="A picture containing text, electronics, tube&#10;&#10;Description automatically generated">
            <a:hlinkClick r:id="rId7" action="ppaction://hlinksldjump" tooltip="Vacuum Tube"/>
            <a:extLst>
              <a:ext uri="{FF2B5EF4-FFF2-40B4-BE49-F238E27FC236}">
                <a16:creationId xmlns:a16="http://schemas.microsoft.com/office/drawing/2014/main" id="{26D7A5F7-772D-49D0-8CF8-38FA953C99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675" y="3036168"/>
            <a:ext cx="1995700" cy="2280550"/>
          </a:xfrm>
          <a:prstGeom prst="rect">
            <a:avLst/>
          </a:prstGeom>
        </p:spPr>
      </p:pic>
      <p:pic>
        <p:nvPicPr>
          <p:cNvPr id="7" name="Picture 6" descr="A picture containing table&#10;&#10;Description automatically generated">
            <a:extLst>
              <a:ext uri="{FF2B5EF4-FFF2-40B4-BE49-F238E27FC236}">
                <a16:creationId xmlns:a16="http://schemas.microsoft.com/office/drawing/2014/main" id="{6844B62B-C97B-4AC8-9780-39678D2D6C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720" y="2981605"/>
            <a:ext cx="4803301" cy="254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98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8615F-23F0-430E-BCBB-627BA9987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Trailblazers</a:t>
            </a:r>
            <a:endParaRPr lang="en-ZA" dirty="0"/>
          </a:p>
        </p:txBody>
      </p:sp>
      <p:pic>
        <p:nvPicPr>
          <p:cNvPr id="5" name="Picture 4" descr="A picture containing text, floor, indoor, building&#10;&#10;Description automatically generated">
            <a:hlinkClick r:id="rId2" action="ppaction://hlinksldjump" tooltip="International Business Machines (IBM 701)"/>
            <a:extLst>
              <a:ext uri="{FF2B5EF4-FFF2-40B4-BE49-F238E27FC236}">
                <a16:creationId xmlns:a16="http://schemas.microsoft.com/office/drawing/2014/main" id="{0B955ADE-D7DB-4B15-8347-3CD777B24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452" y="198577"/>
            <a:ext cx="4060068" cy="2030034"/>
          </a:xfrm>
          <a:prstGeom prst="rect">
            <a:avLst/>
          </a:prstGeom>
        </p:spPr>
      </p:pic>
      <p:pic>
        <p:nvPicPr>
          <p:cNvPr id="6" name="Picture 5" descr="Diagram&#10;&#10;Description automatically generated">
            <a:hlinkClick r:id="rId2" action="ppaction://hlinksldjump" tooltip="Universal Automatic Computer (UNIVAC I)"/>
            <a:extLst>
              <a:ext uri="{FF2B5EF4-FFF2-40B4-BE49-F238E27FC236}">
                <a16:creationId xmlns:a16="http://schemas.microsoft.com/office/drawing/2014/main" id="{23F0C946-F5D8-44F3-A1A9-03425A3249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839" y="3273005"/>
            <a:ext cx="4876800" cy="3315892"/>
          </a:xfrm>
          <a:prstGeom prst="rect">
            <a:avLst/>
          </a:prstGeom>
        </p:spPr>
      </p:pic>
      <p:pic>
        <p:nvPicPr>
          <p:cNvPr id="7" name="Picture 6" descr="A picture containing text, building, indoor&#10;&#10;Description automatically generated">
            <a:hlinkClick r:id="rId2" action="ppaction://hlinksldjump" tooltip="Electronic Discrete Variable Automatic Computer (EDVAC)"/>
            <a:extLst>
              <a:ext uri="{FF2B5EF4-FFF2-40B4-BE49-F238E27FC236}">
                <a16:creationId xmlns:a16="http://schemas.microsoft.com/office/drawing/2014/main" id="{DEF052EB-C9F7-4827-A3D2-8DE404BD7C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27" y="2341734"/>
            <a:ext cx="3202827" cy="2311400"/>
          </a:xfrm>
          <a:prstGeom prst="rect">
            <a:avLst/>
          </a:prstGeom>
        </p:spPr>
      </p:pic>
      <p:pic>
        <p:nvPicPr>
          <p:cNvPr id="8" name="Picture 7" descr="A picture containing text, indoor, computer&#10;&#10;Description automatically generated">
            <a:hlinkClick r:id="rId2" action="ppaction://hlinksldjump" tooltip="Electronic Delay Storage Automatic Calculator (EDSAC)"/>
            <a:extLst>
              <a:ext uri="{FF2B5EF4-FFF2-40B4-BE49-F238E27FC236}">
                <a16:creationId xmlns:a16="http://schemas.microsoft.com/office/drawing/2014/main" id="{879BCEE7-F514-4688-BDF4-F34BECC5AE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431" y="4730526"/>
            <a:ext cx="3269089" cy="1858371"/>
          </a:xfrm>
          <a:prstGeom prst="rect">
            <a:avLst/>
          </a:prstGeom>
        </p:spPr>
      </p:pic>
      <p:pic>
        <p:nvPicPr>
          <p:cNvPr id="10" name="Picture 9" descr="A picture containing text, indoor&#10;&#10;Description automatically generated">
            <a:hlinkClick r:id="rId2" action="ppaction://hlinksldjump" tooltip="Electronic Numerical Integrator And Computer (ENIAC)"/>
            <a:extLst>
              <a:ext uri="{FF2B5EF4-FFF2-40B4-BE49-F238E27FC236}">
                <a16:creationId xmlns:a16="http://schemas.microsoft.com/office/drawing/2014/main" id="{B337A192-F2C1-4249-9B32-877A60F7C4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587" y="198576"/>
            <a:ext cx="4060067" cy="295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261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5E3C-1C0F-493A-8A5E-720F3AB3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Second Generation</a:t>
            </a:r>
            <a:br>
              <a:rPr lang="en-US" sz="2800" dirty="0"/>
            </a:br>
            <a:r>
              <a:rPr lang="en-US" sz="2800" dirty="0"/>
              <a:t>(1956 – 1963)</a:t>
            </a:r>
            <a:endParaRPr lang="en-ZA" sz="28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892959-E2CC-4370-BE81-D1BC9AE171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812878"/>
              </p:ext>
            </p:extLst>
          </p:nvPr>
        </p:nvGraphicFramePr>
        <p:xfrm>
          <a:off x="3622675" y="758825"/>
          <a:ext cx="79533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040">
                  <a:extLst>
                    <a:ext uri="{9D8B030D-6E8A-4147-A177-3AD203B41FA5}">
                      <a16:colId xmlns:a16="http://schemas.microsoft.com/office/drawing/2014/main" val="959631772"/>
                    </a:ext>
                  </a:extLst>
                </a:gridCol>
                <a:gridCol w="1648918">
                  <a:extLst>
                    <a:ext uri="{9D8B030D-6E8A-4147-A177-3AD203B41FA5}">
                      <a16:colId xmlns:a16="http://schemas.microsoft.com/office/drawing/2014/main" val="4082532905"/>
                    </a:ext>
                  </a:extLst>
                </a:gridCol>
                <a:gridCol w="1573967">
                  <a:extLst>
                    <a:ext uri="{9D8B030D-6E8A-4147-A177-3AD203B41FA5}">
                      <a16:colId xmlns:a16="http://schemas.microsoft.com/office/drawing/2014/main" val="1920799197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1407006944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504334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Generation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Hardware Technologies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Software Technologies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Characteristics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Examples of Systems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966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Transistors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Magnetic cores memory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Magnetic tapes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Disks for secondary storage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Batch operating system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High-level programming languages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Scientific and commercial applications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Faster, relatively smaller, more reliable and easier to program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Costly and commercially unattractive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UNIVAC II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IBM 7030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CDC 1604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Honeywell 400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664278"/>
                  </a:ext>
                </a:extLst>
              </a:tr>
            </a:tbl>
          </a:graphicData>
        </a:graphic>
      </p:graphicFrame>
      <p:pic>
        <p:nvPicPr>
          <p:cNvPr id="5" name="Picture 4" descr="A picture containing text, metalware&#10;&#10;Description automatically generated">
            <a:hlinkClick r:id="rId2" action="ppaction://hlinksldjump" tooltip="Transistors"/>
            <a:extLst>
              <a:ext uri="{FF2B5EF4-FFF2-40B4-BE49-F238E27FC236}">
                <a16:creationId xmlns:a16="http://schemas.microsoft.com/office/drawing/2014/main" id="{5E357C00-B3D2-4E17-846B-519B3E22F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675" y="3105149"/>
            <a:ext cx="1847850" cy="2994025"/>
          </a:xfrm>
          <a:prstGeom prst="rect">
            <a:avLst/>
          </a:prstGeom>
        </p:spPr>
      </p:pic>
      <p:pic>
        <p:nvPicPr>
          <p:cNvPr id="7" name="Picture 6" descr="A picture containing graphical user interface&#10;&#10;Description automatically generated">
            <a:hlinkClick r:id="rId2" action="ppaction://hlinksldjump" tooltip="Magnetic Tapes"/>
            <a:extLst>
              <a:ext uri="{FF2B5EF4-FFF2-40B4-BE49-F238E27FC236}">
                <a16:creationId xmlns:a16="http://schemas.microsoft.com/office/drawing/2014/main" id="{934E4B16-0C83-4E7A-BCDB-09BB4B35C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664" y="3105148"/>
            <a:ext cx="5747789" cy="299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25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0283-C430-49ED-B276-11267E83E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Third Generation</a:t>
            </a:r>
            <a:br>
              <a:rPr lang="en-US" sz="3200" dirty="0"/>
            </a:br>
            <a:r>
              <a:rPr lang="en-US" sz="3200" dirty="0"/>
              <a:t>(1964 – 1971)</a:t>
            </a:r>
            <a:endParaRPr lang="en-ZA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D8FCF05-E9AF-43B3-BF5E-D9423AECCF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482952"/>
              </p:ext>
            </p:extLst>
          </p:nvPr>
        </p:nvGraphicFramePr>
        <p:xfrm>
          <a:off x="3622675" y="758825"/>
          <a:ext cx="795337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040">
                  <a:extLst>
                    <a:ext uri="{9D8B030D-6E8A-4147-A177-3AD203B41FA5}">
                      <a16:colId xmlns:a16="http://schemas.microsoft.com/office/drawing/2014/main" val="959631772"/>
                    </a:ext>
                  </a:extLst>
                </a:gridCol>
                <a:gridCol w="1648918">
                  <a:extLst>
                    <a:ext uri="{9D8B030D-6E8A-4147-A177-3AD203B41FA5}">
                      <a16:colId xmlns:a16="http://schemas.microsoft.com/office/drawing/2014/main" val="4082532905"/>
                    </a:ext>
                  </a:extLst>
                </a:gridCol>
                <a:gridCol w="1573967">
                  <a:extLst>
                    <a:ext uri="{9D8B030D-6E8A-4147-A177-3AD203B41FA5}">
                      <a16:colId xmlns:a16="http://schemas.microsoft.com/office/drawing/2014/main" val="1920799197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1407006944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504334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Generation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Hardware Technologies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Software Technologies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Characteristics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Examples of Systems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966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ICs with SSI and MSI technologies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Larger magnetic core memory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Larger capacity disk and magnetic tape secondary storage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Minicomputers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Timesharing operating system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Standardization of high-level programming languages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Unbundling of software from hardware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Faster, smaller, more reliable, easier and cheaper to produce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Commercially, easier to use and easier to upgrade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Scientific, commercial and interactive online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IBM 360/370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PDP-8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PDP-11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CDC 6600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664278"/>
                  </a:ext>
                </a:extLst>
              </a:tr>
            </a:tbl>
          </a:graphicData>
        </a:graphic>
      </p:graphicFrame>
      <p:pic>
        <p:nvPicPr>
          <p:cNvPr id="5" name="Picture 4" descr="A picture containing electronics, circuit&#10;&#10;Description automatically generated">
            <a:hlinkClick r:id="rId2" action="ppaction://hlinksldjump" tooltip="Integrated Circuit (IC)"/>
            <a:extLst>
              <a:ext uri="{FF2B5EF4-FFF2-40B4-BE49-F238E27FC236}">
                <a16:creationId xmlns:a16="http://schemas.microsoft.com/office/drawing/2014/main" id="{CE9F7EA5-1A95-4179-8892-BB028C43F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675" y="3581895"/>
            <a:ext cx="2743200" cy="2743200"/>
          </a:xfrm>
          <a:prstGeom prst="rect">
            <a:avLst/>
          </a:prstGeom>
        </p:spPr>
      </p:pic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D4A51AB-435E-44A2-BCA8-6CE669F571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309" y="3808331"/>
            <a:ext cx="5113648" cy="265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7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7884-A940-4DCB-9B36-DD2CA25E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Fourth Generation</a:t>
            </a:r>
            <a:br>
              <a:rPr lang="en-US" sz="2800" dirty="0"/>
            </a:br>
            <a:r>
              <a:rPr lang="en-US" sz="2800" dirty="0"/>
              <a:t>(1971 – 1980)</a:t>
            </a:r>
            <a:endParaRPr lang="en-ZA" sz="28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D4467C5-4CB1-405F-9241-B1E0E8902E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055194"/>
              </p:ext>
            </p:extLst>
          </p:nvPr>
        </p:nvGraphicFramePr>
        <p:xfrm>
          <a:off x="3622675" y="758825"/>
          <a:ext cx="795337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040">
                  <a:extLst>
                    <a:ext uri="{9D8B030D-6E8A-4147-A177-3AD203B41FA5}">
                      <a16:colId xmlns:a16="http://schemas.microsoft.com/office/drawing/2014/main" val="959631772"/>
                    </a:ext>
                  </a:extLst>
                </a:gridCol>
                <a:gridCol w="1648918">
                  <a:extLst>
                    <a:ext uri="{9D8B030D-6E8A-4147-A177-3AD203B41FA5}">
                      <a16:colId xmlns:a16="http://schemas.microsoft.com/office/drawing/2014/main" val="4082532905"/>
                    </a:ext>
                  </a:extLst>
                </a:gridCol>
                <a:gridCol w="1573967">
                  <a:extLst>
                    <a:ext uri="{9D8B030D-6E8A-4147-A177-3AD203B41FA5}">
                      <a16:colId xmlns:a16="http://schemas.microsoft.com/office/drawing/2014/main" val="1920799197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1407006944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504334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Generation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Hardware Technologies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Software Technologies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Characteristics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Examples of Systems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966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Fourth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ICs with VLSI technology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Microprocessor, semiconductor memory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 capacity hard disks as in-built secondary storage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Magnetic tapes and floppy disks as portable storage media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Supercomputers based on parallel vector processing and symmetric multiprocessing technologies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Spread of highspeed computer networks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 systems for PCs with GUI and multiple windows on a single terminal session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Multiprocessing OS with concurrent programming languages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UNIX OS with C programming language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Object-oriented design and programming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PC, network-based and supercomputer applications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Small, affordable, reliable and easy to use PCs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More powerful and reliable mainframe systems and supercomputers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Totally general-purpose machines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Easier to produce commercially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Easier to upgrade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Rapid software development possible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IBM PC and clones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Apple II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TRS-80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VAX-9000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CRAY-1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CRAY-2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CRAY-X/MP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6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224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31B87-E25E-4A05-BBDF-3375E7C7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Fifth Generation</a:t>
            </a:r>
            <a:br>
              <a:rPr lang="en-US" sz="3200" dirty="0"/>
            </a:br>
            <a:r>
              <a:rPr lang="en-US" sz="3200" dirty="0"/>
              <a:t>(&gt; 1980)</a:t>
            </a:r>
            <a:endParaRPr lang="en-ZA" sz="32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A89FB90-59CB-4AB6-9E8D-ACC194B6AE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2259543"/>
              </p:ext>
            </p:extLst>
          </p:nvPr>
        </p:nvGraphicFramePr>
        <p:xfrm>
          <a:off x="3622675" y="758825"/>
          <a:ext cx="795337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040">
                  <a:extLst>
                    <a:ext uri="{9D8B030D-6E8A-4147-A177-3AD203B41FA5}">
                      <a16:colId xmlns:a16="http://schemas.microsoft.com/office/drawing/2014/main" val="959631772"/>
                    </a:ext>
                  </a:extLst>
                </a:gridCol>
                <a:gridCol w="1648918">
                  <a:extLst>
                    <a:ext uri="{9D8B030D-6E8A-4147-A177-3AD203B41FA5}">
                      <a16:colId xmlns:a16="http://schemas.microsoft.com/office/drawing/2014/main" val="4082532905"/>
                    </a:ext>
                  </a:extLst>
                </a:gridCol>
                <a:gridCol w="1573967">
                  <a:extLst>
                    <a:ext uri="{9D8B030D-6E8A-4147-A177-3AD203B41FA5}">
                      <a16:colId xmlns:a16="http://schemas.microsoft.com/office/drawing/2014/main" val="1920799197"/>
                    </a:ext>
                  </a:extLst>
                </a:gridCol>
                <a:gridCol w="1755775">
                  <a:extLst>
                    <a:ext uri="{9D8B030D-6E8A-4147-A177-3AD203B41FA5}">
                      <a16:colId xmlns:a16="http://schemas.microsoft.com/office/drawing/2014/main" val="1407006944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504334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Generation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Hardware Technologies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Software Technologies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Characteristics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Examples of Systems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966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Fifth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ICs with ULSI technology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Larger capacity main memory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 disks with RAID 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Optical disks as portable read-only storage media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Notebooks, powerful desktop PCs and workstations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 servers and supercomputers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Internet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 computing</a:t>
                      </a: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Micro-kernel based, multithreading, distributed 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Parallel programming libraries like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MPI &amp; PVM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World Wide Web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Multimedia, internet applications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A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More complex supercomputing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Portable computers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Powerful, cheaper, reliable and easier to use desktop machines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Powerful supercomputers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uptime due to hot-pluggable components (PnP)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Totally general-purpose 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machines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Easier to produce commercially, easier to upgrade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Rapid software development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IBM notebooks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IBM SP/2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 Workstations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SGI Origin 2000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 10000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ZA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6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949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1A1CD-D5E9-4120-AB4B-C533CB56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Triviamania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149AF-DD58-46F6-96E0-C99E51FA3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Computer Engineering</a:t>
            </a:r>
          </a:p>
          <a:p>
            <a:pPr lvl="1"/>
            <a:r>
              <a:rPr lang="en-US" dirty="0"/>
              <a:t>Design and develop computers (component &amp; function)</a:t>
            </a:r>
          </a:p>
          <a:p>
            <a:pPr lvl="1"/>
            <a:r>
              <a:rPr lang="en-US" dirty="0"/>
              <a:t>Systems designer, network designer</a:t>
            </a:r>
          </a:p>
          <a:p>
            <a:r>
              <a:rPr lang="en-US" dirty="0"/>
              <a:t>Computer Science</a:t>
            </a:r>
          </a:p>
          <a:p>
            <a:pPr lvl="1"/>
            <a:r>
              <a:rPr lang="en-US" dirty="0"/>
              <a:t>Define and formulate tractable computing solution</a:t>
            </a:r>
          </a:p>
          <a:p>
            <a:pPr lvl="1"/>
            <a:r>
              <a:rPr lang="en-US" dirty="0"/>
              <a:t>Design and implement algorithms</a:t>
            </a:r>
          </a:p>
          <a:p>
            <a:pPr lvl="1"/>
            <a:r>
              <a:rPr lang="en-US" dirty="0"/>
              <a:t>System engineer, network engineer, software engineer</a:t>
            </a:r>
          </a:p>
          <a:p>
            <a:r>
              <a:rPr lang="en-US" dirty="0"/>
              <a:t>Information Technology</a:t>
            </a:r>
          </a:p>
          <a:p>
            <a:pPr lvl="1"/>
            <a:r>
              <a:rPr lang="en-US" dirty="0"/>
              <a:t>Integrates computers and algorithms into cutting edge solutions</a:t>
            </a:r>
          </a:p>
          <a:p>
            <a:pPr lvl="1"/>
            <a:r>
              <a:rPr lang="en-US" dirty="0"/>
              <a:t>System administrator, network administrator, database administrator, system analyst</a:t>
            </a:r>
          </a:p>
          <a:p>
            <a:r>
              <a:rPr lang="en-US" dirty="0"/>
              <a:t>Informatics </a:t>
            </a:r>
          </a:p>
          <a:p>
            <a:pPr lvl="1"/>
            <a:r>
              <a:rPr lang="en-US" dirty="0"/>
              <a:t>Information transformation</a:t>
            </a:r>
          </a:p>
          <a:p>
            <a:pPr lvl="1"/>
            <a:r>
              <a:rPr lang="en-US" dirty="0"/>
              <a:t>Data storage and retrieval</a:t>
            </a:r>
          </a:p>
          <a:p>
            <a:pPr lvl="1"/>
            <a:r>
              <a:rPr lang="en-US" dirty="0"/>
              <a:t>Library science</a:t>
            </a:r>
          </a:p>
          <a:p>
            <a:r>
              <a:rPr lang="en-US" dirty="0"/>
              <a:t>Information Systems</a:t>
            </a:r>
          </a:p>
          <a:p>
            <a:pPr lvl="1"/>
            <a:r>
              <a:rPr lang="en-ZA" dirty="0"/>
              <a:t>Study task, people and computers to deliver organisational goals</a:t>
            </a:r>
          </a:p>
        </p:txBody>
      </p:sp>
    </p:spTree>
    <p:extLst>
      <p:ext uri="{BB962C8B-B14F-4D97-AF65-F5344CB8AC3E}">
        <p14:creationId xmlns:p14="http://schemas.microsoft.com/office/powerpoint/2010/main" val="1101300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3CB9D-5952-4479-B8A0-8DEC0C807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Acknowledgement</a:t>
            </a:r>
            <a:endParaRPr lang="en-ZA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80582-BA92-4386-A225-69852DDC5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Door – </a:t>
            </a:r>
            <a:r>
              <a:rPr lang="en-US" dirty="0" err="1"/>
              <a:t>istockphoto</a:t>
            </a:r>
            <a:endParaRPr lang="en-US" dirty="0"/>
          </a:p>
          <a:p>
            <a:r>
              <a:rPr lang="en-US" dirty="0"/>
              <a:t>Office 365 online gallery</a:t>
            </a:r>
          </a:p>
          <a:p>
            <a:r>
              <a:rPr lang="en-US" dirty="0"/>
              <a:t>Wikipedia </a:t>
            </a:r>
          </a:p>
          <a:p>
            <a:r>
              <a:rPr lang="en-US" dirty="0"/>
              <a:t>Computer Hope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4092266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_Slide.potx" id="{DECF55D9-F723-4FDC-AC67-9A2BFE5DBE7F}" vid="{C48E19B4-B144-4484-921E-82DA5FD2AD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10608</TotalTime>
  <Words>1217</Words>
  <Application>Microsoft Office PowerPoint</Application>
  <PresentationFormat>Widescreen</PresentationFormat>
  <Paragraphs>289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Corbel</vt:lpstr>
      <vt:lpstr>Wingdings 2</vt:lpstr>
      <vt:lpstr>Frame</vt:lpstr>
      <vt:lpstr>Welcome (Akwaaba)</vt:lpstr>
      <vt:lpstr>Administrivia</vt:lpstr>
      <vt:lpstr>INTRODUCTION</vt:lpstr>
      <vt:lpstr>Computer?</vt:lpstr>
      <vt:lpstr>Computer Makeup?</vt:lpstr>
      <vt:lpstr>Computer</vt:lpstr>
      <vt:lpstr>How to command the Computer</vt:lpstr>
      <vt:lpstr>How to command the Computer</vt:lpstr>
      <vt:lpstr>Characteristics of Computers</vt:lpstr>
      <vt:lpstr>Characteristics of Computers (contd)</vt:lpstr>
      <vt:lpstr>Computer History</vt:lpstr>
      <vt:lpstr>A little back in time</vt:lpstr>
      <vt:lpstr>First Generation (1940 – 1956)</vt:lpstr>
      <vt:lpstr>Digital Trailblazers</vt:lpstr>
      <vt:lpstr>Second Generation (1956 – 1963)</vt:lpstr>
      <vt:lpstr>Third Generation (1964 – 1971)</vt:lpstr>
      <vt:lpstr>Fourth Generation (1971 – 1980)</vt:lpstr>
      <vt:lpstr>Fifth Generation (&gt; 1980)</vt:lpstr>
      <vt:lpstr>Triviamania</vt:lpstr>
      <vt:lpstr>Acknowledgement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Kofi Akotoye, Mr</dc:creator>
  <cp:lastModifiedBy>Kofi Akotoye, Mr</cp:lastModifiedBy>
  <cp:revision>115</cp:revision>
  <dcterms:created xsi:type="dcterms:W3CDTF">2021-01-21T13:43:22Z</dcterms:created>
  <dcterms:modified xsi:type="dcterms:W3CDTF">2021-02-08T08:03:41Z</dcterms:modified>
</cp:coreProperties>
</file>