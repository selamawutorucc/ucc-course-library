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9"/>
  </p:notesMasterIdLst>
  <p:sldIdLst>
    <p:sldId id="385" r:id="rId2"/>
    <p:sldId id="294" r:id="rId3"/>
    <p:sldId id="261" r:id="rId4"/>
    <p:sldId id="505" r:id="rId5"/>
    <p:sldId id="506" r:id="rId6"/>
    <p:sldId id="507" r:id="rId7"/>
    <p:sldId id="508" r:id="rId8"/>
    <p:sldId id="509" r:id="rId9"/>
    <p:sldId id="510" r:id="rId10"/>
    <p:sldId id="511" r:id="rId11"/>
    <p:sldId id="395" r:id="rId12"/>
    <p:sldId id="397" r:id="rId13"/>
    <p:sldId id="398" r:id="rId14"/>
    <p:sldId id="399" r:id="rId15"/>
    <p:sldId id="513" r:id="rId16"/>
    <p:sldId id="514" r:id="rId17"/>
    <p:sldId id="515" r:id="rId18"/>
    <p:sldId id="516" r:id="rId19"/>
    <p:sldId id="517" r:id="rId20"/>
    <p:sldId id="518" r:id="rId21"/>
    <p:sldId id="414" r:id="rId22"/>
    <p:sldId id="415" r:id="rId23"/>
    <p:sldId id="416" r:id="rId24"/>
    <p:sldId id="519" r:id="rId25"/>
    <p:sldId id="417" r:id="rId26"/>
    <p:sldId id="520" r:id="rId27"/>
    <p:sldId id="521" r:id="rId28"/>
    <p:sldId id="522" r:id="rId29"/>
    <p:sldId id="523" r:id="rId30"/>
    <p:sldId id="524" r:id="rId31"/>
    <p:sldId id="525" r:id="rId32"/>
    <p:sldId id="526" r:id="rId33"/>
    <p:sldId id="527" r:id="rId34"/>
    <p:sldId id="528" r:id="rId35"/>
    <p:sldId id="537" r:id="rId36"/>
    <p:sldId id="536" r:id="rId37"/>
    <p:sldId id="529" r:id="rId38"/>
    <p:sldId id="531" r:id="rId39"/>
    <p:sldId id="532" r:id="rId40"/>
    <p:sldId id="533" r:id="rId41"/>
    <p:sldId id="534" r:id="rId42"/>
    <p:sldId id="535" r:id="rId43"/>
    <p:sldId id="512" r:id="rId44"/>
    <p:sldId id="539" r:id="rId45"/>
    <p:sldId id="540" r:id="rId46"/>
    <p:sldId id="538" r:id="rId47"/>
    <p:sldId id="541" r:id="rId48"/>
    <p:sldId id="542" r:id="rId49"/>
    <p:sldId id="543" r:id="rId50"/>
    <p:sldId id="544" r:id="rId51"/>
    <p:sldId id="545" r:id="rId52"/>
    <p:sldId id="546" r:id="rId53"/>
    <p:sldId id="547" r:id="rId54"/>
    <p:sldId id="548" r:id="rId55"/>
    <p:sldId id="549" r:id="rId56"/>
    <p:sldId id="550" r:id="rId57"/>
    <p:sldId id="504" r:id="rId58"/>
    <p:sldId id="264" r:id="rId59"/>
    <p:sldId id="442" r:id="rId60"/>
    <p:sldId id="441" r:id="rId61"/>
    <p:sldId id="551" r:id="rId62"/>
    <p:sldId id="443" r:id="rId63"/>
    <p:sldId id="444" r:id="rId64"/>
    <p:sldId id="552" r:id="rId65"/>
    <p:sldId id="445" r:id="rId66"/>
    <p:sldId id="553" r:id="rId67"/>
    <p:sldId id="554" r:id="rId68"/>
    <p:sldId id="555" r:id="rId69"/>
    <p:sldId id="460" r:id="rId70"/>
    <p:sldId id="556" r:id="rId71"/>
    <p:sldId id="446" r:id="rId72"/>
    <p:sldId id="447" r:id="rId73"/>
    <p:sldId id="449" r:id="rId74"/>
    <p:sldId id="450" r:id="rId75"/>
    <p:sldId id="451" r:id="rId76"/>
    <p:sldId id="452" r:id="rId77"/>
    <p:sldId id="453" r:id="rId78"/>
    <p:sldId id="454" r:id="rId79"/>
    <p:sldId id="455" r:id="rId80"/>
    <p:sldId id="456" r:id="rId81"/>
    <p:sldId id="457" r:id="rId82"/>
    <p:sldId id="458" r:id="rId83"/>
    <p:sldId id="461" r:id="rId84"/>
    <p:sldId id="557" r:id="rId85"/>
    <p:sldId id="558" r:id="rId86"/>
    <p:sldId id="559" r:id="rId87"/>
    <p:sldId id="560" r:id="rId88"/>
    <p:sldId id="561" r:id="rId89"/>
    <p:sldId id="562" r:id="rId90"/>
    <p:sldId id="462" r:id="rId91"/>
    <p:sldId id="463" r:id="rId92"/>
    <p:sldId id="464" r:id="rId93"/>
    <p:sldId id="465" r:id="rId94"/>
    <p:sldId id="466" r:id="rId95"/>
    <p:sldId id="467" r:id="rId96"/>
    <p:sldId id="469" r:id="rId97"/>
    <p:sldId id="468" r:id="rId98"/>
    <p:sldId id="470" r:id="rId99"/>
    <p:sldId id="471" r:id="rId100"/>
    <p:sldId id="472" r:id="rId101"/>
    <p:sldId id="563" r:id="rId102"/>
    <p:sldId id="564" r:id="rId103"/>
    <p:sldId id="565" r:id="rId104"/>
    <p:sldId id="473" r:id="rId105"/>
    <p:sldId id="566" r:id="rId106"/>
    <p:sldId id="567" r:id="rId107"/>
    <p:sldId id="568" r:id="rId108"/>
    <p:sldId id="475" r:id="rId109"/>
    <p:sldId id="476" r:id="rId110"/>
    <p:sldId id="477" r:id="rId111"/>
    <p:sldId id="478" r:id="rId112"/>
    <p:sldId id="479" r:id="rId113"/>
    <p:sldId id="480" r:id="rId114"/>
    <p:sldId id="569" r:id="rId115"/>
    <p:sldId id="570" r:id="rId116"/>
    <p:sldId id="571" r:id="rId117"/>
    <p:sldId id="572" r:id="rId118"/>
    <p:sldId id="573" r:id="rId119"/>
    <p:sldId id="574" r:id="rId120"/>
    <p:sldId id="575" r:id="rId121"/>
    <p:sldId id="577" r:id="rId122"/>
    <p:sldId id="578" r:id="rId123"/>
    <p:sldId id="579" r:id="rId124"/>
    <p:sldId id="580" r:id="rId125"/>
    <p:sldId id="581" r:id="rId126"/>
    <p:sldId id="582" r:id="rId127"/>
    <p:sldId id="584" r:id="rId128"/>
    <p:sldId id="585" r:id="rId129"/>
    <p:sldId id="586" r:id="rId130"/>
    <p:sldId id="583" r:id="rId131"/>
    <p:sldId id="587" r:id="rId132"/>
    <p:sldId id="588" r:id="rId133"/>
    <p:sldId id="589" r:id="rId134"/>
    <p:sldId id="590" r:id="rId135"/>
    <p:sldId id="591" r:id="rId136"/>
    <p:sldId id="592" r:id="rId137"/>
    <p:sldId id="481" r:id="rId138"/>
    <p:sldId id="482" r:id="rId139"/>
    <p:sldId id="483" r:id="rId140"/>
    <p:sldId id="593" r:id="rId141"/>
    <p:sldId id="594" r:id="rId142"/>
    <p:sldId id="484" r:id="rId143"/>
    <p:sldId id="485" r:id="rId144"/>
    <p:sldId id="595" r:id="rId145"/>
    <p:sldId id="486" r:id="rId146"/>
    <p:sldId id="487" r:id="rId147"/>
    <p:sldId id="488" r:id="rId148"/>
    <p:sldId id="489" r:id="rId149"/>
    <p:sldId id="490" r:id="rId150"/>
    <p:sldId id="491" r:id="rId151"/>
    <p:sldId id="492" r:id="rId152"/>
    <p:sldId id="493" r:id="rId153"/>
    <p:sldId id="494" r:id="rId154"/>
    <p:sldId id="495" r:id="rId155"/>
    <p:sldId id="496" r:id="rId156"/>
    <p:sldId id="596" r:id="rId157"/>
    <p:sldId id="474" r:id="rId158"/>
    <p:sldId id="597" r:id="rId159"/>
    <p:sldId id="598" r:id="rId160"/>
    <p:sldId id="599" r:id="rId161"/>
    <p:sldId id="602" r:id="rId162"/>
    <p:sldId id="600" r:id="rId163"/>
    <p:sldId id="603" r:id="rId164"/>
    <p:sldId id="604" r:id="rId165"/>
    <p:sldId id="605" r:id="rId166"/>
    <p:sldId id="606" r:id="rId167"/>
    <p:sldId id="607" r:id="rId168"/>
    <p:sldId id="608" r:id="rId169"/>
    <p:sldId id="609" r:id="rId170"/>
    <p:sldId id="610" r:id="rId171"/>
    <p:sldId id="611" r:id="rId172"/>
    <p:sldId id="612" r:id="rId173"/>
    <p:sldId id="613" r:id="rId174"/>
    <p:sldId id="614" r:id="rId175"/>
    <p:sldId id="615" r:id="rId176"/>
    <p:sldId id="440" r:id="rId177"/>
    <p:sldId id="384" r:id="rId1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theme" Target="theme/theme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presProps" Target="pres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custT="1"/>
      <dgm:spPr/>
      <dgm:t>
        <a:bodyPr/>
        <a:lstStyle/>
        <a:p>
          <a:pPr algn="ctr"/>
          <a:r>
            <a:rPr lang="en-US" sz="6000" dirty="0"/>
            <a:t>Working with Text in word </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65DCDAFD-8909-4CCC-96D3-23F19B6A2257}" type="presOf" srcId="{7D821BC7-213D-4CEC-978A-9CFFE70F3D67}" destId="{9972E4C6-FDD6-4F32-8994-B9E0115268C3}" srcOrd="0" destOrd="0" presId="urn:microsoft.com/office/officeart/2005/8/layout/default#1"/>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custT="1"/>
      <dgm:spPr/>
      <dgm:t>
        <a:bodyPr/>
        <a:lstStyle/>
        <a:p>
          <a:r>
            <a:rPr lang="en-US" sz="3200" dirty="0"/>
            <a:t>How to add, delete, move, cut, and paste text</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change font size, color and text alignment</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23F2D5E2-61FA-40AD-9F7D-BF405C8CDFAE}">
      <dgm:prSet/>
      <dgm:spPr/>
      <dgm:t>
        <a:bodyPr/>
        <a:lstStyle/>
        <a:p>
          <a:r>
            <a:rPr lang="en-US" dirty="0"/>
            <a:t>How to select text</a:t>
          </a:r>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a:t>How to do text alignments in word</a:t>
          </a:r>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a:t>How to indent paragraphs in word</a:t>
          </a:r>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5" custScaleX="142958" custScaleY="125619">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5" custScaleX="139010" custScaleY="126413">
        <dgm:presLayoutVars>
          <dgm:bulletEnabled val="1"/>
        </dgm:presLayoutVars>
      </dgm:prSet>
      <dgm:spPr/>
    </dgm:pt>
    <dgm:pt modelId="{94E3CC2B-92E4-4B0C-B930-B4411572BF9F}" type="pres">
      <dgm:prSet presAssocID="{8B37F55B-F450-4B0B-98F7-A2B490DAC81A}" presName="sibTrans" presStyleCnt="0"/>
      <dgm:spPr/>
    </dgm:pt>
    <dgm:pt modelId="{126D987F-03E4-4E3A-BED9-08B6BA3A15AB}" type="pres">
      <dgm:prSet presAssocID="{23F2D5E2-61FA-40AD-9F7D-BF405C8CDFAE}" presName="node" presStyleLbl="node1" presStyleIdx="2" presStyleCnt="5">
        <dgm:presLayoutVars>
          <dgm:bulletEnabled val="1"/>
        </dgm:presLayoutVars>
      </dgm:prSet>
      <dgm:spPr/>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3" presStyleCnt="5">
        <dgm:presLayoutVars>
          <dgm:bulletEnabled val="1"/>
        </dgm:presLayoutVars>
      </dgm:prSet>
      <dgm:spPr/>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4" presStyleCnt="5">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6AAA590D-29DC-4E4C-8B98-98C454876ACA}" type="presOf" srcId="{0C2A3C5A-0AE4-41C1-AA5D-5BC4E760C57F}" destId="{D944875E-4200-44D3-9F4D-D995865E5F68}" srcOrd="0" destOrd="0" presId="urn:microsoft.com/office/officeart/2005/8/layout/default#1"/>
    <dgm:cxn modelId="{031BCA45-34A2-4E89-93EF-0C69AA13A8F0}" type="presOf" srcId="{23F2D5E2-61FA-40AD-9F7D-BF405C8CDFAE}" destId="{126D987F-03E4-4E3A-BED9-08B6BA3A15AB}"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86E31C76-0D62-4F6E-AF30-DF0CF87F6868}" srcId="{3DE9E547-3C66-4E5D-9D07-0515EED2B913}" destId="{0C2A3C5A-0AE4-41C1-AA5D-5BC4E760C57F}" srcOrd="4" destOrd="0" parTransId="{C63CDA1C-7537-4175-AE85-DCCC8B9595D5}" sibTransId="{C25ACD3C-6ADA-4FCF-83F9-C46AF1053BB7}"/>
    <dgm:cxn modelId="{FBDBE29A-0A0F-4D97-8A3B-694C132A4FE5}" srcId="{3DE9E547-3C66-4E5D-9D07-0515EED2B913}" destId="{23F2D5E2-61FA-40AD-9F7D-BF405C8CDFAE}" srcOrd="2" destOrd="0" parTransId="{AB5E8461-293C-485A-87B5-1F0B83CE1442}" sibTransId="{2155DDCB-A76B-4506-AD94-A2E4AE9F6F2F}"/>
    <dgm:cxn modelId="{5975DE9F-9538-4AC2-A004-1F0309A49A9F}" type="presOf" srcId="{BBBB9B4E-DA71-45DE-92BC-1EF247E5F9B2}" destId="{08678D36-F832-48B7-8548-C43AEE1F6A43}" srcOrd="0" destOrd="0" presId="urn:microsoft.com/office/officeart/2005/8/layout/default#1"/>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3" destOrd="0" parTransId="{81D33D49-3010-4917-BC50-D44BA8B22DF2}" sibTransId="{C692D208-6BD8-417E-A3C9-418AEBD7A4B3}"/>
    <dgm:cxn modelId="{36C3BEF2-2DBA-42EB-9810-973BE445D0C7}" type="presOf" srcId="{3DE9E547-3C66-4E5D-9D07-0515EED2B913}" destId="{46A1C575-DE29-4021-A28C-E1E7FA78085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62AA1254-BAAA-4C30-915B-8E8B8D5D39B6}" type="presParOf" srcId="{46A1C575-DE29-4021-A28C-E1E7FA78085E}" destId="{126D987F-03E4-4E3A-BED9-08B6BA3A15AB}" srcOrd="4" destOrd="0" presId="urn:microsoft.com/office/officeart/2005/8/layout/default#1"/>
    <dgm:cxn modelId="{DA7D4CFB-222D-4450-8AF0-D10DC3C95EA3}" type="presParOf" srcId="{46A1C575-DE29-4021-A28C-E1E7FA78085E}" destId="{E35D6D9B-6CD2-4458-885A-62ADB7B92653}" srcOrd="5" destOrd="0" presId="urn:microsoft.com/office/officeart/2005/8/layout/default#1"/>
    <dgm:cxn modelId="{6AE59283-A23C-4A44-A8A5-3A057903230C}" type="presParOf" srcId="{46A1C575-DE29-4021-A28C-E1E7FA78085E}" destId="{A0EFA616-1553-4077-9D32-88AE20AC0552}" srcOrd="6" destOrd="0" presId="urn:microsoft.com/office/officeart/2005/8/layout/default#1"/>
    <dgm:cxn modelId="{429B9619-7928-43DC-A3FE-1E9D2DB4D886}" type="presParOf" srcId="{46A1C575-DE29-4021-A28C-E1E7FA78085E}" destId="{4543EDFD-DAD7-4CC1-8700-DF379CC38E62}" srcOrd="7" destOrd="0" presId="urn:microsoft.com/office/officeart/2005/8/layout/default#1"/>
    <dgm:cxn modelId="{704D0315-1C8A-4D5F-A07E-7D3763651A72}" type="presParOf" srcId="{46A1C575-DE29-4021-A28C-E1E7FA78085E}" destId="{D944875E-4200-44D3-9F4D-D995865E5F68}" srcOrd="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BC15C7-9BC5-433D-92A7-BCC39A2CC830}" type="doc">
      <dgm:prSet loTypeId="urn:microsoft.com/office/officeart/2005/8/layout/default#2" loCatId="list" qsTypeId="urn:microsoft.com/office/officeart/2005/8/quickstyle/simple5" qsCatId="simple" csTypeId="urn:microsoft.com/office/officeart/2005/8/colors/accent4_3" csCatId="accent4" phldr="1"/>
      <dgm:spPr/>
      <dgm:t>
        <a:bodyPr/>
        <a:lstStyle/>
        <a:p>
          <a:endParaRPr lang="en-US"/>
        </a:p>
      </dgm:t>
    </dgm:pt>
    <dgm:pt modelId="{D106D101-98E2-4ADD-B050-08FB6FD9C7E3}">
      <dgm:prSet phldrT="[Text]"/>
      <dgm:spPr/>
      <dgm:t>
        <a:bodyPr/>
        <a:lstStyle/>
        <a:p>
          <a:r>
            <a:rPr lang="en-US" dirty="0"/>
            <a:t>How to create bullets in word</a:t>
          </a:r>
        </a:p>
      </dgm:t>
    </dgm:pt>
    <dgm:pt modelId="{685FBDA6-CC85-496D-A170-BC99493577D0}" type="parTrans" cxnId="{F6B034F9-891C-437A-8AF1-AD1C485BC557}">
      <dgm:prSet/>
      <dgm:spPr/>
      <dgm:t>
        <a:bodyPr/>
        <a:lstStyle/>
        <a:p>
          <a:endParaRPr lang="en-US"/>
        </a:p>
      </dgm:t>
    </dgm:pt>
    <dgm:pt modelId="{1B976BB2-06E8-4BEE-A370-A1865A421EA8}" type="sibTrans" cxnId="{F6B034F9-891C-437A-8AF1-AD1C485BC557}">
      <dgm:prSet/>
      <dgm:spPr/>
      <dgm:t>
        <a:bodyPr/>
        <a:lstStyle/>
        <a:p>
          <a:endParaRPr lang="en-US"/>
        </a:p>
      </dgm:t>
    </dgm:pt>
    <dgm:pt modelId="{F8464089-4A9A-4F75-86F6-AE885BB86749}">
      <dgm:prSet/>
      <dgm:spPr/>
      <dgm:t>
        <a:bodyPr/>
        <a:lstStyle/>
        <a:p>
          <a:r>
            <a:rPr lang="en-US" dirty="0"/>
            <a:t>How to set line spacing in word</a:t>
          </a:r>
        </a:p>
      </dgm:t>
    </dgm:pt>
    <dgm:pt modelId="{B77C631E-A362-4A79-AC78-2B45AF12F6C1}" type="parTrans" cxnId="{988CD545-9795-4210-BE41-3F19DD5C02A9}">
      <dgm:prSet/>
      <dgm:spPr/>
      <dgm:t>
        <a:bodyPr/>
        <a:lstStyle/>
        <a:p>
          <a:endParaRPr lang="en-US"/>
        </a:p>
      </dgm:t>
    </dgm:pt>
    <dgm:pt modelId="{739A434B-58A9-4ED4-9CC0-D6FB560B3715}" type="sibTrans" cxnId="{988CD545-9795-4210-BE41-3F19DD5C02A9}">
      <dgm:prSet/>
      <dgm:spPr/>
      <dgm:t>
        <a:bodyPr/>
        <a:lstStyle/>
        <a:p>
          <a:endParaRPr lang="en-US"/>
        </a:p>
      </dgm:t>
    </dgm:pt>
    <dgm:pt modelId="{37C4EC0F-9771-46D3-AC43-504983863832}">
      <dgm:prSet/>
      <dgm:spPr/>
      <dgm:t>
        <a:bodyPr/>
        <a:lstStyle/>
        <a:p>
          <a:r>
            <a:rPr lang="en-US" dirty="0"/>
            <a:t>How to set borders and shades symbols in word</a:t>
          </a:r>
        </a:p>
      </dgm:t>
    </dgm:pt>
    <dgm:pt modelId="{8E0343A0-E2DE-43EC-AD17-7D72A3575FC7}" type="parTrans" cxnId="{E4773F63-0D8C-4097-8EEB-938B06EB2B86}">
      <dgm:prSet/>
      <dgm:spPr/>
      <dgm:t>
        <a:bodyPr/>
        <a:lstStyle/>
        <a:p>
          <a:endParaRPr lang="en-US"/>
        </a:p>
      </dgm:t>
    </dgm:pt>
    <dgm:pt modelId="{904F759B-3B01-405E-BB0F-927C9B2C9C2B}" type="sibTrans" cxnId="{E4773F63-0D8C-4097-8EEB-938B06EB2B86}">
      <dgm:prSet/>
      <dgm:spPr/>
      <dgm:t>
        <a:bodyPr/>
        <a:lstStyle/>
        <a:p>
          <a:endParaRPr lang="en-US"/>
        </a:p>
      </dgm:t>
    </dgm:pt>
    <dgm:pt modelId="{10F34BB3-F7A7-4010-BA50-7796EE393FA7}">
      <dgm:prSet/>
      <dgm:spPr/>
      <dgm:t>
        <a:bodyPr/>
        <a:lstStyle/>
        <a:p>
          <a:r>
            <a:rPr lang="en-US" dirty="0"/>
            <a:t>How to set tabs  in word</a:t>
          </a:r>
        </a:p>
      </dgm:t>
    </dgm:pt>
    <dgm:pt modelId="{3D9645E2-1626-42A6-A7A8-0890EF9B288F}" type="parTrans" cxnId="{25039054-E572-4533-BDAA-AD143A4368FF}">
      <dgm:prSet/>
      <dgm:spPr/>
      <dgm:t>
        <a:bodyPr/>
        <a:lstStyle/>
        <a:p>
          <a:endParaRPr lang="en-US"/>
        </a:p>
      </dgm:t>
    </dgm:pt>
    <dgm:pt modelId="{C95EE4EA-F9D9-4AD5-8E4B-31BFB0A4AD0C}" type="sibTrans" cxnId="{25039054-E572-4533-BDAA-AD143A4368FF}">
      <dgm:prSet/>
      <dgm:spPr/>
      <dgm:t>
        <a:bodyPr/>
        <a:lstStyle/>
        <a:p>
          <a:endParaRPr lang="en-US"/>
        </a:p>
      </dgm:t>
    </dgm:pt>
    <dgm:pt modelId="{7C78F67E-DE05-4986-8026-E07D3D702A17}">
      <dgm:prSet/>
      <dgm:spPr/>
      <dgm:t>
        <a:bodyPr/>
        <a:lstStyle/>
        <a:p>
          <a:r>
            <a:rPr lang="en-US" dirty="0"/>
            <a:t>How to apply formatting in word </a:t>
          </a:r>
        </a:p>
      </dgm:t>
    </dgm:pt>
    <dgm:pt modelId="{C8FA6969-7144-4B17-ACA7-F53B2F099274}" type="parTrans" cxnId="{226AF6C4-44BC-455C-B6E7-45F9EEFDEF54}">
      <dgm:prSet/>
      <dgm:spPr/>
      <dgm:t>
        <a:bodyPr/>
        <a:lstStyle/>
        <a:p>
          <a:endParaRPr lang="en-US"/>
        </a:p>
      </dgm:t>
    </dgm:pt>
    <dgm:pt modelId="{48568347-6EDD-4F0F-B018-58D3201CB691}" type="sibTrans" cxnId="{226AF6C4-44BC-455C-B6E7-45F9EEFDEF54}">
      <dgm:prSet/>
      <dgm:spPr/>
      <dgm:t>
        <a:bodyPr/>
        <a:lstStyle/>
        <a:p>
          <a:endParaRPr lang="en-US"/>
        </a:p>
      </dgm:t>
    </dgm:pt>
    <dgm:pt modelId="{0283AAF8-8E6B-4228-934C-18F9A9076AC0}" type="pres">
      <dgm:prSet presAssocID="{3DBC15C7-9BC5-433D-92A7-BCC39A2CC830}" presName="diagram" presStyleCnt="0">
        <dgm:presLayoutVars>
          <dgm:dir/>
          <dgm:resizeHandles val="exact"/>
        </dgm:presLayoutVars>
      </dgm:prSet>
      <dgm:spPr/>
    </dgm:pt>
    <dgm:pt modelId="{2C05064A-AF3B-4300-BA44-77588901B427}" type="pres">
      <dgm:prSet presAssocID="{D106D101-98E2-4ADD-B050-08FB6FD9C7E3}" presName="node" presStyleLbl="node1" presStyleIdx="0" presStyleCnt="5">
        <dgm:presLayoutVars>
          <dgm:bulletEnabled val="1"/>
        </dgm:presLayoutVars>
      </dgm:prSet>
      <dgm:spPr/>
    </dgm:pt>
    <dgm:pt modelId="{EDCDCE41-86BA-475A-A518-EA8E02F91814}" type="pres">
      <dgm:prSet presAssocID="{1B976BB2-06E8-4BEE-A370-A1865A421EA8}" presName="sibTrans" presStyleCnt="0"/>
      <dgm:spPr/>
    </dgm:pt>
    <dgm:pt modelId="{78E50E59-2D61-469F-90EB-61D50540AF76}" type="pres">
      <dgm:prSet presAssocID="{F8464089-4A9A-4F75-86F6-AE885BB86749}" presName="node" presStyleLbl="node1" presStyleIdx="1" presStyleCnt="5">
        <dgm:presLayoutVars>
          <dgm:bulletEnabled val="1"/>
        </dgm:presLayoutVars>
      </dgm:prSet>
      <dgm:spPr/>
    </dgm:pt>
    <dgm:pt modelId="{EE375F89-EB64-42AA-AADD-FC4D73FD6AB3}" type="pres">
      <dgm:prSet presAssocID="{739A434B-58A9-4ED4-9CC0-D6FB560B3715}" presName="sibTrans" presStyleCnt="0"/>
      <dgm:spPr/>
    </dgm:pt>
    <dgm:pt modelId="{CA6D4895-767A-41FC-AA1D-E44C43383021}" type="pres">
      <dgm:prSet presAssocID="{37C4EC0F-9771-46D3-AC43-504983863832}" presName="node" presStyleLbl="node1" presStyleIdx="2" presStyleCnt="5" custScaleX="116137">
        <dgm:presLayoutVars>
          <dgm:bulletEnabled val="1"/>
        </dgm:presLayoutVars>
      </dgm:prSet>
      <dgm:spPr/>
    </dgm:pt>
    <dgm:pt modelId="{41C0A361-2D24-4CA8-BA9D-3BF46B644A30}" type="pres">
      <dgm:prSet presAssocID="{904F759B-3B01-405E-BB0F-927C9B2C9C2B}" presName="sibTrans" presStyleCnt="0"/>
      <dgm:spPr/>
    </dgm:pt>
    <dgm:pt modelId="{6CE1FDA2-9B33-4C87-8A66-B5121E5141DD}" type="pres">
      <dgm:prSet presAssocID="{10F34BB3-F7A7-4010-BA50-7796EE393FA7}" presName="node" presStyleLbl="node1" presStyleIdx="3" presStyleCnt="5">
        <dgm:presLayoutVars>
          <dgm:bulletEnabled val="1"/>
        </dgm:presLayoutVars>
      </dgm:prSet>
      <dgm:spPr/>
    </dgm:pt>
    <dgm:pt modelId="{A9E975FC-DD05-447A-B816-16F20628025C}" type="pres">
      <dgm:prSet presAssocID="{C95EE4EA-F9D9-4AD5-8E4B-31BFB0A4AD0C}" presName="sibTrans" presStyleCnt="0"/>
      <dgm:spPr/>
    </dgm:pt>
    <dgm:pt modelId="{A3CFB6C1-AB2E-4C26-9483-C7BA772609A7}" type="pres">
      <dgm:prSet presAssocID="{7C78F67E-DE05-4986-8026-E07D3D702A17}" presName="node" presStyleLbl="node1" presStyleIdx="4" presStyleCnt="5" custScaleX="125602">
        <dgm:presLayoutVars>
          <dgm:bulletEnabled val="1"/>
        </dgm:presLayoutVars>
      </dgm:prSet>
      <dgm:spPr/>
    </dgm:pt>
  </dgm:ptLst>
  <dgm:cxnLst>
    <dgm:cxn modelId="{B0834A1F-488C-4EE4-A415-028B418296C8}" type="presOf" srcId="{10F34BB3-F7A7-4010-BA50-7796EE393FA7}" destId="{6CE1FDA2-9B33-4C87-8A66-B5121E5141DD}" srcOrd="0" destOrd="0" presId="urn:microsoft.com/office/officeart/2005/8/layout/default#2"/>
    <dgm:cxn modelId="{CA15C842-B547-4D3A-8822-D41A9B421CFB}" type="presOf" srcId="{D106D101-98E2-4ADD-B050-08FB6FD9C7E3}" destId="{2C05064A-AF3B-4300-BA44-77588901B427}" srcOrd="0" destOrd="0" presId="urn:microsoft.com/office/officeart/2005/8/layout/default#2"/>
    <dgm:cxn modelId="{E4773F63-0D8C-4097-8EEB-938B06EB2B86}" srcId="{3DBC15C7-9BC5-433D-92A7-BCC39A2CC830}" destId="{37C4EC0F-9771-46D3-AC43-504983863832}" srcOrd="2" destOrd="0" parTransId="{8E0343A0-E2DE-43EC-AD17-7D72A3575FC7}" sibTransId="{904F759B-3B01-405E-BB0F-927C9B2C9C2B}"/>
    <dgm:cxn modelId="{988CD545-9795-4210-BE41-3F19DD5C02A9}" srcId="{3DBC15C7-9BC5-433D-92A7-BCC39A2CC830}" destId="{F8464089-4A9A-4F75-86F6-AE885BB86749}" srcOrd="1" destOrd="0" parTransId="{B77C631E-A362-4A79-AC78-2B45AF12F6C1}" sibTransId="{739A434B-58A9-4ED4-9CC0-D6FB560B3715}"/>
    <dgm:cxn modelId="{D8D9816A-7BF3-46BF-868E-62EAEA30E5A0}" type="presOf" srcId="{37C4EC0F-9771-46D3-AC43-504983863832}" destId="{CA6D4895-767A-41FC-AA1D-E44C43383021}" srcOrd="0" destOrd="0" presId="urn:microsoft.com/office/officeart/2005/8/layout/default#2"/>
    <dgm:cxn modelId="{25039054-E572-4533-BDAA-AD143A4368FF}" srcId="{3DBC15C7-9BC5-433D-92A7-BCC39A2CC830}" destId="{10F34BB3-F7A7-4010-BA50-7796EE393FA7}" srcOrd="3" destOrd="0" parTransId="{3D9645E2-1626-42A6-A7A8-0890EF9B288F}" sibTransId="{C95EE4EA-F9D9-4AD5-8E4B-31BFB0A4AD0C}"/>
    <dgm:cxn modelId="{BD78C274-E5DE-4488-B7C4-787EE208A1F6}" type="presOf" srcId="{F8464089-4A9A-4F75-86F6-AE885BB86749}" destId="{78E50E59-2D61-469F-90EB-61D50540AF76}" srcOrd="0" destOrd="0" presId="urn:microsoft.com/office/officeart/2005/8/layout/default#2"/>
    <dgm:cxn modelId="{CDBCAF59-7884-42E2-B8B1-CCAA45AECC3B}" type="presOf" srcId="{3DBC15C7-9BC5-433D-92A7-BCC39A2CC830}" destId="{0283AAF8-8E6B-4228-934C-18F9A9076AC0}" srcOrd="0" destOrd="0" presId="urn:microsoft.com/office/officeart/2005/8/layout/default#2"/>
    <dgm:cxn modelId="{07B630B5-8840-46EA-AFA5-52FE1D9C4FD7}" type="presOf" srcId="{7C78F67E-DE05-4986-8026-E07D3D702A17}" destId="{A3CFB6C1-AB2E-4C26-9483-C7BA772609A7}" srcOrd="0" destOrd="0" presId="urn:microsoft.com/office/officeart/2005/8/layout/default#2"/>
    <dgm:cxn modelId="{226AF6C4-44BC-455C-B6E7-45F9EEFDEF54}" srcId="{3DBC15C7-9BC5-433D-92A7-BCC39A2CC830}" destId="{7C78F67E-DE05-4986-8026-E07D3D702A17}" srcOrd="4" destOrd="0" parTransId="{C8FA6969-7144-4B17-ACA7-F53B2F099274}" sibTransId="{48568347-6EDD-4F0F-B018-58D3201CB691}"/>
    <dgm:cxn modelId="{F6B034F9-891C-437A-8AF1-AD1C485BC557}" srcId="{3DBC15C7-9BC5-433D-92A7-BCC39A2CC830}" destId="{D106D101-98E2-4ADD-B050-08FB6FD9C7E3}" srcOrd="0" destOrd="0" parTransId="{685FBDA6-CC85-496D-A170-BC99493577D0}" sibTransId="{1B976BB2-06E8-4BEE-A370-A1865A421EA8}"/>
    <dgm:cxn modelId="{45F311B3-9358-4F34-B290-F0CB16687AD3}" type="presParOf" srcId="{0283AAF8-8E6B-4228-934C-18F9A9076AC0}" destId="{2C05064A-AF3B-4300-BA44-77588901B427}" srcOrd="0" destOrd="0" presId="urn:microsoft.com/office/officeart/2005/8/layout/default#2"/>
    <dgm:cxn modelId="{FDF9C3D1-3609-4267-A39B-BF28287C7B68}" type="presParOf" srcId="{0283AAF8-8E6B-4228-934C-18F9A9076AC0}" destId="{EDCDCE41-86BA-475A-A518-EA8E02F91814}" srcOrd="1" destOrd="0" presId="urn:microsoft.com/office/officeart/2005/8/layout/default#2"/>
    <dgm:cxn modelId="{2D078E56-070A-41EB-9050-A8BFF09D29E0}" type="presParOf" srcId="{0283AAF8-8E6B-4228-934C-18F9A9076AC0}" destId="{78E50E59-2D61-469F-90EB-61D50540AF76}" srcOrd="2" destOrd="0" presId="urn:microsoft.com/office/officeart/2005/8/layout/default#2"/>
    <dgm:cxn modelId="{B5DE1CFF-3B1C-45DD-86A5-BF09369C4D6D}" type="presParOf" srcId="{0283AAF8-8E6B-4228-934C-18F9A9076AC0}" destId="{EE375F89-EB64-42AA-AADD-FC4D73FD6AB3}" srcOrd="3" destOrd="0" presId="urn:microsoft.com/office/officeart/2005/8/layout/default#2"/>
    <dgm:cxn modelId="{EF5AC752-814D-48ED-BDBF-3D097E811F2B}" type="presParOf" srcId="{0283AAF8-8E6B-4228-934C-18F9A9076AC0}" destId="{CA6D4895-767A-41FC-AA1D-E44C43383021}" srcOrd="4" destOrd="0" presId="urn:microsoft.com/office/officeart/2005/8/layout/default#2"/>
    <dgm:cxn modelId="{F684310A-8477-435E-9197-DB3562E02134}" type="presParOf" srcId="{0283AAF8-8E6B-4228-934C-18F9A9076AC0}" destId="{41C0A361-2D24-4CA8-BA9D-3BF46B644A30}" srcOrd="5" destOrd="0" presId="urn:microsoft.com/office/officeart/2005/8/layout/default#2"/>
    <dgm:cxn modelId="{B14B96E5-FD6D-403E-A764-C2C25AFBF917}" type="presParOf" srcId="{0283AAF8-8E6B-4228-934C-18F9A9076AC0}" destId="{6CE1FDA2-9B33-4C87-8A66-B5121E5141DD}" srcOrd="6" destOrd="0" presId="urn:microsoft.com/office/officeart/2005/8/layout/default#2"/>
    <dgm:cxn modelId="{AA94FA8F-0CF4-4B68-907A-F60FC2552C1C}" type="presParOf" srcId="{0283AAF8-8E6B-4228-934C-18F9A9076AC0}" destId="{A9E975FC-DD05-447A-B816-16F20628025C}" srcOrd="7" destOrd="0" presId="urn:microsoft.com/office/officeart/2005/8/layout/default#2"/>
    <dgm:cxn modelId="{65C06170-EE53-479E-8357-B626A2BD702D}" type="presParOf" srcId="{0283AAF8-8E6B-4228-934C-18F9A9076AC0}" destId="{A3CFB6C1-AB2E-4C26-9483-C7BA772609A7}"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5" y="0"/>
          <a:ext cx="8991269" cy="4894451"/>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Working with Text in word </a:t>
          </a:r>
        </a:p>
      </dsp:txBody>
      <dsp:txXfrm>
        <a:off x="165" y="0"/>
        <a:ext cx="8991269" cy="48944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387156" y="316339"/>
          <a:ext cx="3948857" cy="2081946"/>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How to add, delete, move, cut, and paste text</a:t>
          </a:r>
        </a:p>
      </dsp:txBody>
      <dsp:txXfrm>
        <a:off x="387156" y="316339"/>
        <a:ext cx="3948857" cy="2081946"/>
      </dsp:txXfrm>
    </dsp:sp>
    <dsp:sp modelId="{08678D36-F832-48B7-8548-C43AEE1F6A43}">
      <dsp:nvSpPr>
        <dsp:cNvPr id="0" name=""/>
        <dsp:cNvSpPr/>
      </dsp:nvSpPr>
      <dsp:spPr>
        <a:xfrm>
          <a:off x="4612239" y="309759"/>
          <a:ext cx="3839803" cy="2095105"/>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How to change font size, color and text alignment</a:t>
          </a:r>
        </a:p>
      </dsp:txBody>
      <dsp:txXfrm>
        <a:off x="4612239" y="309759"/>
        <a:ext cx="3839803" cy="2095105"/>
      </dsp:txXfrm>
    </dsp:sp>
    <dsp:sp modelId="{126D987F-03E4-4E3A-BED9-08B6BA3A15AB}">
      <dsp:nvSpPr>
        <dsp:cNvPr id="0" name=""/>
        <dsp:cNvSpPr/>
      </dsp:nvSpPr>
      <dsp:spPr>
        <a:xfrm>
          <a:off x="0" y="2681090"/>
          <a:ext cx="2762250" cy="1657349"/>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How to select text</a:t>
          </a:r>
        </a:p>
      </dsp:txBody>
      <dsp:txXfrm>
        <a:off x="0" y="2681090"/>
        <a:ext cx="2762250" cy="1657349"/>
      </dsp:txXfrm>
    </dsp:sp>
    <dsp:sp modelId="{A0EFA616-1553-4077-9D32-88AE20AC0552}">
      <dsp:nvSpPr>
        <dsp:cNvPr id="0" name=""/>
        <dsp:cNvSpPr/>
      </dsp:nvSpPr>
      <dsp:spPr>
        <a:xfrm>
          <a:off x="3038474" y="2681090"/>
          <a:ext cx="2762250" cy="1657349"/>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How to do text alignments in word</a:t>
          </a:r>
        </a:p>
      </dsp:txBody>
      <dsp:txXfrm>
        <a:off x="3038474" y="2681090"/>
        <a:ext cx="2762250" cy="1657349"/>
      </dsp:txXfrm>
    </dsp:sp>
    <dsp:sp modelId="{D944875E-4200-44D3-9F4D-D995865E5F68}">
      <dsp:nvSpPr>
        <dsp:cNvPr id="0" name=""/>
        <dsp:cNvSpPr/>
      </dsp:nvSpPr>
      <dsp:spPr>
        <a:xfrm>
          <a:off x="6076950" y="2681090"/>
          <a:ext cx="2762250" cy="165734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How to indent paragraphs in word</a:t>
          </a:r>
        </a:p>
      </dsp:txBody>
      <dsp:txXfrm>
        <a:off x="6076950" y="2681090"/>
        <a:ext cx="2762250" cy="16573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5064A-AF3B-4300-BA44-77588901B427}">
      <dsp:nvSpPr>
        <dsp:cNvPr id="0" name=""/>
        <dsp:cNvSpPr/>
      </dsp:nvSpPr>
      <dsp:spPr>
        <a:xfrm>
          <a:off x="1997" y="615605"/>
          <a:ext cx="2628453" cy="1577072"/>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How to create bullets in word</a:t>
          </a:r>
        </a:p>
      </dsp:txBody>
      <dsp:txXfrm>
        <a:off x="1997" y="615605"/>
        <a:ext cx="2628453" cy="1577072"/>
      </dsp:txXfrm>
    </dsp:sp>
    <dsp:sp modelId="{78E50E59-2D61-469F-90EB-61D50540AF76}">
      <dsp:nvSpPr>
        <dsp:cNvPr id="0" name=""/>
        <dsp:cNvSpPr/>
      </dsp:nvSpPr>
      <dsp:spPr>
        <a:xfrm>
          <a:off x="2893296" y="615605"/>
          <a:ext cx="2628453" cy="1577072"/>
        </a:xfrm>
        <a:prstGeom prst="rect">
          <a:avLst/>
        </a:prstGeom>
        <a:gradFill rotWithShape="0">
          <a:gsLst>
            <a:gs pos="0">
              <a:schemeClr val="accent4">
                <a:shade val="80000"/>
                <a:hueOff val="-44139"/>
                <a:satOff val="-1091"/>
                <a:lumOff val="6247"/>
                <a:alphaOff val="0"/>
                <a:shade val="51000"/>
                <a:satMod val="130000"/>
              </a:schemeClr>
            </a:gs>
            <a:gs pos="80000">
              <a:schemeClr val="accent4">
                <a:shade val="80000"/>
                <a:hueOff val="-44139"/>
                <a:satOff val="-1091"/>
                <a:lumOff val="6247"/>
                <a:alphaOff val="0"/>
                <a:shade val="93000"/>
                <a:satMod val="130000"/>
              </a:schemeClr>
            </a:gs>
            <a:gs pos="100000">
              <a:schemeClr val="accent4">
                <a:shade val="80000"/>
                <a:hueOff val="-44139"/>
                <a:satOff val="-1091"/>
                <a:lumOff val="624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How to set line spacing in word</a:t>
          </a:r>
        </a:p>
      </dsp:txBody>
      <dsp:txXfrm>
        <a:off x="2893296" y="615605"/>
        <a:ext cx="2628453" cy="1577072"/>
      </dsp:txXfrm>
    </dsp:sp>
    <dsp:sp modelId="{CA6D4895-767A-41FC-AA1D-E44C43383021}">
      <dsp:nvSpPr>
        <dsp:cNvPr id="0" name=""/>
        <dsp:cNvSpPr/>
      </dsp:nvSpPr>
      <dsp:spPr>
        <a:xfrm>
          <a:off x="5784595" y="615605"/>
          <a:ext cx="3052607" cy="1577072"/>
        </a:xfrm>
        <a:prstGeom prst="rect">
          <a:avLst/>
        </a:prstGeom>
        <a:gradFill rotWithShape="0">
          <a:gsLst>
            <a:gs pos="0">
              <a:schemeClr val="accent4">
                <a:shade val="80000"/>
                <a:hueOff val="-88279"/>
                <a:satOff val="-2183"/>
                <a:lumOff val="12494"/>
                <a:alphaOff val="0"/>
                <a:shade val="51000"/>
                <a:satMod val="130000"/>
              </a:schemeClr>
            </a:gs>
            <a:gs pos="80000">
              <a:schemeClr val="accent4">
                <a:shade val="80000"/>
                <a:hueOff val="-88279"/>
                <a:satOff val="-2183"/>
                <a:lumOff val="12494"/>
                <a:alphaOff val="0"/>
                <a:shade val="93000"/>
                <a:satMod val="130000"/>
              </a:schemeClr>
            </a:gs>
            <a:gs pos="100000">
              <a:schemeClr val="accent4">
                <a:shade val="80000"/>
                <a:hueOff val="-88279"/>
                <a:satOff val="-2183"/>
                <a:lumOff val="1249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How to set borders and shades symbols in word</a:t>
          </a:r>
        </a:p>
      </dsp:txBody>
      <dsp:txXfrm>
        <a:off x="5784595" y="615605"/>
        <a:ext cx="3052607" cy="1577072"/>
      </dsp:txXfrm>
    </dsp:sp>
    <dsp:sp modelId="{6CE1FDA2-9B33-4C87-8A66-B5121E5141DD}">
      <dsp:nvSpPr>
        <dsp:cNvPr id="0" name=""/>
        <dsp:cNvSpPr/>
      </dsp:nvSpPr>
      <dsp:spPr>
        <a:xfrm>
          <a:off x="1323255" y="2455522"/>
          <a:ext cx="2628453" cy="1577072"/>
        </a:xfrm>
        <a:prstGeom prst="rect">
          <a:avLst/>
        </a:prstGeom>
        <a:gradFill rotWithShape="0">
          <a:gsLst>
            <a:gs pos="0">
              <a:schemeClr val="accent4">
                <a:shade val="80000"/>
                <a:hueOff val="-132418"/>
                <a:satOff val="-3274"/>
                <a:lumOff val="18741"/>
                <a:alphaOff val="0"/>
                <a:shade val="51000"/>
                <a:satMod val="130000"/>
              </a:schemeClr>
            </a:gs>
            <a:gs pos="80000">
              <a:schemeClr val="accent4">
                <a:shade val="80000"/>
                <a:hueOff val="-132418"/>
                <a:satOff val="-3274"/>
                <a:lumOff val="18741"/>
                <a:alphaOff val="0"/>
                <a:shade val="93000"/>
                <a:satMod val="130000"/>
              </a:schemeClr>
            </a:gs>
            <a:gs pos="100000">
              <a:schemeClr val="accent4">
                <a:shade val="80000"/>
                <a:hueOff val="-132418"/>
                <a:satOff val="-3274"/>
                <a:lumOff val="1874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How to set tabs  in word</a:t>
          </a:r>
        </a:p>
      </dsp:txBody>
      <dsp:txXfrm>
        <a:off x="1323255" y="2455522"/>
        <a:ext cx="2628453" cy="1577072"/>
      </dsp:txXfrm>
    </dsp:sp>
    <dsp:sp modelId="{A3CFB6C1-AB2E-4C26-9483-C7BA772609A7}">
      <dsp:nvSpPr>
        <dsp:cNvPr id="0" name=""/>
        <dsp:cNvSpPr/>
      </dsp:nvSpPr>
      <dsp:spPr>
        <a:xfrm>
          <a:off x="4214554" y="2455522"/>
          <a:ext cx="3301390" cy="1577072"/>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How to apply formatting in word </a:t>
          </a:r>
        </a:p>
      </dsp:txBody>
      <dsp:txXfrm>
        <a:off x="4214554" y="2455522"/>
        <a:ext cx="3301390" cy="15770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1/29/2023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2</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a:p>
        </p:txBody>
      </p:sp>
    </p:spTree>
    <p:extLst>
      <p:ext uri="{BB962C8B-B14F-4D97-AF65-F5344CB8AC3E}">
        <p14:creationId xmlns:p14="http://schemas.microsoft.com/office/powerpoint/2010/main" val="1670913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5</a:t>
            </a:fld>
            <a:endParaRPr lang="en-US"/>
          </a:p>
        </p:txBody>
      </p:sp>
    </p:spTree>
    <p:extLst>
      <p:ext uri="{BB962C8B-B14F-4D97-AF65-F5344CB8AC3E}">
        <p14:creationId xmlns:p14="http://schemas.microsoft.com/office/powerpoint/2010/main" val="43632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6</a:t>
            </a:fld>
            <a:endParaRPr lang="en-US"/>
          </a:p>
        </p:txBody>
      </p:sp>
    </p:spTree>
    <p:extLst>
      <p:ext uri="{BB962C8B-B14F-4D97-AF65-F5344CB8AC3E}">
        <p14:creationId xmlns:p14="http://schemas.microsoft.com/office/powerpoint/2010/main" val="2402635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7</a:t>
            </a:fld>
            <a:endParaRPr lang="en-US"/>
          </a:p>
        </p:txBody>
      </p:sp>
    </p:spTree>
    <p:extLst>
      <p:ext uri="{BB962C8B-B14F-4D97-AF65-F5344CB8AC3E}">
        <p14:creationId xmlns:p14="http://schemas.microsoft.com/office/powerpoint/2010/main" val="1694269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8</a:t>
            </a:fld>
            <a:endParaRPr lang="en-US"/>
          </a:p>
        </p:txBody>
      </p:sp>
    </p:spTree>
    <p:extLst>
      <p:ext uri="{BB962C8B-B14F-4D97-AF65-F5344CB8AC3E}">
        <p14:creationId xmlns:p14="http://schemas.microsoft.com/office/powerpoint/2010/main" val="3010681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9</a:t>
            </a:fld>
            <a:endParaRPr lang="en-US"/>
          </a:p>
        </p:txBody>
      </p:sp>
    </p:spTree>
    <p:extLst>
      <p:ext uri="{BB962C8B-B14F-4D97-AF65-F5344CB8AC3E}">
        <p14:creationId xmlns:p14="http://schemas.microsoft.com/office/powerpoint/2010/main" val="23254794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10</a:t>
            </a:fld>
            <a:endParaRPr lang="en-US"/>
          </a:p>
        </p:txBody>
      </p:sp>
    </p:spTree>
    <p:extLst>
      <p:ext uri="{BB962C8B-B14F-4D97-AF65-F5344CB8AC3E}">
        <p14:creationId xmlns:p14="http://schemas.microsoft.com/office/powerpoint/2010/main" val="81422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617283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2397643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033792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4136590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22950573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2404010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1103525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1883709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4225907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2738147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390272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39731215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24314707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32157427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7625707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21748505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36602871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12435246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2779033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1115602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36075863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extLst>
      <p:ext uri="{BB962C8B-B14F-4D97-AF65-F5344CB8AC3E}">
        <p14:creationId xmlns:p14="http://schemas.microsoft.com/office/powerpoint/2010/main" val="2468363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extLst>
      <p:ext uri="{BB962C8B-B14F-4D97-AF65-F5344CB8AC3E}">
        <p14:creationId xmlns:p14="http://schemas.microsoft.com/office/powerpoint/2010/main" val="13128462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35606900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extLst>
      <p:ext uri="{BB962C8B-B14F-4D97-AF65-F5344CB8AC3E}">
        <p14:creationId xmlns:p14="http://schemas.microsoft.com/office/powerpoint/2010/main" val="17904528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a:solidFill>
                <a:prstClr val="black"/>
              </a:solidFill>
            </a:endParaRPr>
          </a:p>
        </p:txBody>
      </p:sp>
    </p:spTree>
    <p:extLst>
      <p:ext uri="{BB962C8B-B14F-4D97-AF65-F5344CB8AC3E}">
        <p14:creationId xmlns:p14="http://schemas.microsoft.com/office/powerpoint/2010/main" val="26104159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a:solidFill>
                <a:prstClr val="black"/>
              </a:solidFill>
            </a:endParaRPr>
          </a:p>
        </p:txBody>
      </p:sp>
    </p:spTree>
    <p:extLst>
      <p:ext uri="{BB962C8B-B14F-4D97-AF65-F5344CB8AC3E}">
        <p14:creationId xmlns:p14="http://schemas.microsoft.com/office/powerpoint/2010/main" val="21826153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a:solidFill>
                <a:prstClr val="black"/>
              </a:solidFill>
            </a:endParaRPr>
          </a:p>
        </p:txBody>
      </p:sp>
    </p:spTree>
    <p:extLst>
      <p:ext uri="{BB962C8B-B14F-4D97-AF65-F5344CB8AC3E}">
        <p14:creationId xmlns:p14="http://schemas.microsoft.com/office/powerpoint/2010/main" val="3447392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a:solidFill>
                <a:prstClr val="black"/>
              </a:solidFill>
            </a:endParaRPr>
          </a:p>
        </p:txBody>
      </p:sp>
    </p:spTree>
    <p:extLst>
      <p:ext uri="{BB962C8B-B14F-4D97-AF65-F5344CB8AC3E}">
        <p14:creationId xmlns:p14="http://schemas.microsoft.com/office/powerpoint/2010/main" val="17255528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a:solidFill>
                <a:prstClr val="black"/>
              </a:solidFill>
            </a:endParaRPr>
          </a:p>
        </p:txBody>
      </p:sp>
    </p:spTree>
    <p:extLst>
      <p:ext uri="{BB962C8B-B14F-4D97-AF65-F5344CB8AC3E}">
        <p14:creationId xmlns:p14="http://schemas.microsoft.com/office/powerpoint/2010/main" val="18531938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a:solidFill>
                <a:prstClr val="black"/>
              </a:solidFill>
            </a:endParaRPr>
          </a:p>
        </p:txBody>
      </p:sp>
    </p:spTree>
    <p:extLst>
      <p:ext uri="{BB962C8B-B14F-4D97-AF65-F5344CB8AC3E}">
        <p14:creationId xmlns:p14="http://schemas.microsoft.com/office/powerpoint/2010/main" val="19889991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a:solidFill>
                <a:prstClr val="black"/>
              </a:solidFill>
            </a:endParaRPr>
          </a:p>
        </p:txBody>
      </p:sp>
    </p:spTree>
    <p:extLst>
      <p:ext uri="{BB962C8B-B14F-4D97-AF65-F5344CB8AC3E}">
        <p14:creationId xmlns:p14="http://schemas.microsoft.com/office/powerpoint/2010/main" val="23550841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a:solidFill>
                <a:prstClr val="black"/>
              </a:solidFill>
            </a:endParaRPr>
          </a:p>
        </p:txBody>
      </p:sp>
    </p:spTree>
    <p:extLst>
      <p:ext uri="{BB962C8B-B14F-4D97-AF65-F5344CB8AC3E}">
        <p14:creationId xmlns:p14="http://schemas.microsoft.com/office/powerpoint/2010/main" val="37809493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a:solidFill>
                <a:prstClr val="black"/>
              </a:solidFill>
            </a:endParaRPr>
          </a:p>
        </p:txBody>
      </p:sp>
    </p:spTree>
    <p:extLst>
      <p:ext uri="{BB962C8B-B14F-4D97-AF65-F5344CB8AC3E}">
        <p14:creationId xmlns:p14="http://schemas.microsoft.com/office/powerpoint/2010/main" val="26285426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a:solidFill>
                <a:prstClr val="black"/>
              </a:solidFill>
            </a:endParaRPr>
          </a:p>
        </p:txBody>
      </p:sp>
    </p:spTree>
    <p:extLst>
      <p:ext uri="{BB962C8B-B14F-4D97-AF65-F5344CB8AC3E}">
        <p14:creationId xmlns:p14="http://schemas.microsoft.com/office/powerpoint/2010/main" val="32365024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a:solidFill>
                <a:prstClr val="black"/>
              </a:solidFill>
            </a:endParaRPr>
          </a:p>
        </p:txBody>
      </p:sp>
    </p:spTree>
    <p:extLst>
      <p:ext uri="{BB962C8B-B14F-4D97-AF65-F5344CB8AC3E}">
        <p14:creationId xmlns:p14="http://schemas.microsoft.com/office/powerpoint/2010/main" val="16249487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a:solidFill>
                <a:prstClr val="black"/>
              </a:solidFill>
            </a:endParaRPr>
          </a:p>
        </p:txBody>
      </p:sp>
    </p:spTree>
    <p:extLst>
      <p:ext uri="{BB962C8B-B14F-4D97-AF65-F5344CB8AC3E}">
        <p14:creationId xmlns:p14="http://schemas.microsoft.com/office/powerpoint/2010/main" val="378807980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56</a:t>
            </a:fld>
            <a:endParaRPr lang="en-US">
              <a:solidFill>
                <a:prstClr val="black"/>
              </a:solidFill>
            </a:endParaRPr>
          </a:p>
        </p:txBody>
      </p:sp>
    </p:spTree>
    <p:extLst>
      <p:ext uri="{BB962C8B-B14F-4D97-AF65-F5344CB8AC3E}">
        <p14:creationId xmlns:p14="http://schemas.microsoft.com/office/powerpoint/2010/main" val="17734074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57</a:t>
            </a:fld>
            <a:endParaRPr lang="en-US"/>
          </a:p>
        </p:txBody>
      </p:sp>
    </p:spTree>
    <p:extLst>
      <p:ext uri="{BB962C8B-B14F-4D97-AF65-F5344CB8AC3E}">
        <p14:creationId xmlns:p14="http://schemas.microsoft.com/office/powerpoint/2010/main" val="154873956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59</a:t>
            </a:fld>
            <a:endParaRPr lang="en-US">
              <a:solidFill>
                <a:prstClr val="black"/>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60</a:t>
            </a:fld>
            <a:endParaRPr lang="en-US">
              <a:solidFill>
                <a:prstClr val="black"/>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61</a:t>
            </a:fld>
            <a:endParaRPr lang="en-US">
              <a:solidFill>
                <a:prstClr val="black"/>
              </a:solidFill>
            </a:endParaRPr>
          </a:p>
        </p:txBody>
      </p:sp>
    </p:spTree>
    <p:extLst>
      <p:ext uri="{BB962C8B-B14F-4D97-AF65-F5344CB8AC3E}">
        <p14:creationId xmlns:p14="http://schemas.microsoft.com/office/powerpoint/2010/main" val="29665781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62</a:t>
            </a:fld>
            <a:endParaRPr 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63</a:t>
            </a:fld>
            <a:endParaRPr lang="en-US">
              <a:solidFill>
                <a:prstClr val="black"/>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64</a:t>
            </a:fld>
            <a:endParaRPr lang="en-US">
              <a:solidFill>
                <a:prstClr val="black"/>
              </a:solidFill>
            </a:endParaRPr>
          </a:p>
        </p:txBody>
      </p:sp>
    </p:spTree>
    <p:extLst>
      <p:ext uri="{BB962C8B-B14F-4D97-AF65-F5344CB8AC3E}">
        <p14:creationId xmlns:p14="http://schemas.microsoft.com/office/powerpoint/2010/main" val="38676185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65</a:t>
            </a:fld>
            <a:endParaRPr lang="en-US">
              <a:solidFill>
                <a:prstClr val="black"/>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66</a:t>
            </a:fld>
            <a:endParaRPr lang="en-US">
              <a:solidFill>
                <a:prstClr val="black"/>
              </a:solidFill>
            </a:endParaRPr>
          </a:p>
        </p:txBody>
      </p:sp>
    </p:spTree>
    <p:extLst>
      <p:ext uri="{BB962C8B-B14F-4D97-AF65-F5344CB8AC3E}">
        <p14:creationId xmlns:p14="http://schemas.microsoft.com/office/powerpoint/2010/main" val="35713915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67</a:t>
            </a:fld>
            <a:endParaRPr lang="en-US">
              <a:solidFill>
                <a:prstClr val="black"/>
              </a:solidFill>
            </a:endParaRPr>
          </a:p>
        </p:txBody>
      </p:sp>
    </p:spTree>
    <p:extLst>
      <p:ext uri="{BB962C8B-B14F-4D97-AF65-F5344CB8AC3E}">
        <p14:creationId xmlns:p14="http://schemas.microsoft.com/office/powerpoint/2010/main" val="351495197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68</a:t>
            </a:fld>
            <a:endParaRPr lang="en-US">
              <a:solidFill>
                <a:prstClr val="black"/>
              </a:solidFill>
            </a:endParaRPr>
          </a:p>
        </p:txBody>
      </p:sp>
    </p:spTree>
    <p:extLst>
      <p:ext uri="{BB962C8B-B14F-4D97-AF65-F5344CB8AC3E}">
        <p14:creationId xmlns:p14="http://schemas.microsoft.com/office/powerpoint/2010/main" val="344016566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69</a:t>
            </a:fld>
            <a:endParaRPr lang="en-US">
              <a:solidFill>
                <a:prstClr val="black"/>
              </a:solidFill>
            </a:endParaRPr>
          </a:p>
        </p:txBody>
      </p:sp>
    </p:spTree>
    <p:extLst>
      <p:ext uri="{BB962C8B-B14F-4D97-AF65-F5344CB8AC3E}">
        <p14:creationId xmlns:p14="http://schemas.microsoft.com/office/powerpoint/2010/main" val="21931704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70</a:t>
            </a:fld>
            <a:endParaRPr lang="en-US">
              <a:solidFill>
                <a:prstClr val="black"/>
              </a:solidFill>
            </a:endParaRPr>
          </a:p>
        </p:txBody>
      </p:sp>
    </p:spTree>
    <p:extLst>
      <p:ext uri="{BB962C8B-B14F-4D97-AF65-F5344CB8AC3E}">
        <p14:creationId xmlns:p14="http://schemas.microsoft.com/office/powerpoint/2010/main" val="40053503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71</a:t>
            </a:fld>
            <a:endParaRPr lang="en-US">
              <a:solidFill>
                <a:prstClr val="black"/>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72</a:t>
            </a:fld>
            <a:endParaRPr lang="en-US">
              <a:solidFill>
                <a:prstClr val="black"/>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73</a:t>
            </a:fld>
            <a:endParaRPr lang="en-US">
              <a:solidFill>
                <a:prstClr val="black"/>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74</a:t>
            </a:fld>
            <a:endParaRPr lang="en-US">
              <a:solidFill>
                <a:prstClr val="black"/>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75</a:t>
            </a:fld>
            <a:endParaRPr lang="en-US">
              <a:solidFill>
                <a:prstClr val="black"/>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76</a:t>
            </a:fld>
            <a:endParaRPr lang="en-US">
              <a:solidFill>
                <a:prstClr val="black"/>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77</a:t>
            </a:fld>
            <a:endParaRPr lang="en-US">
              <a:solidFill>
                <a:prstClr val="black"/>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78</a:t>
            </a:fld>
            <a:endParaRPr lang="en-US">
              <a:solidFill>
                <a:prstClr val="black"/>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79</a:t>
            </a:fld>
            <a:endParaRPr lang="en-US">
              <a:solidFill>
                <a:prstClr val="black"/>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80</a:t>
            </a:fld>
            <a:endParaRPr lang="en-US">
              <a:solidFill>
                <a:prstClr val="black"/>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81</a:t>
            </a:fld>
            <a:endParaRPr lang="en-US">
              <a:solidFill>
                <a:prstClr val="black"/>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82</a:t>
            </a:fld>
            <a:endParaRPr lang="en-US">
              <a:solidFill>
                <a:prstClr val="black"/>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83</a:t>
            </a:fld>
            <a:endParaRPr lang="en-US">
              <a:solidFill>
                <a:prstClr val="black"/>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84</a:t>
            </a:fld>
            <a:endParaRPr lang="en-US">
              <a:solidFill>
                <a:prstClr val="black"/>
              </a:solidFill>
            </a:endParaRPr>
          </a:p>
        </p:txBody>
      </p:sp>
    </p:spTree>
    <p:extLst>
      <p:ext uri="{BB962C8B-B14F-4D97-AF65-F5344CB8AC3E}">
        <p14:creationId xmlns:p14="http://schemas.microsoft.com/office/powerpoint/2010/main" val="71902963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85</a:t>
            </a:fld>
            <a:endParaRPr lang="en-US">
              <a:solidFill>
                <a:prstClr val="black"/>
              </a:solidFill>
            </a:endParaRPr>
          </a:p>
        </p:txBody>
      </p:sp>
    </p:spTree>
    <p:extLst>
      <p:ext uri="{BB962C8B-B14F-4D97-AF65-F5344CB8AC3E}">
        <p14:creationId xmlns:p14="http://schemas.microsoft.com/office/powerpoint/2010/main" val="291484687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86</a:t>
            </a:fld>
            <a:endParaRPr lang="en-US">
              <a:solidFill>
                <a:prstClr val="black"/>
              </a:solidFill>
            </a:endParaRPr>
          </a:p>
        </p:txBody>
      </p:sp>
    </p:spTree>
    <p:extLst>
      <p:ext uri="{BB962C8B-B14F-4D97-AF65-F5344CB8AC3E}">
        <p14:creationId xmlns:p14="http://schemas.microsoft.com/office/powerpoint/2010/main" val="400067389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87</a:t>
            </a:fld>
            <a:endParaRPr lang="en-US">
              <a:solidFill>
                <a:prstClr val="black"/>
              </a:solidFill>
            </a:endParaRPr>
          </a:p>
        </p:txBody>
      </p:sp>
    </p:spTree>
    <p:extLst>
      <p:ext uri="{BB962C8B-B14F-4D97-AF65-F5344CB8AC3E}">
        <p14:creationId xmlns:p14="http://schemas.microsoft.com/office/powerpoint/2010/main" val="119769540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88</a:t>
            </a:fld>
            <a:endParaRPr lang="en-US">
              <a:solidFill>
                <a:prstClr val="black"/>
              </a:solidFill>
            </a:endParaRPr>
          </a:p>
        </p:txBody>
      </p:sp>
    </p:spTree>
    <p:extLst>
      <p:ext uri="{BB962C8B-B14F-4D97-AF65-F5344CB8AC3E}">
        <p14:creationId xmlns:p14="http://schemas.microsoft.com/office/powerpoint/2010/main" val="215829351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89</a:t>
            </a:fld>
            <a:endParaRPr lang="en-US">
              <a:solidFill>
                <a:prstClr val="black"/>
              </a:solidFill>
            </a:endParaRPr>
          </a:p>
        </p:txBody>
      </p:sp>
    </p:spTree>
    <p:extLst>
      <p:ext uri="{BB962C8B-B14F-4D97-AF65-F5344CB8AC3E}">
        <p14:creationId xmlns:p14="http://schemas.microsoft.com/office/powerpoint/2010/main" val="300889146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90</a:t>
            </a:fld>
            <a:endParaRPr lang="en-US">
              <a:solidFill>
                <a:prstClr val="black"/>
              </a:solidFil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91</a:t>
            </a:fld>
            <a:endParaRPr lang="en-US">
              <a:solidFill>
                <a:prstClr val="black"/>
              </a:solidFil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92</a:t>
            </a:fld>
            <a:endParaRPr lang="en-US">
              <a:solidFill>
                <a:prstClr val="black"/>
              </a:solidFil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93</a:t>
            </a:fld>
            <a:endParaRPr lang="en-US">
              <a:solidFill>
                <a:prstClr val="black"/>
              </a:solidFil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94</a:t>
            </a:fld>
            <a:endParaRPr lang="en-US">
              <a:solidFill>
                <a:prstClr val="black"/>
              </a:solidFill>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95</a:t>
            </a:fld>
            <a:endParaRPr lang="en-US">
              <a:solidFill>
                <a:prstClr val="black"/>
              </a:solidFil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96</a:t>
            </a:fld>
            <a:endParaRPr lang="en-US">
              <a:solidFill>
                <a:prstClr val="black"/>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97</a:t>
            </a:fld>
            <a:endParaRPr lang="en-US">
              <a:solidFill>
                <a:prstClr val="black"/>
              </a:solidFil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98</a:t>
            </a:fld>
            <a:endParaRPr lang="en-US">
              <a:solidFill>
                <a:prstClr val="black"/>
              </a:solidFil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99</a:t>
            </a:fld>
            <a:endParaRPr lang="en-US">
              <a:solidFill>
                <a:prstClr val="black"/>
              </a:solidFil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100</a:t>
            </a:fld>
            <a:endParaRPr lang="en-US">
              <a:solidFill>
                <a:prstClr val="black"/>
              </a:solidFill>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101</a:t>
            </a:fld>
            <a:endParaRPr lang="en-US">
              <a:solidFill>
                <a:prstClr val="black"/>
              </a:solidFill>
            </a:endParaRPr>
          </a:p>
        </p:txBody>
      </p:sp>
    </p:spTree>
    <p:extLst>
      <p:ext uri="{BB962C8B-B14F-4D97-AF65-F5344CB8AC3E}">
        <p14:creationId xmlns:p14="http://schemas.microsoft.com/office/powerpoint/2010/main" val="388627141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102</a:t>
            </a:fld>
            <a:endParaRPr lang="en-US">
              <a:solidFill>
                <a:prstClr val="black"/>
              </a:solidFill>
            </a:endParaRPr>
          </a:p>
        </p:txBody>
      </p:sp>
    </p:spTree>
    <p:extLst>
      <p:ext uri="{BB962C8B-B14F-4D97-AF65-F5344CB8AC3E}">
        <p14:creationId xmlns:p14="http://schemas.microsoft.com/office/powerpoint/2010/main" val="147151165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103</a:t>
            </a:fld>
            <a:endParaRPr lang="en-US">
              <a:solidFill>
                <a:prstClr val="black"/>
              </a:solidFill>
            </a:endParaRPr>
          </a:p>
        </p:txBody>
      </p:sp>
    </p:spTree>
    <p:extLst>
      <p:ext uri="{BB962C8B-B14F-4D97-AF65-F5344CB8AC3E}">
        <p14:creationId xmlns:p14="http://schemas.microsoft.com/office/powerpoint/2010/main" val="158876234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104</a:t>
            </a:fld>
            <a:endParaRPr lang="en-US">
              <a:solidFill>
                <a:prstClr val="black"/>
              </a:solidFill>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105</a:t>
            </a:fld>
            <a:endParaRPr lang="en-US">
              <a:solidFill>
                <a:prstClr val="black"/>
              </a:solidFill>
            </a:endParaRPr>
          </a:p>
        </p:txBody>
      </p:sp>
    </p:spTree>
    <p:extLst>
      <p:ext uri="{BB962C8B-B14F-4D97-AF65-F5344CB8AC3E}">
        <p14:creationId xmlns:p14="http://schemas.microsoft.com/office/powerpoint/2010/main" val="351540718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106</a:t>
            </a:fld>
            <a:endParaRPr lang="en-US">
              <a:solidFill>
                <a:prstClr val="black"/>
              </a:solidFill>
            </a:endParaRPr>
          </a:p>
        </p:txBody>
      </p:sp>
    </p:spTree>
    <p:extLst>
      <p:ext uri="{BB962C8B-B14F-4D97-AF65-F5344CB8AC3E}">
        <p14:creationId xmlns:p14="http://schemas.microsoft.com/office/powerpoint/2010/main" val="153284939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107</a:t>
            </a:fld>
            <a:endParaRPr lang="en-US">
              <a:solidFill>
                <a:prstClr val="black"/>
              </a:solidFill>
            </a:endParaRPr>
          </a:p>
        </p:txBody>
      </p:sp>
    </p:spTree>
    <p:extLst>
      <p:ext uri="{BB962C8B-B14F-4D97-AF65-F5344CB8AC3E}">
        <p14:creationId xmlns:p14="http://schemas.microsoft.com/office/powerpoint/2010/main" val="402774598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108</a:t>
            </a:fld>
            <a:endParaRPr lang="en-US">
              <a:solidFill>
                <a:prstClr val="black"/>
              </a:solidFil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109</a:t>
            </a:fld>
            <a:endParaRPr lang="en-US">
              <a:solidFill>
                <a:prstClr val="black"/>
              </a:solidFil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110</a:t>
            </a:fld>
            <a:endParaRPr lang="en-US">
              <a:solidFill>
                <a:prstClr val="black"/>
              </a:solidFill>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111</a:t>
            </a:fld>
            <a:endParaRPr lang="en-US">
              <a:solidFill>
                <a:prstClr val="black"/>
              </a:solidFill>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112</a:t>
            </a:fld>
            <a:endParaRPr lang="en-US">
              <a:solidFill>
                <a:prstClr val="black"/>
              </a:solidFil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113</a:t>
            </a:fld>
            <a:endParaRPr lang="en-US">
              <a:solidFill>
                <a:prstClr val="black"/>
              </a:solidFil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114</a:t>
            </a:fld>
            <a:endParaRPr lang="en-US">
              <a:solidFill>
                <a:prstClr val="black"/>
              </a:solidFill>
            </a:endParaRPr>
          </a:p>
        </p:txBody>
      </p:sp>
    </p:spTree>
    <p:extLst>
      <p:ext uri="{BB962C8B-B14F-4D97-AF65-F5344CB8AC3E}">
        <p14:creationId xmlns:p14="http://schemas.microsoft.com/office/powerpoint/2010/main" val="284562135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115</a:t>
            </a:fld>
            <a:endParaRPr lang="en-US">
              <a:solidFill>
                <a:prstClr val="black"/>
              </a:solidFill>
            </a:endParaRPr>
          </a:p>
        </p:txBody>
      </p:sp>
    </p:spTree>
    <p:extLst>
      <p:ext uri="{BB962C8B-B14F-4D97-AF65-F5344CB8AC3E}">
        <p14:creationId xmlns:p14="http://schemas.microsoft.com/office/powerpoint/2010/main" val="156578438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116</a:t>
            </a:fld>
            <a:endParaRPr lang="en-US">
              <a:solidFill>
                <a:prstClr val="black"/>
              </a:solidFill>
            </a:endParaRPr>
          </a:p>
        </p:txBody>
      </p:sp>
    </p:spTree>
    <p:extLst>
      <p:ext uri="{BB962C8B-B14F-4D97-AF65-F5344CB8AC3E}">
        <p14:creationId xmlns:p14="http://schemas.microsoft.com/office/powerpoint/2010/main" val="328199884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117</a:t>
            </a:fld>
            <a:endParaRPr lang="en-US">
              <a:solidFill>
                <a:prstClr val="black"/>
              </a:solidFill>
            </a:endParaRPr>
          </a:p>
        </p:txBody>
      </p:sp>
    </p:spTree>
    <p:extLst>
      <p:ext uri="{BB962C8B-B14F-4D97-AF65-F5344CB8AC3E}">
        <p14:creationId xmlns:p14="http://schemas.microsoft.com/office/powerpoint/2010/main" val="381205405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118</a:t>
            </a:fld>
            <a:endParaRPr lang="en-US">
              <a:solidFill>
                <a:prstClr val="black"/>
              </a:solidFill>
            </a:endParaRPr>
          </a:p>
        </p:txBody>
      </p:sp>
    </p:spTree>
    <p:extLst>
      <p:ext uri="{BB962C8B-B14F-4D97-AF65-F5344CB8AC3E}">
        <p14:creationId xmlns:p14="http://schemas.microsoft.com/office/powerpoint/2010/main" val="264890633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119</a:t>
            </a:fld>
            <a:endParaRPr lang="en-US">
              <a:solidFill>
                <a:prstClr val="black"/>
              </a:solidFill>
            </a:endParaRPr>
          </a:p>
        </p:txBody>
      </p:sp>
    </p:spTree>
    <p:extLst>
      <p:ext uri="{BB962C8B-B14F-4D97-AF65-F5344CB8AC3E}">
        <p14:creationId xmlns:p14="http://schemas.microsoft.com/office/powerpoint/2010/main" val="374066362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120</a:t>
            </a:fld>
            <a:endParaRPr lang="en-US">
              <a:solidFill>
                <a:prstClr val="black"/>
              </a:solidFill>
            </a:endParaRPr>
          </a:p>
        </p:txBody>
      </p:sp>
    </p:spTree>
    <p:extLst>
      <p:ext uri="{BB962C8B-B14F-4D97-AF65-F5344CB8AC3E}">
        <p14:creationId xmlns:p14="http://schemas.microsoft.com/office/powerpoint/2010/main" val="123422107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121</a:t>
            </a:fld>
            <a:endParaRPr lang="en-US">
              <a:solidFill>
                <a:prstClr val="black"/>
              </a:solidFill>
            </a:endParaRPr>
          </a:p>
        </p:txBody>
      </p:sp>
    </p:spTree>
    <p:extLst>
      <p:ext uri="{BB962C8B-B14F-4D97-AF65-F5344CB8AC3E}">
        <p14:creationId xmlns:p14="http://schemas.microsoft.com/office/powerpoint/2010/main" val="7168285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122</a:t>
            </a:fld>
            <a:endParaRPr lang="en-US">
              <a:solidFill>
                <a:prstClr val="black"/>
              </a:solidFill>
            </a:endParaRPr>
          </a:p>
        </p:txBody>
      </p:sp>
    </p:spTree>
    <p:extLst>
      <p:ext uri="{BB962C8B-B14F-4D97-AF65-F5344CB8AC3E}">
        <p14:creationId xmlns:p14="http://schemas.microsoft.com/office/powerpoint/2010/main" val="279582114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123</a:t>
            </a:fld>
            <a:endParaRPr lang="en-US">
              <a:solidFill>
                <a:prstClr val="black"/>
              </a:solidFill>
            </a:endParaRPr>
          </a:p>
        </p:txBody>
      </p:sp>
    </p:spTree>
    <p:extLst>
      <p:ext uri="{BB962C8B-B14F-4D97-AF65-F5344CB8AC3E}">
        <p14:creationId xmlns:p14="http://schemas.microsoft.com/office/powerpoint/2010/main" val="396938254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124</a:t>
            </a:fld>
            <a:endParaRPr lang="en-US">
              <a:solidFill>
                <a:prstClr val="black"/>
              </a:solidFill>
            </a:endParaRPr>
          </a:p>
        </p:txBody>
      </p:sp>
    </p:spTree>
    <p:extLst>
      <p:ext uri="{BB962C8B-B14F-4D97-AF65-F5344CB8AC3E}">
        <p14:creationId xmlns:p14="http://schemas.microsoft.com/office/powerpoint/2010/main" val="123561106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125</a:t>
            </a:fld>
            <a:endParaRPr lang="en-US">
              <a:solidFill>
                <a:prstClr val="black"/>
              </a:solidFill>
            </a:endParaRPr>
          </a:p>
        </p:txBody>
      </p:sp>
    </p:spTree>
    <p:extLst>
      <p:ext uri="{BB962C8B-B14F-4D97-AF65-F5344CB8AC3E}">
        <p14:creationId xmlns:p14="http://schemas.microsoft.com/office/powerpoint/2010/main" val="150084081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126</a:t>
            </a:fld>
            <a:endParaRPr lang="en-US">
              <a:solidFill>
                <a:prstClr val="black"/>
              </a:solidFill>
            </a:endParaRPr>
          </a:p>
        </p:txBody>
      </p:sp>
    </p:spTree>
    <p:extLst>
      <p:ext uri="{BB962C8B-B14F-4D97-AF65-F5344CB8AC3E}">
        <p14:creationId xmlns:p14="http://schemas.microsoft.com/office/powerpoint/2010/main" val="227496063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127</a:t>
            </a:fld>
            <a:endParaRPr lang="en-US">
              <a:solidFill>
                <a:prstClr val="black"/>
              </a:solidFill>
            </a:endParaRPr>
          </a:p>
        </p:txBody>
      </p:sp>
    </p:spTree>
    <p:extLst>
      <p:ext uri="{BB962C8B-B14F-4D97-AF65-F5344CB8AC3E}">
        <p14:creationId xmlns:p14="http://schemas.microsoft.com/office/powerpoint/2010/main" val="272006454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128</a:t>
            </a:fld>
            <a:endParaRPr lang="en-US">
              <a:solidFill>
                <a:prstClr val="black"/>
              </a:solidFill>
            </a:endParaRPr>
          </a:p>
        </p:txBody>
      </p:sp>
    </p:spTree>
    <p:extLst>
      <p:ext uri="{BB962C8B-B14F-4D97-AF65-F5344CB8AC3E}">
        <p14:creationId xmlns:p14="http://schemas.microsoft.com/office/powerpoint/2010/main" val="89376742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129</a:t>
            </a:fld>
            <a:endParaRPr lang="en-US">
              <a:solidFill>
                <a:prstClr val="black"/>
              </a:solidFill>
            </a:endParaRPr>
          </a:p>
        </p:txBody>
      </p:sp>
    </p:spTree>
    <p:extLst>
      <p:ext uri="{BB962C8B-B14F-4D97-AF65-F5344CB8AC3E}">
        <p14:creationId xmlns:p14="http://schemas.microsoft.com/office/powerpoint/2010/main" val="65001239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130</a:t>
            </a:fld>
            <a:endParaRPr lang="en-US">
              <a:solidFill>
                <a:prstClr val="black"/>
              </a:solidFill>
            </a:endParaRPr>
          </a:p>
        </p:txBody>
      </p:sp>
    </p:spTree>
    <p:extLst>
      <p:ext uri="{BB962C8B-B14F-4D97-AF65-F5344CB8AC3E}">
        <p14:creationId xmlns:p14="http://schemas.microsoft.com/office/powerpoint/2010/main" val="53548993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131</a:t>
            </a:fld>
            <a:endParaRPr lang="en-US">
              <a:solidFill>
                <a:prstClr val="black"/>
              </a:solidFill>
            </a:endParaRPr>
          </a:p>
        </p:txBody>
      </p:sp>
    </p:spTree>
    <p:extLst>
      <p:ext uri="{BB962C8B-B14F-4D97-AF65-F5344CB8AC3E}">
        <p14:creationId xmlns:p14="http://schemas.microsoft.com/office/powerpoint/2010/main" val="191488964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132</a:t>
            </a:fld>
            <a:endParaRPr lang="en-US">
              <a:solidFill>
                <a:prstClr val="black"/>
              </a:solidFill>
            </a:endParaRPr>
          </a:p>
        </p:txBody>
      </p:sp>
    </p:spTree>
    <p:extLst>
      <p:ext uri="{BB962C8B-B14F-4D97-AF65-F5344CB8AC3E}">
        <p14:creationId xmlns:p14="http://schemas.microsoft.com/office/powerpoint/2010/main" val="85675591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133</a:t>
            </a:fld>
            <a:endParaRPr lang="en-US">
              <a:solidFill>
                <a:prstClr val="black"/>
              </a:solidFill>
            </a:endParaRPr>
          </a:p>
        </p:txBody>
      </p:sp>
    </p:spTree>
    <p:extLst>
      <p:ext uri="{BB962C8B-B14F-4D97-AF65-F5344CB8AC3E}">
        <p14:creationId xmlns:p14="http://schemas.microsoft.com/office/powerpoint/2010/main" val="165670562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134</a:t>
            </a:fld>
            <a:endParaRPr lang="en-US">
              <a:solidFill>
                <a:prstClr val="black"/>
              </a:solidFill>
            </a:endParaRPr>
          </a:p>
        </p:txBody>
      </p:sp>
    </p:spTree>
    <p:extLst>
      <p:ext uri="{BB962C8B-B14F-4D97-AF65-F5344CB8AC3E}">
        <p14:creationId xmlns:p14="http://schemas.microsoft.com/office/powerpoint/2010/main" val="407914491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135</a:t>
            </a:fld>
            <a:endParaRPr lang="en-US">
              <a:solidFill>
                <a:prstClr val="black"/>
              </a:solidFill>
            </a:endParaRPr>
          </a:p>
        </p:txBody>
      </p:sp>
    </p:spTree>
    <p:extLst>
      <p:ext uri="{BB962C8B-B14F-4D97-AF65-F5344CB8AC3E}">
        <p14:creationId xmlns:p14="http://schemas.microsoft.com/office/powerpoint/2010/main" val="266478925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136</a:t>
            </a:fld>
            <a:endParaRPr lang="en-US">
              <a:solidFill>
                <a:prstClr val="black"/>
              </a:solidFill>
            </a:endParaRPr>
          </a:p>
        </p:txBody>
      </p:sp>
    </p:spTree>
    <p:extLst>
      <p:ext uri="{BB962C8B-B14F-4D97-AF65-F5344CB8AC3E}">
        <p14:creationId xmlns:p14="http://schemas.microsoft.com/office/powerpoint/2010/main" val="332428091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137</a:t>
            </a:fld>
            <a:endParaRPr lang="en-US">
              <a:solidFill>
                <a:prstClr val="black"/>
              </a:solidFill>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138</a:t>
            </a:fld>
            <a:endParaRPr lang="en-US">
              <a:solidFill>
                <a:prstClr val="black"/>
              </a:solidFill>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139</a:t>
            </a:fld>
            <a:endParaRPr lang="en-US">
              <a:solidFill>
                <a:prstClr val="black"/>
              </a:solidFill>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140</a:t>
            </a:fld>
            <a:endParaRPr lang="en-US">
              <a:solidFill>
                <a:prstClr val="black"/>
              </a:solidFill>
            </a:endParaRPr>
          </a:p>
        </p:txBody>
      </p:sp>
    </p:spTree>
    <p:extLst>
      <p:ext uri="{BB962C8B-B14F-4D97-AF65-F5344CB8AC3E}">
        <p14:creationId xmlns:p14="http://schemas.microsoft.com/office/powerpoint/2010/main" val="206957176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141</a:t>
            </a:fld>
            <a:endParaRPr lang="en-US">
              <a:solidFill>
                <a:prstClr val="black"/>
              </a:solidFill>
            </a:endParaRPr>
          </a:p>
        </p:txBody>
      </p:sp>
    </p:spTree>
    <p:extLst>
      <p:ext uri="{BB962C8B-B14F-4D97-AF65-F5344CB8AC3E}">
        <p14:creationId xmlns:p14="http://schemas.microsoft.com/office/powerpoint/2010/main" val="13922586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142</a:t>
            </a:fld>
            <a:endParaRPr lang="en-US">
              <a:solidFill>
                <a:prstClr val="black"/>
              </a:solidFill>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143</a:t>
            </a:fld>
            <a:endParaRPr lang="en-US">
              <a:solidFill>
                <a:prstClr val="black"/>
              </a:solidFill>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144</a:t>
            </a:fld>
            <a:endParaRPr lang="en-US">
              <a:solidFill>
                <a:prstClr val="black"/>
              </a:solidFill>
            </a:endParaRPr>
          </a:p>
        </p:txBody>
      </p:sp>
    </p:spTree>
    <p:extLst>
      <p:ext uri="{BB962C8B-B14F-4D97-AF65-F5344CB8AC3E}">
        <p14:creationId xmlns:p14="http://schemas.microsoft.com/office/powerpoint/2010/main" val="20201632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145</a:t>
            </a:fld>
            <a:endParaRPr lang="en-US">
              <a:solidFill>
                <a:prstClr val="black"/>
              </a:solidFill>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146</a:t>
            </a:fld>
            <a:endParaRPr lang="en-US">
              <a:solidFill>
                <a:prstClr val="black"/>
              </a:solidFill>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147</a:t>
            </a:fld>
            <a:endParaRPr lang="en-US">
              <a:solidFill>
                <a:prstClr val="black"/>
              </a:solidFill>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148</a:t>
            </a:fld>
            <a:endParaRPr lang="en-US">
              <a:solidFill>
                <a:prstClr val="black"/>
              </a:solidFill>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149</a:t>
            </a:fld>
            <a:endParaRPr lang="en-US">
              <a:solidFill>
                <a:prstClr val="black"/>
              </a:solidFill>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150</a:t>
            </a:fld>
            <a:endParaRPr lang="en-US">
              <a:solidFill>
                <a:prstClr val="black"/>
              </a:solidFill>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151</a:t>
            </a:fld>
            <a:endParaRPr lang="en-US">
              <a:solidFill>
                <a:prstClr val="black"/>
              </a:solidFill>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152</a:t>
            </a:fld>
            <a:endParaRPr lang="en-US">
              <a:solidFill>
                <a:prstClr val="black"/>
              </a:solidFill>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153</a:t>
            </a:fld>
            <a:endParaRPr lang="en-US">
              <a:solidFill>
                <a:prstClr val="black"/>
              </a:solidFill>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154</a:t>
            </a:fld>
            <a:endParaRPr lang="en-US">
              <a:solidFill>
                <a:prstClr val="black"/>
              </a:solidFill>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155</a:t>
            </a:fld>
            <a:endParaRPr lang="en-US">
              <a:solidFill>
                <a:prstClr val="black"/>
              </a:solidFill>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156</a:t>
            </a:fld>
            <a:endParaRPr lang="en-US">
              <a:solidFill>
                <a:prstClr val="black"/>
              </a:solidFill>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157</a:t>
            </a:fld>
            <a:endParaRPr lang="en-US">
              <a:solidFill>
                <a:prstClr val="black"/>
              </a:solidFill>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158</a:t>
            </a:fld>
            <a:endParaRPr lang="en-US">
              <a:solidFill>
                <a:prstClr val="black"/>
              </a:solidFill>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159</a:t>
            </a:fld>
            <a:endParaRPr lang="en-US">
              <a:solidFill>
                <a:prstClr val="black"/>
              </a:solidFill>
            </a:endParaRPr>
          </a:p>
        </p:txBody>
      </p:sp>
    </p:spTree>
    <p:extLst>
      <p:ext uri="{BB962C8B-B14F-4D97-AF65-F5344CB8AC3E}">
        <p14:creationId xmlns:p14="http://schemas.microsoft.com/office/powerpoint/2010/main" val="65878476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160</a:t>
            </a:fld>
            <a:endParaRPr lang="en-US">
              <a:solidFill>
                <a:prstClr val="black"/>
              </a:solidFill>
            </a:endParaRPr>
          </a:p>
        </p:txBody>
      </p:sp>
    </p:spTree>
    <p:extLst>
      <p:ext uri="{BB962C8B-B14F-4D97-AF65-F5344CB8AC3E}">
        <p14:creationId xmlns:p14="http://schemas.microsoft.com/office/powerpoint/2010/main" val="685257059"/>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161</a:t>
            </a:fld>
            <a:endParaRPr lang="en-US">
              <a:solidFill>
                <a:prstClr val="black"/>
              </a:solidFill>
            </a:endParaRPr>
          </a:p>
        </p:txBody>
      </p:sp>
    </p:spTree>
    <p:extLst>
      <p:ext uri="{BB962C8B-B14F-4D97-AF65-F5344CB8AC3E}">
        <p14:creationId xmlns:p14="http://schemas.microsoft.com/office/powerpoint/2010/main" val="265006492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162</a:t>
            </a:fld>
            <a:endParaRPr lang="en-US">
              <a:solidFill>
                <a:prstClr val="black"/>
              </a:solidFill>
            </a:endParaRPr>
          </a:p>
        </p:txBody>
      </p:sp>
    </p:spTree>
    <p:extLst>
      <p:ext uri="{BB962C8B-B14F-4D97-AF65-F5344CB8AC3E}">
        <p14:creationId xmlns:p14="http://schemas.microsoft.com/office/powerpoint/2010/main" val="130241811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163</a:t>
            </a:fld>
            <a:endParaRPr lang="en-US">
              <a:solidFill>
                <a:prstClr val="black"/>
              </a:solidFill>
            </a:endParaRPr>
          </a:p>
        </p:txBody>
      </p:sp>
    </p:spTree>
    <p:extLst>
      <p:ext uri="{BB962C8B-B14F-4D97-AF65-F5344CB8AC3E}">
        <p14:creationId xmlns:p14="http://schemas.microsoft.com/office/powerpoint/2010/main" val="163756882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164</a:t>
            </a:fld>
            <a:endParaRPr lang="en-US">
              <a:solidFill>
                <a:prstClr val="black"/>
              </a:solidFill>
            </a:endParaRPr>
          </a:p>
        </p:txBody>
      </p:sp>
    </p:spTree>
    <p:extLst>
      <p:ext uri="{BB962C8B-B14F-4D97-AF65-F5344CB8AC3E}">
        <p14:creationId xmlns:p14="http://schemas.microsoft.com/office/powerpoint/2010/main" val="998281897"/>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165</a:t>
            </a:fld>
            <a:endParaRPr lang="en-US">
              <a:solidFill>
                <a:prstClr val="black"/>
              </a:solidFill>
            </a:endParaRPr>
          </a:p>
        </p:txBody>
      </p:sp>
    </p:spTree>
    <p:extLst>
      <p:ext uri="{BB962C8B-B14F-4D97-AF65-F5344CB8AC3E}">
        <p14:creationId xmlns:p14="http://schemas.microsoft.com/office/powerpoint/2010/main" val="44053650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166</a:t>
            </a:fld>
            <a:endParaRPr lang="en-US">
              <a:solidFill>
                <a:prstClr val="black"/>
              </a:solidFill>
            </a:endParaRPr>
          </a:p>
        </p:txBody>
      </p:sp>
    </p:spTree>
    <p:extLst>
      <p:ext uri="{BB962C8B-B14F-4D97-AF65-F5344CB8AC3E}">
        <p14:creationId xmlns:p14="http://schemas.microsoft.com/office/powerpoint/2010/main" val="172657824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167</a:t>
            </a:fld>
            <a:endParaRPr lang="en-US">
              <a:solidFill>
                <a:prstClr val="black"/>
              </a:solidFill>
            </a:endParaRPr>
          </a:p>
        </p:txBody>
      </p:sp>
    </p:spTree>
    <p:extLst>
      <p:ext uri="{BB962C8B-B14F-4D97-AF65-F5344CB8AC3E}">
        <p14:creationId xmlns:p14="http://schemas.microsoft.com/office/powerpoint/2010/main" val="4253956704"/>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168</a:t>
            </a:fld>
            <a:endParaRPr lang="en-US">
              <a:solidFill>
                <a:prstClr val="black"/>
              </a:solidFill>
            </a:endParaRPr>
          </a:p>
        </p:txBody>
      </p:sp>
    </p:spTree>
    <p:extLst>
      <p:ext uri="{BB962C8B-B14F-4D97-AF65-F5344CB8AC3E}">
        <p14:creationId xmlns:p14="http://schemas.microsoft.com/office/powerpoint/2010/main" val="420148997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169</a:t>
            </a:fld>
            <a:endParaRPr lang="en-US">
              <a:solidFill>
                <a:prstClr val="black"/>
              </a:solidFill>
            </a:endParaRPr>
          </a:p>
        </p:txBody>
      </p:sp>
    </p:spTree>
    <p:extLst>
      <p:ext uri="{BB962C8B-B14F-4D97-AF65-F5344CB8AC3E}">
        <p14:creationId xmlns:p14="http://schemas.microsoft.com/office/powerpoint/2010/main" val="116808863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170</a:t>
            </a:fld>
            <a:endParaRPr lang="en-US">
              <a:solidFill>
                <a:prstClr val="black"/>
              </a:solidFill>
            </a:endParaRPr>
          </a:p>
        </p:txBody>
      </p:sp>
    </p:spTree>
    <p:extLst>
      <p:ext uri="{BB962C8B-B14F-4D97-AF65-F5344CB8AC3E}">
        <p14:creationId xmlns:p14="http://schemas.microsoft.com/office/powerpoint/2010/main" val="4232968035"/>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171</a:t>
            </a:fld>
            <a:endParaRPr lang="en-US">
              <a:solidFill>
                <a:prstClr val="black"/>
              </a:solidFill>
            </a:endParaRPr>
          </a:p>
        </p:txBody>
      </p:sp>
    </p:spTree>
    <p:extLst>
      <p:ext uri="{BB962C8B-B14F-4D97-AF65-F5344CB8AC3E}">
        <p14:creationId xmlns:p14="http://schemas.microsoft.com/office/powerpoint/2010/main" val="2570937209"/>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172</a:t>
            </a:fld>
            <a:endParaRPr lang="en-US">
              <a:solidFill>
                <a:prstClr val="black"/>
              </a:solidFill>
            </a:endParaRPr>
          </a:p>
        </p:txBody>
      </p:sp>
    </p:spTree>
    <p:extLst>
      <p:ext uri="{BB962C8B-B14F-4D97-AF65-F5344CB8AC3E}">
        <p14:creationId xmlns:p14="http://schemas.microsoft.com/office/powerpoint/2010/main" val="347309817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173</a:t>
            </a:fld>
            <a:endParaRPr lang="en-US">
              <a:solidFill>
                <a:prstClr val="black"/>
              </a:solidFill>
            </a:endParaRPr>
          </a:p>
        </p:txBody>
      </p:sp>
    </p:spTree>
    <p:extLst>
      <p:ext uri="{BB962C8B-B14F-4D97-AF65-F5344CB8AC3E}">
        <p14:creationId xmlns:p14="http://schemas.microsoft.com/office/powerpoint/2010/main" val="589345417"/>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174</a:t>
            </a:fld>
            <a:endParaRPr lang="en-US">
              <a:solidFill>
                <a:prstClr val="black"/>
              </a:solidFill>
            </a:endParaRPr>
          </a:p>
        </p:txBody>
      </p:sp>
    </p:spTree>
    <p:extLst>
      <p:ext uri="{BB962C8B-B14F-4D97-AF65-F5344CB8AC3E}">
        <p14:creationId xmlns:p14="http://schemas.microsoft.com/office/powerpoint/2010/main" val="211670964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175</a:t>
            </a:fld>
            <a:endParaRPr lang="en-US">
              <a:solidFill>
                <a:prstClr val="black"/>
              </a:solidFill>
            </a:endParaRPr>
          </a:p>
        </p:txBody>
      </p:sp>
    </p:spTree>
    <p:extLst>
      <p:ext uri="{BB962C8B-B14F-4D97-AF65-F5344CB8AC3E}">
        <p14:creationId xmlns:p14="http://schemas.microsoft.com/office/powerpoint/2010/main" val="315555463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176</a:t>
            </a:fld>
            <a:endParaRPr lang="en-US">
              <a:solidFill>
                <a:prstClr val="black"/>
              </a:solidFill>
              <a:latin typeface="Calibri" pitchFamily="34" charset="0"/>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177</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68.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169.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69.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17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70.xml"/><Relationship Id="rId1" Type="http://schemas.openxmlformats.org/officeDocument/2006/relationships/slideLayout" Target="../slideLayouts/slideLayout2.xml"/><Relationship Id="rId4" Type="http://schemas.openxmlformats.org/officeDocument/2006/relationships/image" Target="../media/image126.jp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76.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149686780"/>
              </p:ext>
            </p:extLst>
          </p:nvPr>
        </p:nvGraphicFramePr>
        <p:xfrm>
          <a:off x="152400" y="1196752"/>
          <a:ext cx="89916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824316813"/>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17" dur="500"/>
                                        <p:tgtEl>
                                          <p:spTgt spid="7">
                                            <p:graphicEl>
                                              <a:dgm id="{126D987F-03E4-4E3A-BED9-08B6BA3A15AB}"/>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2" dur="500"/>
                                        <p:tgtEl>
                                          <p:spTgt spid="7">
                                            <p:graphicEl>
                                              <a:dgm id="{A0EFA616-1553-4077-9D32-88AE20AC055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27" dur="500"/>
                                        <p:tgtEl>
                                          <p:spTgt spid="7">
                                            <p:graphicEl>
                                              <a:dgm id="{D944875E-4200-44D3-9F4D-D995865E5F68}"/>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83206033"/>
              </p:ext>
            </p:extLst>
          </p:nvPr>
        </p:nvGraphicFramePr>
        <p:xfrm>
          <a:off x="152400" y="16002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7">
                                            <p:graphicEl>
                                              <a:dgm id="{2C05064A-AF3B-4300-BA44-77588901B427}"/>
                                            </p:graphicEl>
                                          </p:spTgt>
                                        </p:tgtEl>
                                        <p:attrNameLst>
                                          <p:attrName>style.visibility</p:attrName>
                                        </p:attrNameLst>
                                      </p:cBhvr>
                                      <p:to>
                                        <p:strVal val="visible"/>
                                      </p:to>
                                    </p:set>
                                    <p:animEffect transition="in" filter="dissolve">
                                      <p:cBhvr>
                                        <p:cTn id="7" dur="500"/>
                                        <p:tgtEl>
                                          <p:spTgt spid="7">
                                            <p:graphicEl>
                                              <a:dgm id="{2C05064A-AF3B-4300-BA44-77588901B427}"/>
                                            </p:graphicEl>
                                          </p:spTgt>
                                        </p:tgtEl>
                                      </p:cBhvr>
                                    </p:animEffect>
                                  </p:childTnLst>
                                </p:cTn>
                              </p:par>
                            </p:childTnLst>
                          </p:cTn>
                        </p:par>
                        <p:par>
                          <p:cTn id="8" fill="hold">
                            <p:stCondLst>
                              <p:cond delay="2500"/>
                            </p:stCondLst>
                            <p:childTnLst>
                              <p:par>
                                <p:cTn id="9" presetID="9" presetClass="entr" presetSubtype="0" fill="hold" grpId="0" nodeType="afterEffect">
                                  <p:stCondLst>
                                    <p:cond delay="2000"/>
                                  </p:stCondLst>
                                  <p:childTnLst>
                                    <p:set>
                                      <p:cBhvr>
                                        <p:cTn id="10" dur="1" fill="hold">
                                          <p:stCondLst>
                                            <p:cond delay="0"/>
                                          </p:stCondLst>
                                        </p:cTn>
                                        <p:tgtEl>
                                          <p:spTgt spid="7">
                                            <p:graphicEl>
                                              <a:dgm id="{78E50E59-2D61-469F-90EB-61D50540AF76}"/>
                                            </p:graphicEl>
                                          </p:spTgt>
                                        </p:tgtEl>
                                        <p:attrNameLst>
                                          <p:attrName>style.visibility</p:attrName>
                                        </p:attrNameLst>
                                      </p:cBhvr>
                                      <p:to>
                                        <p:strVal val="visible"/>
                                      </p:to>
                                    </p:set>
                                    <p:animEffect transition="in" filter="dissolve">
                                      <p:cBhvr>
                                        <p:cTn id="11" dur="500"/>
                                        <p:tgtEl>
                                          <p:spTgt spid="7">
                                            <p:graphicEl>
                                              <a:dgm id="{78E50E59-2D61-469F-90EB-61D50540AF76}"/>
                                            </p:graphicEl>
                                          </p:spTgt>
                                        </p:tgtEl>
                                      </p:cBhvr>
                                    </p:animEffect>
                                  </p:childTnLst>
                                </p:cTn>
                              </p:par>
                            </p:childTnLst>
                          </p:cTn>
                        </p:par>
                        <p:par>
                          <p:cTn id="12" fill="hold">
                            <p:stCondLst>
                              <p:cond delay="5000"/>
                            </p:stCondLst>
                            <p:childTnLst>
                              <p:par>
                                <p:cTn id="13" presetID="9" presetClass="entr" presetSubtype="0" fill="hold" grpId="0" nodeType="afterEffect">
                                  <p:stCondLst>
                                    <p:cond delay="2000"/>
                                  </p:stCondLst>
                                  <p:childTnLst>
                                    <p:set>
                                      <p:cBhvr>
                                        <p:cTn id="14" dur="1" fill="hold">
                                          <p:stCondLst>
                                            <p:cond delay="0"/>
                                          </p:stCondLst>
                                        </p:cTn>
                                        <p:tgtEl>
                                          <p:spTgt spid="7">
                                            <p:graphicEl>
                                              <a:dgm id="{CA6D4895-767A-41FC-AA1D-E44C43383021}"/>
                                            </p:graphicEl>
                                          </p:spTgt>
                                        </p:tgtEl>
                                        <p:attrNameLst>
                                          <p:attrName>style.visibility</p:attrName>
                                        </p:attrNameLst>
                                      </p:cBhvr>
                                      <p:to>
                                        <p:strVal val="visible"/>
                                      </p:to>
                                    </p:set>
                                    <p:animEffect transition="in" filter="dissolve">
                                      <p:cBhvr>
                                        <p:cTn id="15" dur="500"/>
                                        <p:tgtEl>
                                          <p:spTgt spid="7">
                                            <p:graphicEl>
                                              <a:dgm id="{CA6D4895-767A-41FC-AA1D-E44C43383021}"/>
                                            </p:graphicEl>
                                          </p:spTgt>
                                        </p:tgtEl>
                                      </p:cBhvr>
                                    </p:animEffect>
                                  </p:childTnLst>
                                </p:cTn>
                              </p:par>
                            </p:childTnLst>
                          </p:cTn>
                        </p:par>
                        <p:par>
                          <p:cTn id="16" fill="hold">
                            <p:stCondLst>
                              <p:cond delay="7500"/>
                            </p:stCondLst>
                            <p:childTnLst>
                              <p:par>
                                <p:cTn id="17" presetID="9" presetClass="entr" presetSubtype="0" fill="hold" grpId="0" nodeType="afterEffect">
                                  <p:stCondLst>
                                    <p:cond delay="2000"/>
                                  </p:stCondLst>
                                  <p:childTnLst>
                                    <p:set>
                                      <p:cBhvr>
                                        <p:cTn id="18" dur="1" fill="hold">
                                          <p:stCondLst>
                                            <p:cond delay="0"/>
                                          </p:stCondLst>
                                        </p:cTn>
                                        <p:tgtEl>
                                          <p:spTgt spid="7">
                                            <p:graphicEl>
                                              <a:dgm id="{6CE1FDA2-9B33-4C87-8A66-B5121E5141DD}"/>
                                            </p:graphicEl>
                                          </p:spTgt>
                                        </p:tgtEl>
                                        <p:attrNameLst>
                                          <p:attrName>style.visibility</p:attrName>
                                        </p:attrNameLst>
                                      </p:cBhvr>
                                      <p:to>
                                        <p:strVal val="visible"/>
                                      </p:to>
                                    </p:set>
                                    <p:animEffect transition="in" filter="dissolve">
                                      <p:cBhvr>
                                        <p:cTn id="19" dur="500"/>
                                        <p:tgtEl>
                                          <p:spTgt spid="7">
                                            <p:graphicEl>
                                              <a:dgm id="{6CE1FDA2-9B33-4C87-8A66-B5121E5141DD}"/>
                                            </p:graphicEl>
                                          </p:spTgt>
                                        </p:tgtEl>
                                      </p:cBhvr>
                                    </p:animEffect>
                                  </p:childTnLst>
                                </p:cTn>
                              </p:par>
                            </p:childTnLst>
                          </p:cTn>
                        </p:par>
                        <p:par>
                          <p:cTn id="20" fill="hold">
                            <p:stCondLst>
                              <p:cond delay="10000"/>
                            </p:stCondLst>
                            <p:childTnLst>
                              <p:par>
                                <p:cTn id="21" presetID="9" presetClass="entr" presetSubtype="0" fill="hold" grpId="0" nodeType="afterEffect">
                                  <p:stCondLst>
                                    <p:cond delay="2000"/>
                                  </p:stCondLst>
                                  <p:childTnLst>
                                    <p:set>
                                      <p:cBhvr>
                                        <p:cTn id="22" dur="1" fill="hold">
                                          <p:stCondLst>
                                            <p:cond delay="0"/>
                                          </p:stCondLst>
                                        </p:cTn>
                                        <p:tgtEl>
                                          <p:spTgt spid="7">
                                            <p:graphicEl>
                                              <a:dgm id="{A3CFB6C1-AB2E-4C26-9483-C7BA772609A7}"/>
                                            </p:graphicEl>
                                          </p:spTgt>
                                        </p:tgtEl>
                                        <p:attrNameLst>
                                          <p:attrName>style.visibility</p:attrName>
                                        </p:attrNameLst>
                                      </p:cBhvr>
                                      <p:to>
                                        <p:strVal val="visible"/>
                                      </p:to>
                                    </p:set>
                                    <p:animEffect transition="in" filter="dissolve">
                                      <p:cBhvr>
                                        <p:cTn id="23" dur="500"/>
                                        <p:tgtEl>
                                          <p:spTgt spid="7">
                                            <p:graphicEl>
                                              <a:dgm id="{A3CFB6C1-AB2E-4C26-9483-C7BA772609A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US" dirty="0"/>
              <a:t>Using the insertion point to add text</a:t>
            </a:r>
          </a:p>
        </p:txBody>
      </p:sp>
      <p:sp>
        <p:nvSpPr>
          <p:cNvPr id="3" name="Content Placeholder 2"/>
          <p:cNvSpPr>
            <a:spLocks noGrp="1"/>
          </p:cNvSpPr>
          <p:nvPr>
            <p:ph idx="1"/>
          </p:nvPr>
        </p:nvSpPr>
        <p:spPr>
          <a:xfrm>
            <a:off x="0" y="692696"/>
            <a:ext cx="9144000" cy="6165304"/>
          </a:xfrm>
        </p:spPr>
        <p:txBody>
          <a:bodyPr>
            <a:normAutofit/>
          </a:bodyPr>
          <a:lstStyle/>
          <a:p>
            <a:pPr algn="just"/>
            <a:r>
              <a:rPr lang="en-US" dirty="0"/>
              <a:t>The insertion point is the blinking vertical line in your document. </a:t>
            </a:r>
          </a:p>
          <a:p>
            <a:pPr algn="just"/>
            <a:r>
              <a:rPr lang="en-US" dirty="0"/>
              <a:t>It indicates where you can enter text on the page.</a:t>
            </a:r>
          </a:p>
          <a:p>
            <a:pPr algn="just"/>
            <a:r>
              <a:rPr lang="en-US" dirty="0"/>
              <a:t>You can use the insertion point in a variety of ways.</a:t>
            </a:r>
          </a:p>
          <a:p>
            <a:pPr algn="just"/>
            <a:r>
              <a:rPr lang="en-US" dirty="0"/>
              <a:t>Type </a:t>
            </a:r>
            <a:r>
              <a:rPr lang="en-US" b="1" dirty="0"/>
              <a:t>=rand() </a:t>
            </a:r>
            <a:r>
              <a:rPr lang="en-US" dirty="0"/>
              <a:t>in the blank word document</a:t>
            </a:r>
          </a:p>
        </p:txBody>
      </p:sp>
      <p:pic>
        <p:nvPicPr>
          <p:cNvPr id="4" name="Picture 3">
            <a:extLst>
              <a:ext uri="{FF2B5EF4-FFF2-40B4-BE49-F238E27FC236}">
                <a16:creationId xmlns:a16="http://schemas.microsoft.com/office/drawing/2014/main" id="{3FD37727-255C-42A4-B869-C3FA0C526367}"/>
              </a:ext>
            </a:extLst>
          </p:cNvPr>
          <p:cNvPicPr>
            <a:picLocks noChangeAspect="1"/>
          </p:cNvPicPr>
          <p:nvPr/>
        </p:nvPicPr>
        <p:blipFill>
          <a:blip r:embed="rId3"/>
          <a:stretch>
            <a:fillRect/>
          </a:stretch>
        </p:blipFill>
        <p:spPr>
          <a:xfrm>
            <a:off x="3203848" y="3645024"/>
            <a:ext cx="5184576" cy="3212976"/>
          </a:xfrm>
          <a:prstGeom prst="rect">
            <a:avLst/>
          </a:prstGeom>
        </p:spPr>
      </p:pic>
    </p:spTree>
    <p:extLst>
      <p:ext uri="{BB962C8B-B14F-4D97-AF65-F5344CB8AC3E}">
        <p14:creationId xmlns:p14="http://schemas.microsoft.com/office/powerpoint/2010/main" val="3328419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200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US" dirty="0"/>
              <a:t>Using the insertion point to add text</a:t>
            </a:r>
          </a:p>
        </p:txBody>
      </p:sp>
      <p:sp>
        <p:nvSpPr>
          <p:cNvPr id="3" name="Content Placeholder 2"/>
          <p:cNvSpPr>
            <a:spLocks noGrp="1"/>
          </p:cNvSpPr>
          <p:nvPr>
            <p:ph idx="1"/>
          </p:nvPr>
        </p:nvSpPr>
        <p:spPr>
          <a:xfrm>
            <a:off x="0" y="1052736"/>
            <a:ext cx="9144000" cy="5348064"/>
          </a:xfrm>
        </p:spPr>
        <p:txBody>
          <a:bodyPr>
            <a:normAutofit/>
          </a:bodyPr>
          <a:lstStyle/>
          <a:p>
            <a:pPr algn="just"/>
            <a:r>
              <a:rPr lang="en-US" b="1" dirty="0"/>
              <a:t>Adding spaces</a:t>
            </a:r>
            <a:r>
              <a:rPr lang="en-US" dirty="0"/>
              <a:t>: Press the spacebar on the keyboard to add spaces after a </a:t>
            </a:r>
            <a:r>
              <a:rPr lang="en-US" b="1" dirty="0"/>
              <a:t>word</a:t>
            </a:r>
            <a:r>
              <a:rPr lang="en-US" dirty="0"/>
              <a:t> or in </a:t>
            </a:r>
            <a:r>
              <a:rPr lang="en-US" b="1" dirty="0"/>
              <a:t>between text</a:t>
            </a:r>
            <a:r>
              <a:rPr lang="en-US" dirty="0"/>
              <a:t>.</a:t>
            </a:r>
          </a:p>
          <a:p>
            <a:pPr algn="just"/>
            <a:endParaRPr lang="en-US" dirty="0"/>
          </a:p>
        </p:txBody>
      </p:sp>
      <p:pic>
        <p:nvPicPr>
          <p:cNvPr id="7" name="Picture 6">
            <a:extLst>
              <a:ext uri="{FF2B5EF4-FFF2-40B4-BE49-F238E27FC236}">
                <a16:creationId xmlns:a16="http://schemas.microsoft.com/office/drawing/2014/main" id="{16374C9D-B04E-4315-91A3-B4E421EE58F3}"/>
              </a:ext>
            </a:extLst>
          </p:cNvPr>
          <p:cNvPicPr>
            <a:picLocks noChangeAspect="1"/>
          </p:cNvPicPr>
          <p:nvPr/>
        </p:nvPicPr>
        <p:blipFill>
          <a:blip r:embed="rId3"/>
          <a:stretch>
            <a:fillRect/>
          </a:stretch>
        </p:blipFill>
        <p:spPr>
          <a:xfrm>
            <a:off x="0" y="2348881"/>
            <a:ext cx="9144000" cy="4509120"/>
          </a:xfrm>
          <a:prstGeom prst="rect">
            <a:avLst/>
          </a:prstGeom>
        </p:spPr>
      </p:pic>
    </p:spTree>
    <p:extLst>
      <p:ext uri="{BB962C8B-B14F-4D97-AF65-F5344CB8AC3E}">
        <p14:creationId xmlns:p14="http://schemas.microsoft.com/office/powerpoint/2010/main" val="586309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US" dirty="0"/>
              <a:t>Using the insertion point to add text</a:t>
            </a:r>
          </a:p>
        </p:txBody>
      </p:sp>
      <p:sp>
        <p:nvSpPr>
          <p:cNvPr id="3" name="Content Placeholder 2"/>
          <p:cNvSpPr>
            <a:spLocks noGrp="1"/>
          </p:cNvSpPr>
          <p:nvPr>
            <p:ph idx="1"/>
          </p:nvPr>
        </p:nvSpPr>
        <p:spPr>
          <a:xfrm>
            <a:off x="0" y="548680"/>
            <a:ext cx="9144000" cy="5852120"/>
          </a:xfrm>
        </p:spPr>
        <p:txBody>
          <a:bodyPr>
            <a:normAutofit/>
          </a:bodyPr>
          <a:lstStyle/>
          <a:p>
            <a:pPr marL="0" indent="0" algn="just">
              <a:buNone/>
            </a:pPr>
            <a:r>
              <a:rPr lang="en-US" b="1" dirty="0"/>
              <a:t>New paragraph line: </a:t>
            </a:r>
          </a:p>
          <a:p>
            <a:pPr algn="just"/>
            <a:r>
              <a:rPr lang="en-US" dirty="0"/>
              <a:t>Simply click the end of the first sentence after the full stop.</a:t>
            </a:r>
          </a:p>
          <a:p>
            <a:pPr algn="just"/>
            <a:r>
              <a:rPr lang="en-US" dirty="0"/>
              <a:t>Press Enter on your keyboard to move the insertion point to the next paragraph line.</a:t>
            </a:r>
          </a:p>
          <a:p>
            <a:pPr algn="just"/>
            <a:endParaRPr lang="en-US" dirty="0"/>
          </a:p>
        </p:txBody>
      </p:sp>
      <p:pic>
        <p:nvPicPr>
          <p:cNvPr id="7" name="Picture 6">
            <a:extLst>
              <a:ext uri="{FF2B5EF4-FFF2-40B4-BE49-F238E27FC236}">
                <a16:creationId xmlns:a16="http://schemas.microsoft.com/office/drawing/2014/main" id="{419FDE4F-A677-427B-8C18-5F6C2B1D9C60}"/>
              </a:ext>
            </a:extLst>
          </p:cNvPr>
          <p:cNvPicPr>
            <a:picLocks noChangeAspect="1"/>
          </p:cNvPicPr>
          <p:nvPr/>
        </p:nvPicPr>
        <p:blipFill>
          <a:blip r:embed="rId3"/>
          <a:stretch>
            <a:fillRect/>
          </a:stretch>
        </p:blipFill>
        <p:spPr>
          <a:xfrm>
            <a:off x="0" y="3573015"/>
            <a:ext cx="9144000" cy="3284985"/>
          </a:xfrm>
          <a:prstGeom prst="rect">
            <a:avLst/>
          </a:prstGeom>
        </p:spPr>
      </p:pic>
    </p:spTree>
    <p:extLst>
      <p:ext uri="{BB962C8B-B14F-4D97-AF65-F5344CB8AC3E}">
        <p14:creationId xmlns:p14="http://schemas.microsoft.com/office/powerpoint/2010/main" val="565109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2500"/>
                            </p:stCondLst>
                            <p:childTnLst>
                              <p:par>
                                <p:cTn id="14" presetID="22" presetClass="entr" presetSubtype="8" fill="hold" grpId="0" nodeType="afterEffect">
                                  <p:stCondLst>
                                    <p:cond delay="200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US" dirty="0"/>
              <a:t>Using the insertion point to add text</a:t>
            </a:r>
          </a:p>
        </p:txBody>
      </p:sp>
      <p:sp>
        <p:nvSpPr>
          <p:cNvPr id="3" name="Content Placeholder 2"/>
          <p:cNvSpPr>
            <a:spLocks noGrp="1"/>
          </p:cNvSpPr>
          <p:nvPr>
            <p:ph idx="1"/>
          </p:nvPr>
        </p:nvSpPr>
        <p:spPr>
          <a:xfrm>
            <a:off x="0" y="1052736"/>
            <a:ext cx="9144000" cy="5688632"/>
          </a:xfrm>
        </p:spPr>
        <p:txBody>
          <a:bodyPr>
            <a:normAutofit/>
          </a:bodyPr>
          <a:lstStyle/>
          <a:p>
            <a:pPr algn="just"/>
            <a:r>
              <a:rPr lang="en-US" b="1" dirty="0"/>
              <a:t>Manual placement: </a:t>
            </a:r>
            <a:r>
              <a:rPr lang="en-US" dirty="0"/>
              <a:t>Once you begin typing, you can use the mouse to move the insertion point to a specific place in your document. Simply click the </a:t>
            </a:r>
            <a:r>
              <a:rPr lang="en-US" b="1" dirty="0"/>
              <a:t>location</a:t>
            </a:r>
            <a:r>
              <a:rPr lang="en-US" dirty="0"/>
              <a:t> in the text where you want to place it.</a:t>
            </a:r>
          </a:p>
          <a:p>
            <a:pPr algn="just"/>
            <a:endParaRPr lang="en-US" dirty="0"/>
          </a:p>
        </p:txBody>
      </p:sp>
      <p:pic>
        <p:nvPicPr>
          <p:cNvPr id="8" name="Picture 7">
            <a:extLst>
              <a:ext uri="{FF2B5EF4-FFF2-40B4-BE49-F238E27FC236}">
                <a16:creationId xmlns:a16="http://schemas.microsoft.com/office/drawing/2014/main" id="{A5FA8C85-B85E-4C57-8E4D-AD0FB02910A2}"/>
              </a:ext>
            </a:extLst>
          </p:cNvPr>
          <p:cNvPicPr>
            <a:picLocks noChangeAspect="1"/>
          </p:cNvPicPr>
          <p:nvPr/>
        </p:nvPicPr>
        <p:blipFill>
          <a:blip r:embed="rId3"/>
          <a:stretch>
            <a:fillRect/>
          </a:stretch>
        </p:blipFill>
        <p:spPr>
          <a:xfrm>
            <a:off x="0" y="3140968"/>
            <a:ext cx="9144000" cy="3717032"/>
          </a:xfrm>
          <a:prstGeom prst="rect">
            <a:avLst/>
          </a:prstGeom>
        </p:spPr>
      </p:pic>
    </p:spTree>
    <p:extLst>
      <p:ext uri="{BB962C8B-B14F-4D97-AF65-F5344CB8AC3E}">
        <p14:creationId xmlns:p14="http://schemas.microsoft.com/office/powerpoint/2010/main" val="18006259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US" dirty="0"/>
              <a:t>Using the insertion point to add text</a:t>
            </a:r>
          </a:p>
        </p:txBody>
      </p:sp>
      <p:sp>
        <p:nvSpPr>
          <p:cNvPr id="3" name="Content Placeholder 2"/>
          <p:cNvSpPr>
            <a:spLocks noGrp="1"/>
          </p:cNvSpPr>
          <p:nvPr>
            <p:ph idx="1"/>
          </p:nvPr>
        </p:nvSpPr>
        <p:spPr>
          <a:xfrm>
            <a:off x="0" y="548680"/>
            <a:ext cx="9144000" cy="6192688"/>
          </a:xfrm>
        </p:spPr>
        <p:txBody>
          <a:bodyPr>
            <a:normAutofit lnSpcReduction="10000"/>
          </a:bodyPr>
          <a:lstStyle/>
          <a:p>
            <a:pPr algn="just"/>
            <a:r>
              <a:rPr lang="en-US" sz="2800" b="1" dirty="0"/>
              <a:t>Arrow keys: </a:t>
            </a:r>
            <a:r>
              <a:rPr lang="en-US" sz="2800" dirty="0"/>
              <a:t>You can also use the arrow keys on your keyboard to move the insertion point. </a:t>
            </a:r>
          </a:p>
          <a:p>
            <a:pPr algn="just"/>
            <a:endParaRPr lang="en-US" sz="2800" dirty="0"/>
          </a:p>
          <a:p>
            <a:pPr algn="just"/>
            <a:r>
              <a:rPr lang="en-US" sz="2800" dirty="0"/>
              <a:t>The </a:t>
            </a:r>
            <a:r>
              <a:rPr lang="en-US" sz="2800" b="1" dirty="0"/>
              <a:t>left</a:t>
            </a:r>
            <a:r>
              <a:rPr lang="en-US" sz="2800" dirty="0"/>
              <a:t> and </a:t>
            </a:r>
            <a:r>
              <a:rPr lang="en-US" sz="2800" b="1" dirty="0"/>
              <a:t>right</a:t>
            </a:r>
            <a:r>
              <a:rPr lang="en-US" sz="2800" dirty="0"/>
              <a:t> arrow keys will move between </a:t>
            </a:r>
            <a:r>
              <a:rPr lang="en-US" sz="2800" b="1" dirty="0"/>
              <a:t>adjacent</a:t>
            </a:r>
            <a:r>
              <a:rPr lang="en-US" sz="2800" dirty="0"/>
              <a:t> </a:t>
            </a:r>
            <a:r>
              <a:rPr lang="en-US" sz="2800" b="1" dirty="0"/>
              <a:t>characters</a:t>
            </a:r>
            <a:r>
              <a:rPr lang="en-US" sz="2800" dirty="0"/>
              <a:t> on the same line, </a:t>
            </a:r>
          </a:p>
          <a:p>
            <a:pPr algn="just"/>
            <a:endParaRPr lang="en-US" sz="2800" dirty="0"/>
          </a:p>
          <a:p>
            <a:pPr algn="just"/>
            <a:r>
              <a:rPr lang="en-US" sz="2800" dirty="0"/>
              <a:t>while the </a:t>
            </a:r>
            <a:r>
              <a:rPr lang="en-US" sz="2800" b="1" dirty="0"/>
              <a:t>up </a:t>
            </a:r>
            <a:r>
              <a:rPr lang="en-US" sz="2800" dirty="0"/>
              <a:t>and </a:t>
            </a:r>
            <a:r>
              <a:rPr lang="en-US" sz="2800" b="1" dirty="0"/>
              <a:t>down</a:t>
            </a:r>
            <a:r>
              <a:rPr lang="en-US" sz="2800" dirty="0"/>
              <a:t> arrows will move between </a:t>
            </a:r>
            <a:r>
              <a:rPr lang="en-US" sz="2800" b="1" dirty="0"/>
              <a:t>paragraph lines</a:t>
            </a:r>
            <a:r>
              <a:rPr lang="en-US" sz="2800" dirty="0"/>
              <a:t>. </a:t>
            </a:r>
          </a:p>
          <a:p>
            <a:pPr algn="just"/>
            <a:endParaRPr lang="en-US" sz="2800" dirty="0"/>
          </a:p>
          <a:p>
            <a:pPr algn="just"/>
            <a:r>
              <a:rPr lang="en-US" sz="2800" dirty="0"/>
              <a:t>You can also press </a:t>
            </a:r>
            <a:r>
              <a:rPr lang="en-US" sz="2800" b="1" dirty="0"/>
              <a:t>Ctrl + Left arrow key </a:t>
            </a:r>
            <a:r>
              <a:rPr lang="en-US" sz="2800" dirty="0"/>
              <a:t>or </a:t>
            </a:r>
            <a:r>
              <a:rPr lang="en-US" sz="2800" b="1" dirty="0"/>
              <a:t>Ctrl + Right arrow key </a:t>
            </a:r>
            <a:r>
              <a:rPr lang="en-US" sz="2800" dirty="0"/>
              <a:t>to quickly move between entire words.</a:t>
            </a:r>
          </a:p>
          <a:p>
            <a:pPr algn="just"/>
            <a:endParaRPr lang="en-US" sz="2800" dirty="0"/>
          </a:p>
          <a:p>
            <a:pPr algn="just"/>
            <a:r>
              <a:rPr lang="en-US" sz="2800" dirty="0"/>
              <a:t>In a new blank document, you can </a:t>
            </a:r>
            <a:r>
              <a:rPr lang="en-US" sz="2800" b="1" dirty="0"/>
              <a:t>double-click</a:t>
            </a:r>
            <a:r>
              <a:rPr lang="en-US" sz="2800" dirty="0"/>
              <a:t> the mouse to move the insertion point elsewhere on the page.</a:t>
            </a:r>
          </a:p>
          <a:p>
            <a:pPr algn="just"/>
            <a:endParaRPr lang="en-US" dirty="0"/>
          </a:p>
        </p:txBody>
      </p:sp>
    </p:spTree>
    <p:extLst>
      <p:ext uri="{BB962C8B-B14F-4D97-AF65-F5344CB8AC3E}">
        <p14:creationId xmlns:p14="http://schemas.microsoft.com/office/powerpoint/2010/main" val="729412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wipe(left)">
                                      <p:cBhvr>
                                        <p:cTn id="15" dur="500"/>
                                        <p:tgtEl>
                                          <p:spTgt spid="3">
                                            <p:txEl>
                                              <p:pRg st="4" end="4"/>
                                            </p:txEl>
                                          </p:spTgt>
                                        </p:tgtEl>
                                      </p:cBhvr>
                                    </p:animEffect>
                                  </p:childTnLst>
                                </p:cTn>
                              </p:par>
                            </p:childTnLst>
                          </p:cTn>
                        </p:par>
                        <p:par>
                          <p:cTn id="16" fill="hold">
                            <p:stCondLst>
                              <p:cond delay="7500"/>
                            </p:stCondLst>
                            <p:childTnLst>
                              <p:par>
                                <p:cTn id="17" presetID="22" presetClass="entr" presetSubtype="8" fill="hold" grpId="0" nodeType="afterEffect">
                                  <p:stCondLst>
                                    <p:cond delay="200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200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wipe(left)">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rmAutofit fontScale="90000"/>
          </a:bodyPr>
          <a:lstStyle/>
          <a:p>
            <a:pPr algn="ctr"/>
            <a:r>
              <a:rPr lang="en-US" dirty="0"/>
              <a:t>Selecting text</a:t>
            </a:r>
          </a:p>
        </p:txBody>
      </p:sp>
      <p:sp>
        <p:nvSpPr>
          <p:cNvPr id="3" name="Content Placeholder 2"/>
          <p:cNvSpPr>
            <a:spLocks noGrp="1"/>
          </p:cNvSpPr>
          <p:nvPr>
            <p:ph idx="1"/>
          </p:nvPr>
        </p:nvSpPr>
        <p:spPr>
          <a:xfrm>
            <a:off x="0" y="404664"/>
            <a:ext cx="9144000" cy="6336704"/>
          </a:xfrm>
        </p:spPr>
        <p:txBody>
          <a:bodyPr>
            <a:normAutofit/>
          </a:bodyPr>
          <a:lstStyle/>
          <a:p>
            <a:pPr algn="just"/>
            <a:r>
              <a:rPr lang="en-US" sz="2800" dirty="0">
                <a:latin typeface="+mj-lt"/>
              </a:rPr>
              <a:t>The most common method of selecting a text is to </a:t>
            </a:r>
            <a:r>
              <a:rPr lang="en-US" sz="2800" b="1" dirty="0">
                <a:latin typeface="+mj-lt"/>
              </a:rPr>
              <a:t>click and drag </a:t>
            </a:r>
            <a:r>
              <a:rPr lang="en-US" sz="2800" dirty="0">
                <a:latin typeface="+mj-lt"/>
              </a:rPr>
              <a:t>the mouse over the text you want to select</a:t>
            </a:r>
            <a:r>
              <a:rPr lang="en-US" sz="2800" b="1" dirty="0">
                <a:latin typeface="+mj-lt"/>
              </a:rPr>
              <a:t>, </a:t>
            </a:r>
            <a:r>
              <a:rPr lang="en-US" sz="2800" dirty="0">
                <a:latin typeface="+mj-lt"/>
              </a:rPr>
              <a:t>then</a:t>
            </a:r>
            <a:r>
              <a:rPr lang="en-US" sz="2800" b="1" dirty="0">
                <a:latin typeface="+mj-lt"/>
              </a:rPr>
              <a:t> release the mouse.</a:t>
            </a:r>
            <a:endParaRPr lang="en-US" sz="2800" dirty="0">
              <a:latin typeface="+mj-lt"/>
            </a:endParaRPr>
          </a:p>
          <a:p>
            <a:pPr algn="just"/>
            <a:r>
              <a:rPr lang="en-US" dirty="0"/>
              <a:t>A </a:t>
            </a:r>
            <a:r>
              <a:rPr lang="en-US" b="1" dirty="0"/>
              <a:t>highlighted box </a:t>
            </a:r>
            <a:r>
              <a:rPr lang="en-US" dirty="0"/>
              <a:t>will appear over the selected text.</a:t>
            </a:r>
          </a:p>
          <a:p>
            <a:pPr algn="just"/>
            <a:endParaRPr lang="en-US" dirty="0"/>
          </a:p>
          <a:p>
            <a:pPr algn="just"/>
            <a:endParaRPr lang="en-US" dirty="0"/>
          </a:p>
        </p:txBody>
      </p:sp>
      <p:pic>
        <p:nvPicPr>
          <p:cNvPr id="4" name="Picture 3">
            <a:extLst>
              <a:ext uri="{FF2B5EF4-FFF2-40B4-BE49-F238E27FC236}">
                <a16:creationId xmlns:a16="http://schemas.microsoft.com/office/drawing/2014/main" id="{639CD24E-2C6C-4BD4-8659-BCA28B83E910}"/>
              </a:ext>
            </a:extLst>
          </p:cNvPr>
          <p:cNvPicPr>
            <a:picLocks noChangeAspect="1"/>
          </p:cNvPicPr>
          <p:nvPr/>
        </p:nvPicPr>
        <p:blipFill>
          <a:blip r:embed="rId3"/>
          <a:stretch>
            <a:fillRect/>
          </a:stretch>
        </p:blipFill>
        <p:spPr>
          <a:xfrm>
            <a:off x="0" y="2852935"/>
            <a:ext cx="9144000" cy="4005065"/>
          </a:xfrm>
          <a:prstGeom prst="rect">
            <a:avLst/>
          </a:prstGeom>
        </p:spPr>
      </p:pic>
    </p:spTree>
    <p:extLst>
      <p:ext uri="{BB962C8B-B14F-4D97-AF65-F5344CB8AC3E}">
        <p14:creationId xmlns:p14="http://schemas.microsoft.com/office/powerpoint/2010/main" val="4058765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548680"/>
          </a:xfrm>
        </p:spPr>
        <p:txBody>
          <a:bodyPr>
            <a:normAutofit fontScale="90000"/>
          </a:bodyPr>
          <a:lstStyle/>
          <a:p>
            <a:pPr algn="ctr"/>
            <a:r>
              <a:rPr lang="en-US" dirty="0"/>
              <a:t>Selecting text</a:t>
            </a:r>
          </a:p>
        </p:txBody>
      </p:sp>
      <p:sp>
        <p:nvSpPr>
          <p:cNvPr id="3" name="Content Placeholder 2"/>
          <p:cNvSpPr>
            <a:spLocks noGrp="1"/>
          </p:cNvSpPr>
          <p:nvPr>
            <p:ph idx="1"/>
          </p:nvPr>
        </p:nvSpPr>
        <p:spPr>
          <a:xfrm>
            <a:off x="0" y="404664"/>
            <a:ext cx="9144000" cy="6336704"/>
          </a:xfrm>
        </p:spPr>
        <p:txBody>
          <a:bodyPr>
            <a:normAutofit/>
          </a:bodyPr>
          <a:lstStyle/>
          <a:p>
            <a:pPr algn="just"/>
            <a:r>
              <a:rPr lang="en-US" sz="2800" dirty="0">
                <a:latin typeface="+mj-lt"/>
              </a:rPr>
              <a:t>When you select text or images in Word, a </a:t>
            </a:r>
            <a:r>
              <a:rPr lang="en-US" sz="2800" b="1" dirty="0">
                <a:latin typeface="+mj-lt"/>
              </a:rPr>
              <a:t>hover toolbar </a:t>
            </a:r>
            <a:r>
              <a:rPr lang="en-US" sz="2800" dirty="0">
                <a:latin typeface="+mj-lt"/>
              </a:rPr>
              <a:t>with </a:t>
            </a:r>
            <a:r>
              <a:rPr lang="en-US" sz="2800" b="1" dirty="0">
                <a:latin typeface="+mj-lt"/>
              </a:rPr>
              <a:t>command shortcuts </a:t>
            </a:r>
            <a:r>
              <a:rPr lang="en-US" sz="2800" dirty="0">
                <a:latin typeface="+mj-lt"/>
              </a:rPr>
              <a:t>will appear. If the toolbar does not appear at first, try hovering the mouse over the selection.</a:t>
            </a:r>
            <a:endParaRPr lang="en-US" dirty="0"/>
          </a:p>
          <a:p>
            <a:pPr algn="just"/>
            <a:endParaRPr lang="en-US" dirty="0"/>
          </a:p>
        </p:txBody>
      </p:sp>
      <p:pic>
        <p:nvPicPr>
          <p:cNvPr id="5" name="Picture 4">
            <a:extLst>
              <a:ext uri="{FF2B5EF4-FFF2-40B4-BE49-F238E27FC236}">
                <a16:creationId xmlns:a16="http://schemas.microsoft.com/office/drawing/2014/main" id="{384531E0-E74F-4730-9C13-A2A86F85798E}"/>
              </a:ext>
            </a:extLst>
          </p:cNvPr>
          <p:cNvPicPr>
            <a:picLocks noChangeAspect="1"/>
          </p:cNvPicPr>
          <p:nvPr/>
        </p:nvPicPr>
        <p:blipFill>
          <a:blip r:embed="rId3"/>
          <a:stretch>
            <a:fillRect/>
          </a:stretch>
        </p:blipFill>
        <p:spPr>
          <a:xfrm>
            <a:off x="0" y="2204864"/>
            <a:ext cx="9089050" cy="4653136"/>
          </a:xfrm>
          <a:prstGeom prst="rect">
            <a:avLst/>
          </a:prstGeom>
        </p:spPr>
      </p:pic>
    </p:spTree>
    <p:extLst>
      <p:ext uri="{BB962C8B-B14F-4D97-AF65-F5344CB8AC3E}">
        <p14:creationId xmlns:p14="http://schemas.microsoft.com/office/powerpoint/2010/main" val="129363780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Selecting text</a:t>
            </a:r>
            <a:endParaRPr lang="en-US" dirty="0"/>
          </a:p>
        </p:txBody>
      </p:sp>
      <p:pic>
        <p:nvPicPr>
          <p:cNvPr id="9218" name="Picture 2" descr="C:\Users\UCCSMS1\Downloads\Screenshot_2021-02-10 Select Text in Word 2010 - Tutorialspoint.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4" y="692696"/>
            <a:ext cx="8928992" cy="6048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86182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Selecting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t>NOTE</a:t>
            </a:r>
          </a:p>
          <a:p>
            <a:pPr algn="just"/>
            <a:r>
              <a:rPr lang="en-GB" dirty="0"/>
              <a:t>Note that only one part of the document can be in the </a:t>
            </a:r>
            <a:r>
              <a:rPr lang="en-GB" b="1" dirty="0"/>
              <a:t>selected state</a:t>
            </a:r>
            <a:r>
              <a:rPr lang="en-GB" dirty="0"/>
              <a:t>.</a:t>
            </a:r>
          </a:p>
          <a:p>
            <a:pPr algn="just"/>
            <a:endParaRPr lang="en-GB" dirty="0"/>
          </a:p>
          <a:p>
            <a:pPr algn="just"/>
            <a:r>
              <a:rPr lang="en-GB" dirty="0"/>
              <a:t>If you have one portion of the document in </a:t>
            </a:r>
            <a:r>
              <a:rPr lang="en-GB" b="1" dirty="0"/>
              <a:t>selected state </a:t>
            </a:r>
            <a:r>
              <a:rPr lang="en-GB" dirty="0"/>
              <a:t>and as soon as you try to select any other part of the document, previous part will automatically be </a:t>
            </a:r>
            <a:r>
              <a:rPr lang="en-GB" b="1" dirty="0"/>
              <a:t>de-selected</a:t>
            </a:r>
            <a:r>
              <a:rPr lang="en-GB" dirty="0"/>
              <a:t>.</a:t>
            </a:r>
            <a:endParaRPr lang="en-US" dirty="0"/>
          </a:p>
        </p:txBody>
      </p:sp>
    </p:spTree>
    <p:extLst>
      <p:ext uri="{BB962C8B-B14F-4D97-AF65-F5344CB8AC3E}">
        <p14:creationId xmlns:p14="http://schemas.microsoft.com/office/powerpoint/2010/main" val="14796759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Using the Keyboard</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endParaRPr lang="en-GB" dirty="0"/>
          </a:p>
          <a:p>
            <a:pPr algn="just"/>
            <a:r>
              <a:rPr lang="en-GB" dirty="0"/>
              <a:t>Keyboard provides very good support when you want to select various components of the document as described in the following table</a:t>
            </a:r>
            <a:endParaRPr lang="en-US" dirty="0"/>
          </a:p>
        </p:txBody>
      </p:sp>
    </p:spTree>
    <p:extLst>
      <p:ext uri="{BB962C8B-B14F-4D97-AF65-F5344CB8AC3E}">
        <p14:creationId xmlns:p14="http://schemas.microsoft.com/office/powerpoint/2010/main" val="15848319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Select Text Using the Keyboard</a:t>
            </a:r>
            <a:endParaRPr lang="en-US" dirty="0"/>
          </a:p>
        </p:txBody>
      </p:sp>
      <p:pic>
        <p:nvPicPr>
          <p:cNvPr id="10242" name="Picture 2" descr="C:\Users\UCCSMS1\Downloads\Screenshot_2021-02-10 Select Text in Word 2010 - Tutorialspoint(1).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4" y="980728"/>
            <a:ext cx="8712968" cy="5688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04163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drag and drop text</a:t>
            </a:r>
          </a:p>
        </p:txBody>
      </p:sp>
      <p:sp>
        <p:nvSpPr>
          <p:cNvPr id="3" name="Content Placeholder 2"/>
          <p:cNvSpPr>
            <a:spLocks noGrp="1"/>
          </p:cNvSpPr>
          <p:nvPr>
            <p:ph idx="1"/>
          </p:nvPr>
        </p:nvSpPr>
        <p:spPr>
          <a:xfrm>
            <a:off x="0" y="692696"/>
            <a:ext cx="9144000" cy="6165304"/>
          </a:xfrm>
        </p:spPr>
        <p:txBody>
          <a:bodyPr>
            <a:normAutofit/>
          </a:bodyPr>
          <a:lstStyle/>
          <a:p>
            <a:pPr algn="just"/>
            <a:r>
              <a:rPr lang="en-US" dirty="0"/>
              <a:t>Select the </a:t>
            </a:r>
            <a:r>
              <a:rPr lang="en-US" b="1" dirty="0"/>
              <a:t>text </a:t>
            </a:r>
            <a:r>
              <a:rPr lang="en-US" dirty="0"/>
              <a:t>you want to move.</a:t>
            </a:r>
          </a:p>
          <a:p>
            <a:pPr algn="just"/>
            <a:endParaRPr lang="en-US" dirty="0"/>
          </a:p>
        </p:txBody>
      </p:sp>
      <p:pic>
        <p:nvPicPr>
          <p:cNvPr id="4" name="Picture 3">
            <a:extLst>
              <a:ext uri="{FF2B5EF4-FFF2-40B4-BE49-F238E27FC236}">
                <a16:creationId xmlns:a16="http://schemas.microsoft.com/office/drawing/2014/main" id="{F1438CF1-ED28-46EB-9D47-74871F5E9EE4}"/>
              </a:ext>
            </a:extLst>
          </p:cNvPr>
          <p:cNvPicPr>
            <a:picLocks noChangeAspect="1"/>
          </p:cNvPicPr>
          <p:nvPr/>
        </p:nvPicPr>
        <p:blipFill>
          <a:blip r:embed="rId3"/>
          <a:stretch>
            <a:fillRect/>
          </a:stretch>
        </p:blipFill>
        <p:spPr>
          <a:xfrm>
            <a:off x="-1" y="1395369"/>
            <a:ext cx="9144001" cy="5462631"/>
          </a:xfrm>
          <a:prstGeom prst="rect">
            <a:avLst/>
          </a:prstGeom>
        </p:spPr>
      </p:pic>
    </p:spTree>
    <p:extLst>
      <p:ext uri="{BB962C8B-B14F-4D97-AF65-F5344CB8AC3E}">
        <p14:creationId xmlns:p14="http://schemas.microsoft.com/office/powerpoint/2010/main" val="315218795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drag and drop text</a:t>
            </a:r>
          </a:p>
        </p:txBody>
      </p:sp>
      <p:sp>
        <p:nvSpPr>
          <p:cNvPr id="3" name="Content Placeholder 2"/>
          <p:cNvSpPr>
            <a:spLocks noGrp="1"/>
          </p:cNvSpPr>
          <p:nvPr>
            <p:ph idx="1"/>
          </p:nvPr>
        </p:nvSpPr>
        <p:spPr>
          <a:xfrm>
            <a:off x="0" y="692696"/>
            <a:ext cx="9144000" cy="6165304"/>
          </a:xfrm>
        </p:spPr>
        <p:txBody>
          <a:bodyPr>
            <a:normAutofit/>
          </a:bodyPr>
          <a:lstStyle/>
          <a:p>
            <a:pPr algn="just"/>
            <a:r>
              <a:rPr lang="en-US" dirty="0"/>
              <a:t>Click and </a:t>
            </a:r>
            <a:r>
              <a:rPr lang="en-US" b="1" dirty="0"/>
              <a:t>drag</a:t>
            </a:r>
            <a:r>
              <a:rPr lang="en-US" dirty="0"/>
              <a:t> the text to the location where you want it to appear. A </a:t>
            </a:r>
            <a:r>
              <a:rPr lang="en-US" b="1" dirty="0"/>
              <a:t>small rectangle </a:t>
            </a:r>
            <a:r>
              <a:rPr lang="en-US" dirty="0"/>
              <a:t>will appear below the arrow to indicate that you are moving text.</a:t>
            </a:r>
          </a:p>
          <a:p>
            <a:pPr algn="just"/>
            <a:endParaRPr lang="en-US" dirty="0"/>
          </a:p>
        </p:txBody>
      </p:sp>
      <p:pic>
        <p:nvPicPr>
          <p:cNvPr id="10" name="Picture 9">
            <a:extLst>
              <a:ext uri="{FF2B5EF4-FFF2-40B4-BE49-F238E27FC236}">
                <a16:creationId xmlns:a16="http://schemas.microsoft.com/office/drawing/2014/main" id="{FC0723A5-A4E8-483D-B7AB-EE299B66C75A}"/>
              </a:ext>
            </a:extLst>
          </p:cNvPr>
          <p:cNvPicPr>
            <a:picLocks noChangeAspect="1"/>
          </p:cNvPicPr>
          <p:nvPr/>
        </p:nvPicPr>
        <p:blipFill rotWithShape="1">
          <a:blip r:embed="rId3">
            <a:extLst>
              <a:ext uri="{28A0092B-C50C-407E-A947-70E740481C1C}">
                <a14:useLocalDpi xmlns:a14="http://schemas.microsoft.com/office/drawing/2010/main" val="0"/>
              </a:ext>
            </a:extLst>
          </a:blip>
          <a:srcRect t="72228"/>
          <a:stretch/>
        </p:blipFill>
        <p:spPr>
          <a:xfrm>
            <a:off x="1127249" y="2852936"/>
            <a:ext cx="7477199" cy="1800200"/>
          </a:xfrm>
          <a:prstGeom prst="rect">
            <a:avLst/>
          </a:prstGeom>
        </p:spPr>
      </p:pic>
    </p:spTree>
    <p:extLst>
      <p:ext uri="{BB962C8B-B14F-4D97-AF65-F5344CB8AC3E}">
        <p14:creationId xmlns:p14="http://schemas.microsoft.com/office/powerpoint/2010/main" val="408888741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drag and drop text</a:t>
            </a:r>
          </a:p>
        </p:txBody>
      </p:sp>
      <p:sp>
        <p:nvSpPr>
          <p:cNvPr id="3" name="Content Placeholder 2"/>
          <p:cNvSpPr>
            <a:spLocks noGrp="1"/>
          </p:cNvSpPr>
          <p:nvPr>
            <p:ph idx="1"/>
          </p:nvPr>
        </p:nvSpPr>
        <p:spPr>
          <a:xfrm>
            <a:off x="0" y="692696"/>
            <a:ext cx="9144000" cy="6165304"/>
          </a:xfrm>
        </p:spPr>
        <p:txBody>
          <a:bodyPr>
            <a:normAutofit/>
          </a:bodyPr>
          <a:lstStyle/>
          <a:p>
            <a:pPr algn="just"/>
            <a:r>
              <a:rPr lang="en-US" b="1" dirty="0"/>
              <a:t>Release</a:t>
            </a:r>
            <a:r>
              <a:rPr lang="en-US" dirty="0"/>
              <a:t> the mouse, and the text will appear.</a:t>
            </a:r>
          </a:p>
          <a:p>
            <a:pPr algn="just"/>
            <a:endParaRPr lang="en-US" dirty="0"/>
          </a:p>
        </p:txBody>
      </p:sp>
      <p:pic>
        <p:nvPicPr>
          <p:cNvPr id="4" name="Picture 3">
            <a:extLst>
              <a:ext uri="{FF2B5EF4-FFF2-40B4-BE49-F238E27FC236}">
                <a16:creationId xmlns:a16="http://schemas.microsoft.com/office/drawing/2014/main" id="{1182A62C-AB02-4BCC-AEF2-0DE999860DC6}"/>
              </a:ext>
            </a:extLst>
          </p:cNvPr>
          <p:cNvPicPr>
            <a:picLocks noChangeAspect="1"/>
          </p:cNvPicPr>
          <p:nvPr/>
        </p:nvPicPr>
        <p:blipFill>
          <a:blip r:embed="rId3"/>
          <a:stretch>
            <a:fillRect/>
          </a:stretch>
        </p:blipFill>
        <p:spPr>
          <a:xfrm>
            <a:off x="27112" y="1717010"/>
            <a:ext cx="9144000" cy="5140990"/>
          </a:xfrm>
          <a:prstGeom prst="rect">
            <a:avLst/>
          </a:prstGeom>
        </p:spPr>
      </p:pic>
    </p:spTree>
    <p:extLst>
      <p:ext uri="{BB962C8B-B14F-4D97-AF65-F5344CB8AC3E}">
        <p14:creationId xmlns:p14="http://schemas.microsoft.com/office/powerpoint/2010/main" val="19203141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Move within different documents</a:t>
            </a:r>
          </a:p>
        </p:txBody>
      </p:sp>
      <p:sp>
        <p:nvSpPr>
          <p:cNvPr id="3" name="Content Placeholder 2"/>
          <p:cNvSpPr>
            <a:spLocks noGrp="1"/>
          </p:cNvSpPr>
          <p:nvPr>
            <p:ph idx="1"/>
          </p:nvPr>
        </p:nvSpPr>
        <p:spPr>
          <a:xfrm>
            <a:off x="0" y="692696"/>
            <a:ext cx="9144000" cy="6165304"/>
          </a:xfrm>
        </p:spPr>
        <p:txBody>
          <a:bodyPr>
            <a:normAutofit/>
          </a:bodyPr>
          <a:lstStyle/>
          <a:p>
            <a:pPr marL="0" indent="0" algn="ctr">
              <a:buNone/>
            </a:pPr>
            <a:r>
              <a:rPr lang="en-GB" b="1" dirty="0">
                <a:solidFill>
                  <a:srgbClr val="FF0000"/>
                </a:solidFill>
              </a:rPr>
              <a:t>Step 1  </a:t>
            </a:r>
          </a:p>
          <a:p>
            <a:pPr algn="just"/>
            <a:r>
              <a:rPr lang="en-GB" dirty="0"/>
              <a:t>Open a new word document in addition to old document.</a:t>
            </a:r>
          </a:p>
          <a:p>
            <a:pPr algn="just"/>
            <a:endParaRPr lang="en-GB" dirty="0"/>
          </a:p>
          <a:p>
            <a:pPr marL="0" indent="0" algn="ctr">
              <a:buNone/>
            </a:pPr>
            <a:r>
              <a:rPr lang="en-US" dirty="0">
                <a:solidFill>
                  <a:srgbClr val="FF0000"/>
                </a:solidFill>
              </a:rPr>
              <a:t>Step 2</a:t>
            </a:r>
          </a:p>
          <a:p>
            <a:pPr algn="just"/>
            <a:r>
              <a:rPr lang="en-US" dirty="0"/>
              <a:t>Keep both the documents opened and to ensure that both documents are visible.</a:t>
            </a:r>
          </a:p>
          <a:p>
            <a:pPr algn="just"/>
            <a:endParaRPr lang="en-US" dirty="0"/>
          </a:p>
          <a:p>
            <a:pPr algn="just"/>
            <a:r>
              <a:rPr lang="en-US" dirty="0"/>
              <a:t>Click the </a:t>
            </a:r>
            <a:r>
              <a:rPr lang="en-US" b="1" dirty="0"/>
              <a:t>Arrange All</a:t>
            </a:r>
            <a:r>
              <a:rPr lang="en-US" dirty="0"/>
              <a:t> button on the </a:t>
            </a:r>
            <a:r>
              <a:rPr lang="en-US" b="1" dirty="0"/>
              <a:t>View tab </a:t>
            </a:r>
            <a:r>
              <a:rPr lang="en-US" dirty="0"/>
              <a:t>on the Ribbon.</a:t>
            </a:r>
          </a:p>
          <a:p>
            <a:pPr algn="just"/>
            <a:endParaRPr lang="en-GB" dirty="0"/>
          </a:p>
          <a:p>
            <a:pPr algn="just"/>
            <a:endParaRPr lang="en-US" dirty="0"/>
          </a:p>
        </p:txBody>
      </p:sp>
    </p:spTree>
    <p:extLst>
      <p:ext uri="{BB962C8B-B14F-4D97-AF65-F5344CB8AC3E}">
        <p14:creationId xmlns:p14="http://schemas.microsoft.com/office/powerpoint/2010/main" val="128509787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Move within different documents</a:t>
            </a:r>
          </a:p>
        </p:txBody>
      </p:sp>
      <p:sp>
        <p:nvSpPr>
          <p:cNvPr id="3" name="Content Placeholder 2"/>
          <p:cNvSpPr>
            <a:spLocks noGrp="1"/>
          </p:cNvSpPr>
          <p:nvPr>
            <p:ph idx="1"/>
          </p:nvPr>
        </p:nvSpPr>
        <p:spPr>
          <a:xfrm>
            <a:off x="0" y="476672"/>
            <a:ext cx="9144000" cy="6381328"/>
          </a:xfrm>
        </p:spPr>
        <p:txBody>
          <a:bodyPr>
            <a:normAutofit/>
          </a:bodyPr>
          <a:lstStyle/>
          <a:p>
            <a:pPr marL="0" indent="0" algn="ctr">
              <a:buNone/>
            </a:pPr>
            <a:r>
              <a:rPr lang="en-US" b="1" dirty="0">
                <a:solidFill>
                  <a:srgbClr val="FF0000"/>
                </a:solidFill>
              </a:rPr>
              <a:t>Step 2</a:t>
            </a:r>
          </a:p>
          <a:p>
            <a:pPr algn="just"/>
            <a:r>
              <a:rPr lang="en-US" dirty="0"/>
              <a:t>Keep both the documents opened and to ensure that both documents are visible.</a:t>
            </a:r>
          </a:p>
          <a:p>
            <a:pPr algn="just"/>
            <a:r>
              <a:rPr lang="en-US" dirty="0"/>
              <a:t> Click the </a:t>
            </a:r>
            <a:r>
              <a:rPr lang="en-US" b="1" dirty="0">
                <a:solidFill>
                  <a:srgbClr val="FF0000"/>
                </a:solidFill>
              </a:rPr>
              <a:t>Arrange All</a:t>
            </a:r>
            <a:r>
              <a:rPr lang="en-US" dirty="0">
                <a:solidFill>
                  <a:srgbClr val="FF0000"/>
                </a:solidFill>
              </a:rPr>
              <a:t> </a:t>
            </a:r>
            <a:r>
              <a:rPr lang="en-US" b="1" dirty="0">
                <a:solidFill>
                  <a:srgbClr val="FF0000"/>
                </a:solidFill>
              </a:rPr>
              <a:t>button</a:t>
            </a:r>
            <a:r>
              <a:rPr lang="en-US" dirty="0"/>
              <a:t> on the </a:t>
            </a:r>
            <a:r>
              <a:rPr lang="en-US" b="1" dirty="0">
                <a:solidFill>
                  <a:srgbClr val="FF0000"/>
                </a:solidFill>
              </a:rPr>
              <a:t>View tab </a:t>
            </a:r>
            <a:r>
              <a:rPr lang="en-US" dirty="0"/>
              <a:t>on the Ribbon.</a:t>
            </a:r>
          </a:p>
          <a:p>
            <a:pPr algn="just"/>
            <a:endParaRPr lang="en-GB" dirty="0"/>
          </a:p>
          <a:p>
            <a:pPr algn="just"/>
            <a:endParaRPr lang="en-US" dirty="0"/>
          </a:p>
        </p:txBody>
      </p:sp>
      <p:pic>
        <p:nvPicPr>
          <p:cNvPr id="4" name="Picture 3">
            <a:extLst>
              <a:ext uri="{FF2B5EF4-FFF2-40B4-BE49-F238E27FC236}">
                <a16:creationId xmlns:a16="http://schemas.microsoft.com/office/drawing/2014/main" id="{BE57E637-9E6C-410B-8BA3-F0686FFCC284}"/>
              </a:ext>
            </a:extLst>
          </p:cNvPr>
          <p:cNvPicPr>
            <a:picLocks noChangeAspect="1"/>
          </p:cNvPicPr>
          <p:nvPr/>
        </p:nvPicPr>
        <p:blipFill>
          <a:blip r:embed="rId3"/>
          <a:stretch>
            <a:fillRect/>
          </a:stretch>
        </p:blipFill>
        <p:spPr>
          <a:xfrm>
            <a:off x="27112" y="3284984"/>
            <a:ext cx="9144000" cy="3540870"/>
          </a:xfrm>
          <a:prstGeom prst="rect">
            <a:avLst/>
          </a:prstGeom>
        </p:spPr>
      </p:pic>
      <p:cxnSp>
        <p:nvCxnSpPr>
          <p:cNvPr id="6" name="Straight Arrow Connector 5">
            <a:extLst>
              <a:ext uri="{FF2B5EF4-FFF2-40B4-BE49-F238E27FC236}">
                <a16:creationId xmlns:a16="http://schemas.microsoft.com/office/drawing/2014/main" id="{8E5408BA-3B35-44D9-9A83-8AE64BD23A0A}"/>
              </a:ext>
            </a:extLst>
          </p:cNvPr>
          <p:cNvCxnSpPr/>
          <p:nvPr/>
        </p:nvCxnSpPr>
        <p:spPr>
          <a:xfrm>
            <a:off x="5076056" y="3248980"/>
            <a:ext cx="0" cy="3600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1020744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14641"/>
          </a:xfrm>
        </p:spPr>
        <p:txBody>
          <a:bodyPr>
            <a:normAutofit fontScale="90000"/>
          </a:bodyPr>
          <a:lstStyle/>
          <a:p>
            <a:pPr algn="ctr"/>
            <a:r>
              <a:rPr lang="en-US" dirty="0"/>
              <a:t>Move within different documents</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solidFill>
                  <a:srgbClr val="FF0000"/>
                </a:solidFill>
              </a:rPr>
              <a:t>Step 3</a:t>
            </a:r>
            <a:endParaRPr lang="en-GB" dirty="0">
              <a:solidFill>
                <a:srgbClr val="FF0000"/>
              </a:solidFill>
            </a:endParaRPr>
          </a:p>
          <a:p>
            <a:r>
              <a:rPr lang="en-GB" sz="2800" dirty="0"/>
              <a:t>This will display both the documents as shown below</a:t>
            </a:r>
          </a:p>
          <a:p>
            <a:pPr marL="0" indent="0" algn="just">
              <a:buNone/>
            </a:pPr>
            <a:endParaRPr lang="en-US" dirty="0"/>
          </a:p>
          <a:p>
            <a:pPr algn="just"/>
            <a:endParaRPr lang="en-GB" dirty="0"/>
          </a:p>
          <a:p>
            <a:pPr algn="just"/>
            <a:endParaRPr lang="en-US" dirty="0"/>
          </a:p>
        </p:txBody>
      </p:sp>
      <p:pic>
        <p:nvPicPr>
          <p:cNvPr id="5" name="Picture 4">
            <a:extLst>
              <a:ext uri="{FF2B5EF4-FFF2-40B4-BE49-F238E27FC236}">
                <a16:creationId xmlns:a16="http://schemas.microsoft.com/office/drawing/2014/main" id="{06240AD9-2781-492E-B5F9-1A8C5DBCFC4C}"/>
              </a:ext>
            </a:extLst>
          </p:cNvPr>
          <p:cNvPicPr>
            <a:picLocks noChangeAspect="1"/>
          </p:cNvPicPr>
          <p:nvPr/>
        </p:nvPicPr>
        <p:blipFill>
          <a:blip r:embed="rId3"/>
          <a:stretch>
            <a:fillRect/>
          </a:stretch>
        </p:blipFill>
        <p:spPr>
          <a:xfrm>
            <a:off x="0" y="1628800"/>
            <a:ext cx="9144000" cy="5229200"/>
          </a:xfrm>
          <a:prstGeom prst="rect">
            <a:avLst/>
          </a:prstGeom>
        </p:spPr>
      </p:pic>
    </p:spTree>
    <p:extLst>
      <p:ext uri="{BB962C8B-B14F-4D97-AF65-F5344CB8AC3E}">
        <p14:creationId xmlns:p14="http://schemas.microsoft.com/office/powerpoint/2010/main" val="24344527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991600" cy="6165304"/>
          </a:xfrm>
        </p:spPr>
        <p:txBody>
          <a:bodyPr>
            <a:normAutofit/>
          </a:bodyPr>
          <a:lstStyle/>
          <a:p>
            <a:pPr marL="0" indent="0" algn="ctr">
              <a:buNone/>
            </a:pPr>
            <a:r>
              <a:rPr lang="en-GB" b="1" dirty="0">
                <a:solidFill>
                  <a:srgbClr val="FF0000"/>
                </a:solidFill>
              </a:rPr>
              <a:t>Step 4</a:t>
            </a:r>
          </a:p>
          <a:p>
            <a:r>
              <a:rPr lang="en-GB" dirty="0"/>
              <a:t>Now, select a portion of the text using any of the text selection methods.</a:t>
            </a:r>
          </a:p>
          <a:p>
            <a:endParaRPr lang="en-GB" dirty="0"/>
          </a:p>
          <a:p>
            <a:pPr marL="0" indent="0" algn="ctr">
              <a:buNone/>
            </a:pPr>
            <a:r>
              <a:rPr lang="en-GB" b="1" dirty="0">
                <a:solidFill>
                  <a:srgbClr val="FF0000"/>
                </a:solidFill>
              </a:rPr>
              <a:t>Step 5</a:t>
            </a:r>
          </a:p>
          <a:p>
            <a:r>
              <a:rPr lang="en-GB" dirty="0"/>
              <a:t>Take your mouse pointer over the selected text and hold the left button of the mouse and keep holding it while moving around the document.</a:t>
            </a:r>
          </a:p>
        </p:txBody>
      </p:sp>
    </p:spTree>
    <p:extLst>
      <p:ext uri="{BB962C8B-B14F-4D97-AF65-F5344CB8AC3E}">
        <p14:creationId xmlns:p14="http://schemas.microsoft.com/office/powerpoint/2010/main" val="54664710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6</a:t>
            </a:r>
          </a:p>
          <a:p>
            <a:pPr algn="just"/>
            <a:r>
              <a:rPr lang="en-GB" dirty="0"/>
              <a:t>Take your mouse pointer at the place in the second document where you want to move the selected text and release the mouse button. </a:t>
            </a:r>
          </a:p>
          <a:p>
            <a:pPr algn="just"/>
            <a:endParaRPr lang="en-GB" dirty="0"/>
          </a:p>
          <a:p>
            <a:pPr algn="just"/>
            <a:r>
              <a:rPr lang="en-GB" dirty="0"/>
              <a:t>You will see that the selected text is moved to the desired location in the second document.</a:t>
            </a:r>
          </a:p>
        </p:txBody>
      </p:sp>
    </p:spTree>
    <p:extLst>
      <p:ext uri="{BB962C8B-B14F-4D97-AF65-F5344CB8AC3E}">
        <p14:creationId xmlns:p14="http://schemas.microsoft.com/office/powerpoint/2010/main" val="5743620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Move within different documents</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7</a:t>
            </a:r>
          </a:p>
          <a:p>
            <a:pPr marL="0" indent="0" algn="ctr">
              <a:buNone/>
            </a:pPr>
            <a:endParaRPr lang="en-GB" dirty="0">
              <a:solidFill>
                <a:srgbClr val="FF0000"/>
              </a:solidFill>
            </a:endParaRPr>
          </a:p>
        </p:txBody>
      </p:sp>
      <p:pic>
        <p:nvPicPr>
          <p:cNvPr id="4" name="Picture 3">
            <a:extLst>
              <a:ext uri="{FF2B5EF4-FFF2-40B4-BE49-F238E27FC236}">
                <a16:creationId xmlns:a16="http://schemas.microsoft.com/office/drawing/2014/main" id="{83CD985D-416A-44A6-9E83-FA7039920DB3}"/>
              </a:ext>
            </a:extLst>
          </p:cNvPr>
          <p:cNvPicPr>
            <a:picLocks noChangeAspect="1"/>
          </p:cNvPicPr>
          <p:nvPr/>
        </p:nvPicPr>
        <p:blipFill>
          <a:blip r:embed="rId3"/>
          <a:stretch>
            <a:fillRect/>
          </a:stretch>
        </p:blipFill>
        <p:spPr>
          <a:xfrm>
            <a:off x="0" y="1395369"/>
            <a:ext cx="9144000" cy="5302413"/>
          </a:xfrm>
          <a:prstGeom prst="rect">
            <a:avLst/>
          </a:prstGeom>
        </p:spPr>
      </p:pic>
    </p:spTree>
    <p:extLst>
      <p:ext uri="{BB962C8B-B14F-4D97-AF65-F5344CB8AC3E}">
        <p14:creationId xmlns:p14="http://schemas.microsoft.com/office/powerpoint/2010/main" val="4986075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Copying and moving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endParaRPr lang="en-GB" b="1" dirty="0">
              <a:solidFill>
                <a:srgbClr val="FF0000"/>
              </a:solidFill>
            </a:endParaRPr>
          </a:p>
          <a:p>
            <a:pPr algn="just"/>
            <a:r>
              <a:rPr lang="en-US" dirty="0"/>
              <a:t>Word allows you to copy text that's already in your document and paste it in other places, which can save you a lot of time and effort. </a:t>
            </a:r>
          </a:p>
          <a:p>
            <a:pPr algn="just"/>
            <a:endParaRPr lang="en-US" dirty="0"/>
          </a:p>
          <a:p>
            <a:pPr algn="just"/>
            <a:r>
              <a:rPr lang="en-US" dirty="0"/>
              <a:t>If you want to move text around in your document, you can </a:t>
            </a:r>
            <a:r>
              <a:rPr lang="en-US" b="1" dirty="0"/>
              <a:t>cut and paste</a:t>
            </a:r>
            <a:r>
              <a:rPr lang="en-US" dirty="0"/>
              <a:t> or </a:t>
            </a:r>
            <a:r>
              <a:rPr lang="en-US" b="1" dirty="0"/>
              <a:t>drag and drop</a:t>
            </a:r>
            <a:r>
              <a:rPr lang="en-US" dirty="0"/>
              <a:t>.</a:t>
            </a:r>
            <a:endParaRPr lang="en-GB" dirty="0"/>
          </a:p>
        </p:txBody>
      </p:sp>
    </p:spTree>
    <p:extLst>
      <p:ext uri="{BB962C8B-B14F-4D97-AF65-F5344CB8AC3E}">
        <p14:creationId xmlns:p14="http://schemas.microsoft.com/office/powerpoint/2010/main" val="414238720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Copying and moving text</a:t>
            </a:r>
            <a:endParaRPr lang="en-US" dirty="0"/>
          </a:p>
        </p:txBody>
      </p:sp>
      <p:sp>
        <p:nvSpPr>
          <p:cNvPr id="3" name="Content Placeholder 2"/>
          <p:cNvSpPr>
            <a:spLocks noGrp="1"/>
          </p:cNvSpPr>
          <p:nvPr>
            <p:ph idx="1"/>
          </p:nvPr>
        </p:nvSpPr>
        <p:spPr>
          <a:xfrm>
            <a:off x="152400" y="692696"/>
            <a:ext cx="8839200" cy="6165304"/>
          </a:xfrm>
        </p:spPr>
        <p:txBody>
          <a:bodyPr>
            <a:normAutofit/>
          </a:bodyPr>
          <a:lstStyle/>
          <a:p>
            <a:pPr algn="just"/>
            <a:r>
              <a:rPr lang="en-GB" dirty="0"/>
              <a:t>To use copy and paste or cut and paste operations, Word makes use of a temporary memory which is called the </a:t>
            </a:r>
            <a:r>
              <a:rPr lang="en-GB" b="1" dirty="0"/>
              <a:t>clipboard</a:t>
            </a:r>
            <a:r>
              <a:rPr lang="en-GB" dirty="0"/>
              <a:t>.</a:t>
            </a:r>
          </a:p>
          <a:p>
            <a:pPr algn="just"/>
            <a:endParaRPr lang="en-GB" dirty="0"/>
          </a:p>
          <a:p>
            <a:pPr algn="just"/>
            <a:r>
              <a:rPr lang="en-GB" dirty="0"/>
              <a:t>When you copy or cut a text, it stay on the clipboard </a:t>
            </a:r>
            <a:r>
              <a:rPr lang="en-GB" b="1" dirty="0"/>
              <a:t>temporarily</a:t>
            </a:r>
            <a:r>
              <a:rPr lang="en-GB" dirty="0"/>
              <a:t> and in the second step you can paste this content at the desired location.</a:t>
            </a:r>
            <a:endParaRPr lang="en-US" dirty="0"/>
          </a:p>
        </p:txBody>
      </p:sp>
    </p:spTree>
    <p:extLst>
      <p:ext uri="{BB962C8B-B14F-4D97-AF65-F5344CB8AC3E}">
        <p14:creationId xmlns:p14="http://schemas.microsoft.com/office/powerpoint/2010/main" val="239478833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a:t>
            </a:r>
          </a:p>
          <a:p>
            <a:pPr algn="just"/>
            <a:r>
              <a:rPr lang="en-US" dirty="0"/>
              <a:t>Select the text you want to copy.</a:t>
            </a:r>
          </a:p>
          <a:p>
            <a:pPr algn="just"/>
            <a:endParaRPr lang="en-GB" dirty="0"/>
          </a:p>
        </p:txBody>
      </p:sp>
      <p:pic>
        <p:nvPicPr>
          <p:cNvPr id="4" name="Picture 3">
            <a:extLst>
              <a:ext uri="{FF2B5EF4-FFF2-40B4-BE49-F238E27FC236}">
                <a16:creationId xmlns:a16="http://schemas.microsoft.com/office/drawing/2014/main" id="{ACB9FA4C-5417-4F01-A7D5-E52962D735F3}"/>
              </a:ext>
            </a:extLst>
          </p:cNvPr>
          <p:cNvPicPr>
            <a:picLocks noChangeAspect="1"/>
          </p:cNvPicPr>
          <p:nvPr/>
        </p:nvPicPr>
        <p:blipFill>
          <a:blip r:embed="rId3"/>
          <a:stretch>
            <a:fillRect/>
          </a:stretch>
        </p:blipFill>
        <p:spPr>
          <a:xfrm>
            <a:off x="0" y="1844824"/>
            <a:ext cx="9144000" cy="5140990"/>
          </a:xfrm>
          <a:prstGeom prst="rect">
            <a:avLst/>
          </a:prstGeom>
        </p:spPr>
      </p:pic>
    </p:spTree>
    <p:extLst>
      <p:ext uri="{BB962C8B-B14F-4D97-AF65-F5344CB8AC3E}">
        <p14:creationId xmlns:p14="http://schemas.microsoft.com/office/powerpoint/2010/main" val="280283243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2</a:t>
            </a:r>
          </a:p>
          <a:p>
            <a:pPr algn="just"/>
            <a:r>
              <a:rPr lang="en-US" dirty="0"/>
              <a:t>Click the </a:t>
            </a:r>
            <a:r>
              <a:rPr lang="en-US" b="1" dirty="0"/>
              <a:t>Copy</a:t>
            </a:r>
            <a:r>
              <a:rPr lang="en-US" dirty="0"/>
              <a:t> command on the </a:t>
            </a:r>
            <a:r>
              <a:rPr lang="en-US" b="1" dirty="0"/>
              <a:t>Home tab</a:t>
            </a:r>
            <a:r>
              <a:rPr lang="en-US" dirty="0"/>
              <a:t>. You can also press </a:t>
            </a:r>
            <a:r>
              <a:rPr lang="en-US" b="1" dirty="0" err="1"/>
              <a:t>Ctrl+C</a:t>
            </a:r>
            <a:r>
              <a:rPr lang="en-US" dirty="0"/>
              <a:t> on your keyboard.</a:t>
            </a:r>
          </a:p>
          <a:p>
            <a:pPr algn="just"/>
            <a:endParaRPr lang="en-GB" dirty="0"/>
          </a:p>
        </p:txBody>
      </p:sp>
      <p:pic>
        <p:nvPicPr>
          <p:cNvPr id="6" name="Picture 5">
            <a:extLst>
              <a:ext uri="{FF2B5EF4-FFF2-40B4-BE49-F238E27FC236}">
                <a16:creationId xmlns:a16="http://schemas.microsoft.com/office/drawing/2014/main" id="{BFDB466D-D417-4EA2-9049-4DFF9C460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2564905"/>
            <a:ext cx="8496944" cy="3240360"/>
          </a:xfrm>
          <a:prstGeom prst="rect">
            <a:avLst/>
          </a:prstGeom>
        </p:spPr>
      </p:pic>
    </p:spTree>
    <p:extLst>
      <p:ext uri="{BB962C8B-B14F-4D97-AF65-F5344CB8AC3E}">
        <p14:creationId xmlns:p14="http://schemas.microsoft.com/office/powerpoint/2010/main" val="345757101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3</a:t>
            </a:r>
          </a:p>
          <a:p>
            <a:pPr algn="just"/>
            <a:r>
              <a:rPr lang="en-US" dirty="0"/>
              <a:t>Place the insertion point where you want the text to appear.</a:t>
            </a:r>
          </a:p>
          <a:p>
            <a:pPr algn="just"/>
            <a:r>
              <a:rPr lang="en-US" dirty="0"/>
              <a:t>Click the </a:t>
            </a:r>
            <a:r>
              <a:rPr lang="en-US" b="1" dirty="0"/>
              <a:t>Paste</a:t>
            </a:r>
            <a:r>
              <a:rPr lang="en-US" dirty="0"/>
              <a:t> command on the </a:t>
            </a:r>
            <a:r>
              <a:rPr lang="en-US" b="1" dirty="0"/>
              <a:t>Home tab</a:t>
            </a:r>
            <a:r>
              <a:rPr lang="en-US" dirty="0"/>
              <a:t>. You can also press </a:t>
            </a:r>
            <a:r>
              <a:rPr lang="en-US" b="1" dirty="0" err="1"/>
              <a:t>Ctrl+V</a:t>
            </a:r>
            <a:r>
              <a:rPr lang="en-US" dirty="0"/>
              <a:t> on your keyboard.</a:t>
            </a:r>
          </a:p>
          <a:p>
            <a:pPr algn="just"/>
            <a:endParaRPr lang="en-GB" dirty="0"/>
          </a:p>
        </p:txBody>
      </p:sp>
      <p:pic>
        <p:nvPicPr>
          <p:cNvPr id="5" name="Picture 4">
            <a:extLst>
              <a:ext uri="{FF2B5EF4-FFF2-40B4-BE49-F238E27FC236}">
                <a16:creationId xmlns:a16="http://schemas.microsoft.com/office/drawing/2014/main" id="{612E33FA-FBC8-4E66-B362-134E055FA7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3692058"/>
            <a:ext cx="8280920" cy="2448272"/>
          </a:xfrm>
          <a:prstGeom prst="rect">
            <a:avLst/>
          </a:prstGeom>
        </p:spPr>
      </p:pic>
    </p:spTree>
    <p:extLst>
      <p:ext uri="{BB962C8B-B14F-4D97-AF65-F5344CB8AC3E}">
        <p14:creationId xmlns:p14="http://schemas.microsoft.com/office/powerpoint/2010/main" val="164638099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4</a:t>
            </a:r>
          </a:p>
          <a:p>
            <a:pPr algn="just"/>
            <a:r>
              <a:rPr lang="en-US" dirty="0"/>
              <a:t>The text will appear as shown below.</a:t>
            </a:r>
            <a:endParaRPr lang="en-GB" dirty="0"/>
          </a:p>
        </p:txBody>
      </p:sp>
      <p:pic>
        <p:nvPicPr>
          <p:cNvPr id="4" name="Picture 3">
            <a:extLst>
              <a:ext uri="{FF2B5EF4-FFF2-40B4-BE49-F238E27FC236}">
                <a16:creationId xmlns:a16="http://schemas.microsoft.com/office/drawing/2014/main" id="{FDE6487C-7C48-4E1E-82A3-370F4291FF70}"/>
              </a:ext>
            </a:extLst>
          </p:cNvPr>
          <p:cNvPicPr>
            <a:picLocks noChangeAspect="1"/>
          </p:cNvPicPr>
          <p:nvPr/>
        </p:nvPicPr>
        <p:blipFill>
          <a:blip r:embed="rId3"/>
          <a:stretch>
            <a:fillRect/>
          </a:stretch>
        </p:blipFill>
        <p:spPr>
          <a:xfrm>
            <a:off x="0" y="1988839"/>
            <a:ext cx="9144000" cy="4869161"/>
          </a:xfrm>
          <a:prstGeom prst="rect">
            <a:avLst/>
          </a:prstGeom>
        </p:spPr>
      </p:pic>
    </p:spTree>
    <p:extLst>
      <p:ext uri="{BB962C8B-B14F-4D97-AF65-F5344CB8AC3E}">
        <p14:creationId xmlns:p14="http://schemas.microsoft.com/office/powerpoint/2010/main" val="27319581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cut and paste text</a:t>
            </a:r>
          </a:p>
        </p:txBody>
      </p:sp>
      <p:sp>
        <p:nvSpPr>
          <p:cNvPr id="3" name="Content Placeholder 2"/>
          <p:cNvSpPr>
            <a:spLocks noGrp="1"/>
          </p:cNvSpPr>
          <p:nvPr>
            <p:ph idx="1"/>
          </p:nvPr>
        </p:nvSpPr>
        <p:spPr>
          <a:xfrm>
            <a:off x="0" y="692696"/>
            <a:ext cx="9144000" cy="6165304"/>
          </a:xfrm>
        </p:spPr>
        <p:txBody>
          <a:bodyPr>
            <a:normAutofit/>
          </a:bodyPr>
          <a:lstStyle/>
          <a:p>
            <a:pPr marL="0" indent="0" algn="ctr">
              <a:buNone/>
            </a:pPr>
            <a:r>
              <a:rPr lang="en-US" b="1" dirty="0">
                <a:solidFill>
                  <a:srgbClr val="FF0000"/>
                </a:solidFill>
              </a:rPr>
              <a:t>Step 1</a:t>
            </a:r>
          </a:p>
          <a:p>
            <a:pPr marL="0" indent="0" algn="just">
              <a:buNone/>
            </a:pPr>
            <a:r>
              <a:rPr lang="en-US" dirty="0"/>
              <a:t>Select the text you want to cut.</a:t>
            </a:r>
          </a:p>
        </p:txBody>
      </p:sp>
      <p:pic>
        <p:nvPicPr>
          <p:cNvPr id="4" name="Picture 3">
            <a:extLst>
              <a:ext uri="{FF2B5EF4-FFF2-40B4-BE49-F238E27FC236}">
                <a16:creationId xmlns:a16="http://schemas.microsoft.com/office/drawing/2014/main" id="{35D94B59-E20F-4BF1-A98A-29BE19BF943F}"/>
              </a:ext>
            </a:extLst>
          </p:cNvPr>
          <p:cNvPicPr>
            <a:picLocks noChangeAspect="1"/>
          </p:cNvPicPr>
          <p:nvPr/>
        </p:nvPicPr>
        <p:blipFill>
          <a:blip r:embed="rId3"/>
          <a:stretch>
            <a:fillRect/>
          </a:stretch>
        </p:blipFill>
        <p:spPr>
          <a:xfrm>
            <a:off x="0" y="1988840"/>
            <a:ext cx="9144000" cy="4869160"/>
          </a:xfrm>
          <a:prstGeom prst="rect">
            <a:avLst/>
          </a:prstGeom>
        </p:spPr>
      </p:pic>
    </p:spTree>
    <p:extLst>
      <p:ext uri="{BB962C8B-B14F-4D97-AF65-F5344CB8AC3E}">
        <p14:creationId xmlns:p14="http://schemas.microsoft.com/office/powerpoint/2010/main" val="177334850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cut and paste text</a:t>
            </a:r>
          </a:p>
        </p:txBody>
      </p:sp>
      <p:sp>
        <p:nvSpPr>
          <p:cNvPr id="3" name="Content Placeholder 2"/>
          <p:cNvSpPr>
            <a:spLocks noGrp="1"/>
          </p:cNvSpPr>
          <p:nvPr>
            <p:ph idx="1"/>
          </p:nvPr>
        </p:nvSpPr>
        <p:spPr>
          <a:xfrm>
            <a:off x="0" y="692696"/>
            <a:ext cx="9144000" cy="6165304"/>
          </a:xfrm>
        </p:spPr>
        <p:txBody>
          <a:bodyPr>
            <a:normAutofit/>
          </a:bodyPr>
          <a:lstStyle/>
          <a:p>
            <a:pPr marL="0" indent="0" algn="ctr">
              <a:buNone/>
            </a:pPr>
            <a:r>
              <a:rPr lang="en-US" b="1" dirty="0">
                <a:solidFill>
                  <a:srgbClr val="FF0000"/>
                </a:solidFill>
              </a:rPr>
              <a:t>Step 2</a:t>
            </a:r>
          </a:p>
          <a:p>
            <a:pPr marL="0" indent="0" algn="just">
              <a:buNone/>
            </a:pPr>
            <a:r>
              <a:rPr lang="en-US" dirty="0"/>
              <a:t>Click the </a:t>
            </a:r>
            <a:r>
              <a:rPr lang="en-US" b="1" dirty="0"/>
              <a:t>Cut</a:t>
            </a:r>
            <a:r>
              <a:rPr lang="en-US" dirty="0"/>
              <a:t> command on the </a:t>
            </a:r>
            <a:r>
              <a:rPr lang="en-US" b="1" dirty="0"/>
              <a:t>Home tab</a:t>
            </a:r>
            <a:r>
              <a:rPr lang="en-US" dirty="0"/>
              <a:t>. You can also press </a:t>
            </a:r>
            <a:r>
              <a:rPr lang="en-US" b="1" dirty="0" err="1"/>
              <a:t>Ctrl+X</a:t>
            </a:r>
            <a:r>
              <a:rPr lang="en-US" dirty="0"/>
              <a:t> on your keyboard.</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dirty="0"/>
              <a:t>Place your insertion point where you want the text to appear.</a:t>
            </a:r>
          </a:p>
          <a:p>
            <a:pPr marL="0" indent="0" algn="just">
              <a:buNone/>
            </a:pPr>
            <a:endParaRPr lang="en-US" dirty="0"/>
          </a:p>
        </p:txBody>
      </p:sp>
      <p:pic>
        <p:nvPicPr>
          <p:cNvPr id="6" name="Picture 5">
            <a:extLst>
              <a:ext uri="{FF2B5EF4-FFF2-40B4-BE49-F238E27FC236}">
                <a16:creationId xmlns:a16="http://schemas.microsoft.com/office/drawing/2014/main" id="{67B7EDFB-0F26-4922-A136-AB7D06BA5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2492896"/>
            <a:ext cx="8064896" cy="2376264"/>
          </a:xfrm>
          <a:prstGeom prst="rect">
            <a:avLst/>
          </a:prstGeom>
        </p:spPr>
      </p:pic>
    </p:spTree>
    <p:extLst>
      <p:ext uri="{BB962C8B-B14F-4D97-AF65-F5344CB8AC3E}">
        <p14:creationId xmlns:p14="http://schemas.microsoft.com/office/powerpoint/2010/main" val="266844088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cut and paste text</a:t>
            </a:r>
          </a:p>
        </p:txBody>
      </p:sp>
      <p:sp>
        <p:nvSpPr>
          <p:cNvPr id="3" name="Content Placeholder 2"/>
          <p:cNvSpPr>
            <a:spLocks noGrp="1"/>
          </p:cNvSpPr>
          <p:nvPr>
            <p:ph idx="1"/>
          </p:nvPr>
        </p:nvSpPr>
        <p:spPr>
          <a:xfrm>
            <a:off x="0" y="692696"/>
            <a:ext cx="9144000" cy="6165304"/>
          </a:xfrm>
        </p:spPr>
        <p:txBody>
          <a:bodyPr>
            <a:normAutofit/>
          </a:bodyPr>
          <a:lstStyle/>
          <a:p>
            <a:pPr marL="0" indent="0" algn="ctr">
              <a:buNone/>
            </a:pPr>
            <a:r>
              <a:rPr lang="en-US" b="1" dirty="0">
                <a:solidFill>
                  <a:srgbClr val="FF0000"/>
                </a:solidFill>
              </a:rPr>
              <a:t>Step 3</a:t>
            </a:r>
          </a:p>
          <a:p>
            <a:pPr marL="0" indent="0" algn="just">
              <a:buNone/>
            </a:pPr>
            <a:r>
              <a:rPr lang="en-US" dirty="0"/>
              <a:t>Click the </a:t>
            </a:r>
            <a:r>
              <a:rPr lang="en-US" b="1" dirty="0"/>
              <a:t>Paste </a:t>
            </a:r>
            <a:r>
              <a:rPr lang="en-US" dirty="0"/>
              <a:t>command on the </a:t>
            </a:r>
            <a:r>
              <a:rPr lang="en-US" b="1" dirty="0"/>
              <a:t>Home tab</a:t>
            </a:r>
            <a:r>
              <a:rPr lang="en-US" dirty="0"/>
              <a:t>. You can also press </a:t>
            </a:r>
            <a:r>
              <a:rPr lang="en-US" b="1" dirty="0" err="1"/>
              <a:t>Ctrl+V</a:t>
            </a:r>
            <a:r>
              <a:rPr lang="en-US" dirty="0"/>
              <a:t> on your keyboard.</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pic>
        <p:nvPicPr>
          <p:cNvPr id="5" name="Picture 4">
            <a:extLst>
              <a:ext uri="{FF2B5EF4-FFF2-40B4-BE49-F238E27FC236}">
                <a16:creationId xmlns:a16="http://schemas.microsoft.com/office/drawing/2014/main" id="{EBA82350-6F18-468E-941D-DD4B37D4D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2636912"/>
            <a:ext cx="8280920" cy="2448272"/>
          </a:xfrm>
          <a:prstGeom prst="rect">
            <a:avLst/>
          </a:prstGeom>
        </p:spPr>
      </p:pic>
    </p:spTree>
    <p:extLst>
      <p:ext uri="{BB962C8B-B14F-4D97-AF65-F5344CB8AC3E}">
        <p14:creationId xmlns:p14="http://schemas.microsoft.com/office/powerpoint/2010/main" val="57432276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4</a:t>
            </a:r>
          </a:p>
          <a:p>
            <a:pPr algn="just"/>
            <a:r>
              <a:rPr lang="en-US" dirty="0"/>
              <a:t>The text will appear as shown below.</a:t>
            </a:r>
            <a:endParaRPr lang="en-GB" dirty="0"/>
          </a:p>
        </p:txBody>
      </p:sp>
      <p:pic>
        <p:nvPicPr>
          <p:cNvPr id="4" name="Picture 3">
            <a:extLst>
              <a:ext uri="{FF2B5EF4-FFF2-40B4-BE49-F238E27FC236}">
                <a16:creationId xmlns:a16="http://schemas.microsoft.com/office/drawing/2014/main" id="{FDE6487C-7C48-4E1E-82A3-370F4291FF70}"/>
              </a:ext>
            </a:extLst>
          </p:cNvPr>
          <p:cNvPicPr>
            <a:picLocks noChangeAspect="1"/>
          </p:cNvPicPr>
          <p:nvPr/>
        </p:nvPicPr>
        <p:blipFill>
          <a:blip r:embed="rId3"/>
          <a:stretch>
            <a:fillRect/>
          </a:stretch>
        </p:blipFill>
        <p:spPr>
          <a:xfrm>
            <a:off x="0" y="1988839"/>
            <a:ext cx="9144000" cy="4869161"/>
          </a:xfrm>
          <a:prstGeom prst="rect">
            <a:avLst/>
          </a:prstGeom>
        </p:spPr>
      </p:pic>
    </p:spTree>
    <p:extLst>
      <p:ext uri="{BB962C8B-B14F-4D97-AF65-F5344CB8AC3E}">
        <p14:creationId xmlns:p14="http://schemas.microsoft.com/office/powerpoint/2010/main" val="129682289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152400" y="692696"/>
            <a:ext cx="8839200" cy="6165304"/>
          </a:xfrm>
        </p:spPr>
        <p:txBody>
          <a:bodyPr>
            <a:normAutofit/>
          </a:bodyPr>
          <a:lstStyle/>
          <a:p>
            <a:pPr algn="just"/>
            <a:r>
              <a:rPr lang="en-US" dirty="0"/>
              <a:t>You can also cut, copy, and paste by </a:t>
            </a:r>
            <a:r>
              <a:rPr lang="en-US" b="1" dirty="0"/>
              <a:t>right-clicking</a:t>
            </a:r>
            <a:r>
              <a:rPr lang="en-US" dirty="0"/>
              <a:t> your document and choosing the desired action from the </a:t>
            </a:r>
            <a:r>
              <a:rPr lang="en-US" b="1" dirty="0"/>
              <a:t>drop-down menu</a:t>
            </a:r>
            <a:r>
              <a:rPr lang="en-US" dirty="0"/>
              <a:t>. </a:t>
            </a:r>
          </a:p>
          <a:p>
            <a:pPr algn="just"/>
            <a:endParaRPr lang="en-US" dirty="0"/>
          </a:p>
          <a:p>
            <a:pPr algn="just"/>
            <a:r>
              <a:rPr lang="en-US" dirty="0"/>
              <a:t>When you use this method to paste, you can choose from three options that determine how the text will be formatted: </a:t>
            </a:r>
            <a:r>
              <a:rPr lang="en-US" b="1" dirty="0"/>
              <a:t>Keep Source Formatting</a:t>
            </a:r>
            <a:r>
              <a:rPr lang="en-US" dirty="0"/>
              <a:t>, </a:t>
            </a:r>
            <a:r>
              <a:rPr lang="en-US" b="1" dirty="0"/>
              <a:t>Picture</a:t>
            </a:r>
            <a:r>
              <a:rPr lang="en-US" dirty="0"/>
              <a:t>, </a:t>
            </a:r>
            <a:r>
              <a:rPr lang="en-US" b="1" dirty="0"/>
              <a:t>Merge Formatting</a:t>
            </a:r>
            <a:r>
              <a:rPr lang="en-US" dirty="0"/>
              <a:t>, and </a:t>
            </a:r>
            <a:r>
              <a:rPr lang="en-US" b="1" dirty="0"/>
              <a:t>Keep Text Onl</a:t>
            </a:r>
            <a:r>
              <a:rPr lang="en-US" dirty="0"/>
              <a:t>y. </a:t>
            </a:r>
          </a:p>
          <a:p>
            <a:pPr algn="just"/>
            <a:r>
              <a:rPr lang="en-US" dirty="0"/>
              <a:t>You can hover the mouse over each icon to see what it will look like before you select it.</a:t>
            </a:r>
            <a:endParaRPr lang="en-GB" dirty="0"/>
          </a:p>
        </p:txBody>
      </p:sp>
    </p:spTree>
    <p:extLst>
      <p:ext uri="{BB962C8B-B14F-4D97-AF65-F5344CB8AC3E}">
        <p14:creationId xmlns:p14="http://schemas.microsoft.com/office/powerpoint/2010/main" val="13574369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pic>
        <p:nvPicPr>
          <p:cNvPr id="4" name="Content Placeholder 3">
            <a:extLst>
              <a:ext uri="{FF2B5EF4-FFF2-40B4-BE49-F238E27FC236}">
                <a16:creationId xmlns:a16="http://schemas.microsoft.com/office/drawing/2014/main" id="{448BB0DA-A00F-4DBE-9431-385F5189C2E7}"/>
              </a:ext>
            </a:extLst>
          </p:cNvPr>
          <p:cNvPicPr>
            <a:picLocks noGrp="1" noChangeAspect="1"/>
          </p:cNvPicPr>
          <p:nvPr>
            <p:ph idx="1"/>
          </p:nvPr>
        </p:nvPicPr>
        <p:blipFill rotWithShape="1">
          <a:blip r:embed="rId3"/>
          <a:srcRect l="30026" t="50233" r="54758" b="10560"/>
          <a:stretch/>
        </p:blipFill>
        <p:spPr>
          <a:xfrm>
            <a:off x="1619672" y="1124744"/>
            <a:ext cx="5112568" cy="4824536"/>
          </a:xfrm>
          <a:prstGeom prst="rect">
            <a:avLst/>
          </a:prstGeom>
        </p:spPr>
      </p:pic>
    </p:spTree>
    <p:extLst>
      <p:ext uri="{BB962C8B-B14F-4D97-AF65-F5344CB8AC3E}">
        <p14:creationId xmlns:p14="http://schemas.microsoft.com/office/powerpoint/2010/main" val="400083134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US" dirty="0"/>
              <a:t>How to copy and paste text</a:t>
            </a:r>
          </a:p>
        </p:txBody>
      </p:sp>
      <p:sp>
        <p:nvSpPr>
          <p:cNvPr id="3" name="Content Placeholder 2"/>
          <p:cNvSpPr>
            <a:spLocks noGrp="1"/>
          </p:cNvSpPr>
          <p:nvPr>
            <p:ph idx="1"/>
          </p:nvPr>
        </p:nvSpPr>
        <p:spPr>
          <a:xfrm>
            <a:off x="0" y="692696"/>
            <a:ext cx="9144000" cy="6165304"/>
          </a:xfrm>
        </p:spPr>
        <p:txBody>
          <a:bodyPr>
            <a:normAutofit lnSpcReduction="10000"/>
          </a:bodyPr>
          <a:lstStyle/>
          <a:p>
            <a:pPr algn="just"/>
            <a:r>
              <a:rPr lang="en-US" b="1" dirty="0"/>
              <a:t>Keep Source Formatting </a:t>
            </a:r>
            <a:r>
              <a:rPr lang="en-US" dirty="0"/>
              <a:t>maintains the formatting (e.g., font, size, color, etc.) of the pasted text.</a:t>
            </a:r>
          </a:p>
          <a:p>
            <a:pPr algn="just"/>
            <a:endParaRPr lang="en-US" dirty="0"/>
          </a:p>
          <a:p>
            <a:pPr algn="just"/>
            <a:r>
              <a:rPr lang="en-US" b="1" dirty="0"/>
              <a:t>Merge Formatting </a:t>
            </a:r>
            <a:r>
              <a:rPr lang="en-US" dirty="0"/>
              <a:t>changes the formatting of the pasted text to match the formatting of the new location.</a:t>
            </a:r>
          </a:p>
          <a:p>
            <a:pPr algn="just"/>
            <a:endParaRPr lang="en-US" dirty="0"/>
          </a:p>
          <a:p>
            <a:pPr algn="just"/>
            <a:r>
              <a:rPr lang="en-US" b="1" dirty="0"/>
              <a:t>Picture</a:t>
            </a:r>
            <a:r>
              <a:rPr lang="en-US" dirty="0"/>
              <a:t> pastes the text or other content as an image</a:t>
            </a:r>
          </a:p>
          <a:p>
            <a:pPr algn="just"/>
            <a:endParaRPr lang="en-US" dirty="0"/>
          </a:p>
          <a:p>
            <a:pPr algn="just"/>
            <a:r>
              <a:rPr lang="en-US" b="1" dirty="0"/>
              <a:t>Keep Text Only </a:t>
            </a:r>
            <a:r>
              <a:rPr lang="en-US" dirty="0"/>
              <a:t>removes the formatting of the pasted text and adds the formatting of the new location.</a:t>
            </a:r>
            <a:endParaRPr lang="en-GB" dirty="0"/>
          </a:p>
        </p:txBody>
      </p:sp>
    </p:spTree>
    <p:extLst>
      <p:ext uri="{BB962C8B-B14F-4D97-AF65-F5344CB8AC3E}">
        <p14:creationId xmlns:p14="http://schemas.microsoft.com/office/powerpoint/2010/main" val="382154033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normAutofit fontScale="90000"/>
          </a:bodyPr>
          <a:lstStyle/>
          <a:p>
            <a:pPr algn="ctr"/>
            <a:r>
              <a:rPr lang="en-US" dirty="0"/>
              <a:t>How Cut and paste items from the Clipboard</a:t>
            </a:r>
          </a:p>
        </p:txBody>
      </p:sp>
      <p:sp>
        <p:nvSpPr>
          <p:cNvPr id="3" name="Content Placeholder 2"/>
          <p:cNvSpPr>
            <a:spLocks noGrp="1"/>
          </p:cNvSpPr>
          <p:nvPr>
            <p:ph idx="1"/>
          </p:nvPr>
        </p:nvSpPr>
        <p:spPr>
          <a:xfrm>
            <a:off x="152400" y="692696"/>
            <a:ext cx="8839200" cy="6165304"/>
          </a:xfrm>
        </p:spPr>
        <p:txBody>
          <a:bodyPr>
            <a:normAutofit/>
          </a:bodyPr>
          <a:lstStyle/>
          <a:p>
            <a:pPr marL="0" indent="0" algn="ctr">
              <a:buNone/>
            </a:pPr>
            <a:r>
              <a:rPr lang="en-GB" b="1" dirty="0">
                <a:solidFill>
                  <a:srgbClr val="FF0000"/>
                </a:solidFill>
              </a:rPr>
              <a:t>Step 1</a:t>
            </a:r>
            <a:endParaRPr lang="en-US" dirty="0"/>
          </a:p>
          <a:p>
            <a:pPr algn="just"/>
            <a:r>
              <a:rPr lang="en-US" dirty="0"/>
              <a:t>Click the </a:t>
            </a:r>
            <a:r>
              <a:rPr lang="en-US" b="1" dirty="0"/>
              <a:t>Home tab </a:t>
            </a:r>
            <a:r>
              <a:rPr lang="en-US" dirty="0"/>
              <a:t>on the ribbon, then click the </a:t>
            </a:r>
            <a:r>
              <a:rPr lang="en-US" b="1" dirty="0"/>
              <a:t>Dialogue Box launcher </a:t>
            </a:r>
            <a:r>
              <a:rPr lang="en-US" dirty="0"/>
              <a:t>in the lower-right corner of the Clipboard group.</a:t>
            </a:r>
            <a:endParaRPr lang="en-GB" dirty="0"/>
          </a:p>
        </p:txBody>
      </p:sp>
      <p:pic>
        <p:nvPicPr>
          <p:cNvPr id="4" name="Picture 3">
            <a:extLst>
              <a:ext uri="{FF2B5EF4-FFF2-40B4-BE49-F238E27FC236}">
                <a16:creationId xmlns:a16="http://schemas.microsoft.com/office/drawing/2014/main" id="{6D82161C-FA8A-468B-B4F1-31B0F38B9300}"/>
              </a:ext>
            </a:extLst>
          </p:cNvPr>
          <p:cNvPicPr>
            <a:picLocks noChangeAspect="1"/>
          </p:cNvPicPr>
          <p:nvPr/>
        </p:nvPicPr>
        <p:blipFill>
          <a:blip r:embed="rId3"/>
          <a:stretch>
            <a:fillRect/>
          </a:stretch>
        </p:blipFill>
        <p:spPr>
          <a:xfrm>
            <a:off x="0" y="2780927"/>
            <a:ext cx="9144000" cy="4077073"/>
          </a:xfrm>
          <a:prstGeom prst="rect">
            <a:avLst/>
          </a:prstGeom>
        </p:spPr>
      </p:pic>
      <p:sp>
        <p:nvSpPr>
          <p:cNvPr id="5" name="Rectangle 4">
            <a:extLst>
              <a:ext uri="{FF2B5EF4-FFF2-40B4-BE49-F238E27FC236}">
                <a16:creationId xmlns:a16="http://schemas.microsoft.com/office/drawing/2014/main" id="{03C47505-1CEA-4CB0-9F2A-7ADBD69C4229}"/>
              </a:ext>
            </a:extLst>
          </p:cNvPr>
          <p:cNvSpPr/>
          <p:nvPr/>
        </p:nvSpPr>
        <p:spPr>
          <a:xfrm>
            <a:off x="899592" y="3483600"/>
            <a:ext cx="288032" cy="30544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909810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Cut and paste items from the Clipboard</a:t>
            </a:r>
          </a:p>
        </p:txBody>
      </p:sp>
      <p:sp>
        <p:nvSpPr>
          <p:cNvPr id="3" name="Content Placeholder 2"/>
          <p:cNvSpPr>
            <a:spLocks noGrp="1"/>
          </p:cNvSpPr>
          <p:nvPr>
            <p:ph idx="1"/>
          </p:nvPr>
        </p:nvSpPr>
        <p:spPr>
          <a:xfrm>
            <a:off x="10729" y="476672"/>
            <a:ext cx="9122542" cy="6381328"/>
          </a:xfrm>
        </p:spPr>
        <p:txBody>
          <a:bodyPr>
            <a:normAutofit/>
          </a:bodyPr>
          <a:lstStyle/>
          <a:p>
            <a:pPr marL="0" indent="0" algn="ctr">
              <a:buNone/>
            </a:pPr>
            <a:r>
              <a:rPr lang="en-GB" b="1" dirty="0">
                <a:solidFill>
                  <a:srgbClr val="FF0000"/>
                </a:solidFill>
              </a:rPr>
              <a:t>Step 2</a:t>
            </a:r>
            <a:endParaRPr lang="en-US" dirty="0"/>
          </a:p>
          <a:p>
            <a:pPr algn="just"/>
            <a:r>
              <a:rPr lang="en-US" dirty="0"/>
              <a:t>Select the text or graphics you want to copy, and press </a:t>
            </a:r>
            <a:r>
              <a:rPr lang="en-US" b="1" dirty="0" err="1"/>
              <a:t>Ctrl+C</a:t>
            </a:r>
            <a:r>
              <a:rPr lang="en-US" dirty="0"/>
              <a:t>. </a:t>
            </a:r>
          </a:p>
          <a:p>
            <a:pPr algn="just"/>
            <a:r>
              <a:rPr lang="en-US" dirty="0"/>
              <a:t>Each selection appears in the Clipboard, with the latest at the top.</a:t>
            </a:r>
            <a:endParaRPr lang="en-GB" dirty="0"/>
          </a:p>
        </p:txBody>
      </p:sp>
      <p:pic>
        <p:nvPicPr>
          <p:cNvPr id="6" name="Picture 5">
            <a:extLst>
              <a:ext uri="{FF2B5EF4-FFF2-40B4-BE49-F238E27FC236}">
                <a16:creationId xmlns:a16="http://schemas.microsoft.com/office/drawing/2014/main" id="{13C73E48-EE00-46D4-B659-60E973F4A234}"/>
              </a:ext>
            </a:extLst>
          </p:cNvPr>
          <p:cNvPicPr>
            <a:picLocks noChangeAspect="1"/>
          </p:cNvPicPr>
          <p:nvPr/>
        </p:nvPicPr>
        <p:blipFill>
          <a:blip r:embed="rId3"/>
          <a:stretch>
            <a:fillRect/>
          </a:stretch>
        </p:blipFill>
        <p:spPr>
          <a:xfrm>
            <a:off x="10729" y="3140968"/>
            <a:ext cx="9144000" cy="4204886"/>
          </a:xfrm>
          <a:prstGeom prst="rect">
            <a:avLst/>
          </a:prstGeom>
        </p:spPr>
      </p:pic>
    </p:spTree>
    <p:extLst>
      <p:ext uri="{BB962C8B-B14F-4D97-AF65-F5344CB8AC3E}">
        <p14:creationId xmlns:p14="http://schemas.microsoft.com/office/powerpoint/2010/main" val="11786659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Cut and paste items from the Clipboard</a:t>
            </a:r>
          </a:p>
        </p:txBody>
      </p:sp>
      <p:sp>
        <p:nvSpPr>
          <p:cNvPr id="3" name="Content Placeholder 2"/>
          <p:cNvSpPr>
            <a:spLocks noGrp="1"/>
          </p:cNvSpPr>
          <p:nvPr>
            <p:ph idx="1"/>
          </p:nvPr>
        </p:nvSpPr>
        <p:spPr>
          <a:xfrm>
            <a:off x="10729" y="476672"/>
            <a:ext cx="9122542" cy="6381328"/>
          </a:xfrm>
        </p:spPr>
        <p:txBody>
          <a:bodyPr>
            <a:normAutofit/>
          </a:bodyPr>
          <a:lstStyle/>
          <a:p>
            <a:pPr marL="0" indent="0" algn="ctr">
              <a:buNone/>
            </a:pPr>
            <a:r>
              <a:rPr lang="en-GB" b="1" dirty="0">
                <a:solidFill>
                  <a:srgbClr val="FF0000"/>
                </a:solidFill>
              </a:rPr>
              <a:t>Step 3</a:t>
            </a:r>
            <a:endParaRPr lang="en-US" dirty="0"/>
          </a:p>
          <a:p>
            <a:pPr algn="just"/>
            <a:r>
              <a:rPr lang="en-US" dirty="0"/>
              <a:t>Click the </a:t>
            </a:r>
            <a:r>
              <a:rPr lang="en-US" b="1" dirty="0"/>
              <a:t>down arrow </a:t>
            </a:r>
            <a:r>
              <a:rPr lang="en-US" dirty="0"/>
              <a:t>next to the item you want to </a:t>
            </a:r>
            <a:r>
              <a:rPr lang="en-US" b="1" dirty="0"/>
              <a:t>paste</a:t>
            </a:r>
            <a:r>
              <a:rPr lang="en-US" dirty="0"/>
              <a:t>, and </a:t>
            </a:r>
            <a:r>
              <a:rPr lang="en-US" b="1" dirty="0"/>
              <a:t>click Paste</a:t>
            </a:r>
            <a:r>
              <a:rPr lang="en-US" dirty="0"/>
              <a:t>.</a:t>
            </a:r>
          </a:p>
          <a:p>
            <a:pPr algn="just"/>
            <a:endParaRPr lang="en-US" dirty="0"/>
          </a:p>
          <a:p>
            <a:pPr marL="0" indent="0" algn="just">
              <a:buNone/>
            </a:pPr>
            <a:endParaRPr lang="en-GB" dirty="0"/>
          </a:p>
        </p:txBody>
      </p:sp>
      <p:pic>
        <p:nvPicPr>
          <p:cNvPr id="4" name="Picture 3">
            <a:extLst>
              <a:ext uri="{FF2B5EF4-FFF2-40B4-BE49-F238E27FC236}">
                <a16:creationId xmlns:a16="http://schemas.microsoft.com/office/drawing/2014/main" id="{9D3C3026-6B03-4FF1-8BBC-1D4AC123A09E}"/>
              </a:ext>
            </a:extLst>
          </p:cNvPr>
          <p:cNvPicPr>
            <a:picLocks noChangeAspect="1"/>
          </p:cNvPicPr>
          <p:nvPr/>
        </p:nvPicPr>
        <p:blipFill>
          <a:blip r:embed="rId3"/>
          <a:stretch>
            <a:fillRect/>
          </a:stretch>
        </p:blipFill>
        <p:spPr>
          <a:xfrm>
            <a:off x="27112" y="2204864"/>
            <a:ext cx="9144000" cy="4678713"/>
          </a:xfrm>
          <a:prstGeom prst="rect">
            <a:avLst/>
          </a:prstGeom>
        </p:spPr>
      </p:pic>
    </p:spTree>
    <p:extLst>
      <p:ext uri="{BB962C8B-B14F-4D97-AF65-F5344CB8AC3E}">
        <p14:creationId xmlns:p14="http://schemas.microsoft.com/office/powerpoint/2010/main" val="301209407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Cut and paste items from the Clipboard</a:t>
            </a:r>
          </a:p>
        </p:txBody>
      </p:sp>
      <p:sp>
        <p:nvSpPr>
          <p:cNvPr id="3" name="Content Placeholder 2"/>
          <p:cNvSpPr>
            <a:spLocks noGrp="1"/>
          </p:cNvSpPr>
          <p:nvPr>
            <p:ph idx="1"/>
          </p:nvPr>
        </p:nvSpPr>
        <p:spPr>
          <a:xfrm>
            <a:off x="10729" y="476672"/>
            <a:ext cx="9122542" cy="6381328"/>
          </a:xfrm>
        </p:spPr>
        <p:txBody>
          <a:bodyPr>
            <a:normAutofit/>
          </a:bodyPr>
          <a:lstStyle/>
          <a:p>
            <a:pPr marL="0" indent="0" algn="ctr">
              <a:buNone/>
            </a:pPr>
            <a:r>
              <a:rPr lang="en-GB" b="1" dirty="0">
                <a:solidFill>
                  <a:srgbClr val="FF0000"/>
                </a:solidFill>
              </a:rPr>
              <a:t>Step 4</a:t>
            </a:r>
            <a:endParaRPr lang="en-US" dirty="0"/>
          </a:p>
          <a:p>
            <a:r>
              <a:rPr lang="en-US" dirty="0"/>
              <a:t>The text will be appear as shown below. To paste everything in the Clipboard to the selected area in your document, click </a:t>
            </a:r>
            <a:r>
              <a:rPr lang="en-US" b="1" dirty="0"/>
              <a:t>Paste All</a:t>
            </a:r>
            <a:r>
              <a:rPr lang="en-US" dirty="0"/>
              <a:t>.</a:t>
            </a:r>
          </a:p>
          <a:p>
            <a:pPr marL="0" indent="0">
              <a:buNone/>
            </a:pPr>
            <a:br>
              <a:rPr lang="en-US" dirty="0"/>
            </a:br>
            <a:r>
              <a:rPr lang="en-US" dirty="0"/>
              <a:t>.</a:t>
            </a:r>
          </a:p>
          <a:p>
            <a:pPr algn="just"/>
            <a:endParaRPr lang="en-US" dirty="0"/>
          </a:p>
          <a:p>
            <a:pPr marL="0" indent="0" algn="just">
              <a:buNone/>
            </a:pPr>
            <a:endParaRPr lang="en-GB" dirty="0"/>
          </a:p>
        </p:txBody>
      </p:sp>
      <p:pic>
        <p:nvPicPr>
          <p:cNvPr id="4" name="Picture 3">
            <a:extLst>
              <a:ext uri="{FF2B5EF4-FFF2-40B4-BE49-F238E27FC236}">
                <a16:creationId xmlns:a16="http://schemas.microsoft.com/office/drawing/2014/main" id="{9D3C3026-6B03-4FF1-8BBC-1D4AC123A09E}"/>
              </a:ext>
            </a:extLst>
          </p:cNvPr>
          <p:cNvPicPr>
            <a:picLocks noChangeAspect="1"/>
          </p:cNvPicPr>
          <p:nvPr/>
        </p:nvPicPr>
        <p:blipFill>
          <a:blip r:embed="rId3"/>
          <a:stretch>
            <a:fillRect/>
          </a:stretch>
        </p:blipFill>
        <p:spPr>
          <a:xfrm>
            <a:off x="32898" y="2564903"/>
            <a:ext cx="9144000" cy="4293097"/>
          </a:xfrm>
          <a:prstGeom prst="rect">
            <a:avLst/>
          </a:prstGeom>
        </p:spPr>
      </p:pic>
    </p:spTree>
    <p:extLst>
      <p:ext uri="{BB962C8B-B14F-4D97-AF65-F5344CB8AC3E}">
        <p14:creationId xmlns:p14="http://schemas.microsoft.com/office/powerpoint/2010/main" val="4098475131"/>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Delete items from the Clipboard</a:t>
            </a:r>
          </a:p>
        </p:txBody>
      </p:sp>
      <p:sp>
        <p:nvSpPr>
          <p:cNvPr id="3" name="Content Placeholder 2"/>
          <p:cNvSpPr>
            <a:spLocks noGrp="1"/>
          </p:cNvSpPr>
          <p:nvPr>
            <p:ph idx="1"/>
          </p:nvPr>
        </p:nvSpPr>
        <p:spPr>
          <a:xfrm>
            <a:off x="10729" y="476672"/>
            <a:ext cx="9122542" cy="6381328"/>
          </a:xfrm>
        </p:spPr>
        <p:txBody>
          <a:bodyPr>
            <a:normAutofit/>
          </a:bodyPr>
          <a:lstStyle/>
          <a:p>
            <a:pPr marL="0" indent="0" algn="ctr">
              <a:buNone/>
            </a:pPr>
            <a:r>
              <a:rPr lang="en-GB" b="1" dirty="0">
                <a:solidFill>
                  <a:srgbClr val="FF0000"/>
                </a:solidFill>
              </a:rPr>
              <a:t>Step 1</a:t>
            </a:r>
            <a:endParaRPr lang="en-US" dirty="0"/>
          </a:p>
          <a:p>
            <a:pPr algn="just"/>
            <a:r>
              <a:rPr lang="en-US" dirty="0"/>
              <a:t>Click the </a:t>
            </a:r>
            <a:r>
              <a:rPr lang="en-US" b="1" dirty="0"/>
              <a:t>arrow </a:t>
            </a:r>
            <a:r>
              <a:rPr lang="en-US" dirty="0"/>
              <a:t>on the right side of the item, and click </a:t>
            </a:r>
            <a:r>
              <a:rPr lang="en-US" b="1" dirty="0"/>
              <a:t>Delete</a:t>
            </a:r>
            <a:r>
              <a:rPr lang="en-US" dirty="0"/>
              <a:t>.</a:t>
            </a:r>
          </a:p>
          <a:p>
            <a:pPr algn="just"/>
            <a:r>
              <a:rPr lang="en-US" b="1" dirty="0"/>
              <a:t>Right-click</a:t>
            </a:r>
            <a:r>
              <a:rPr lang="en-US" dirty="0"/>
              <a:t> the item you want to delete, and click </a:t>
            </a:r>
            <a:r>
              <a:rPr lang="en-US" b="1" dirty="0"/>
              <a:t>Delete</a:t>
            </a:r>
            <a:r>
              <a:rPr lang="en-US" dirty="0"/>
              <a:t>.</a:t>
            </a:r>
          </a:p>
          <a:p>
            <a:pPr algn="just"/>
            <a:r>
              <a:rPr lang="en-US" dirty="0"/>
              <a:t>Click </a:t>
            </a:r>
            <a:r>
              <a:rPr lang="en-US" b="1" dirty="0"/>
              <a:t>Clear All </a:t>
            </a:r>
            <a:r>
              <a:rPr lang="en-US" dirty="0"/>
              <a:t>to clear everything out of the Clipboard.</a:t>
            </a:r>
            <a:endParaRPr lang="en-GB" dirty="0"/>
          </a:p>
        </p:txBody>
      </p:sp>
      <p:pic>
        <p:nvPicPr>
          <p:cNvPr id="6" name="Picture 5">
            <a:extLst>
              <a:ext uri="{FF2B5EF4-FFF2-40B4-BE49-F238E27FC236}">
                <a16:creationId xmlns:a16="http://schemas.microsoft.com/office/drawing/2014/main" id="{B5B7D360-29BD-46A6-AD5C-A4F91DEEE4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3861048"/>
            <a:ext cx="3816424" cy="2880320"/>
          </a:xfrm>
          <a:prstGeom prst="rect">
            <a:avLst/>
          </a:prstGeom>
        </p:spPr>
      </p:pic>
    </p:spTree>
    <p:extLst>
      <p:ext uri="{BB962C8B-B14F-4D97-AF65-F5344CB8AC3E}">
        <p14:creationId xmlns:p14="http://schemas.microsoft.com/office/powerpoint/2010/main" val="35801412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Close the Clipboard</a:t>
            </a:r>
          </a:p>
        </p:txBody>
      </p:sp>
      <p:sp>
        <p:nvSpPr>
          <p:cNvPr id="3" name="Content Placeholder 2"/>
          <p:cNvSpPr>
            <a:spLocks noGrp="1"/>
          </p:cNvSpPr>
          <p:nvPr>
            <p:ph idx="1"/>
          </p:nvPr>
        </p:nvSpPr>
        <p:spPr>
          <a:xfrm>
            <a:off x="10729" y="476672"/>
            <a:ext cx="9122542" cy="6381328"/>
          </a:xfrm>
        </p:spPr>
        <p:txBody>
          <a:bodyPr>
            <a:normAutofit/>
          </a:bodyPr>
          <a:lstStyle/>
          <a:p>
            <a:pPr marL="0" indent="0" algn="ctr">
              <a:buNone/>
            </a:pPr>
            <a:r>
              <a:rPr lang="en-GB" b="1" dirty="0">
                <a:solidFill>
                  <a:srgbClr val="FF0000"/>
                </a:solidFill>
              </a:rPr>
              <a:t>Step 1</a:t>
            </a:r>
            <a:endParaRPr lang="en-US" dirty="0"/>
          </a:p>
          <a:p>
            <a:pPr algn="just"/>
            <a:r>
              <a:rPr lang="en-US" dirty="0"/>
              <a:t>Click the </a:t>
            </a:r>
            <a:r>
              <a:rPr lang="en-US" b="1" dirty="0"/>
              <a:t>X</a:t>
            </a:r>
            <a:r>
              <a:rPr lang="en-US" dirty="0"/>
              <a:t> in the </a:t>
            </a:r>
            <a:r>
              <a:rPr lang="en-US" b="1" dirty="0"/>
              <a:t>upper-right corner</a:t>
            </a:r>
            <a:r>
              <a:rPr lang="en-US" dirty="0"/>
              <a:t> of the </a:t>
            </a:r>
            <a:r>
              <a:rPr lang="en-US" b="1" dirty="0"/>
              <a:t>Clipboard pane</a:t>
            </a:r>
            <a:r>
              <a:rPr lang="en-US" dirty="0"/>
              <a:t>.</a:t>
            </a:r>
          </a:p>
          <a:p>
            <a:pPr algn="just"/>
            <a:endParaRPr lang="en-US" dirty="0"/>
          </a:p>
          <a:p>
            <a:pPr algn="just"/>
            <a:endParaRPr lang="en-GB" dirty="0"/>
          </a:p>
        </p:txBody>
      </p:sp>
      <p:pic>
        <p:nvPicPr>
          <p:cNvPr id="5" name="Picture 4">
            <a:extLst>
              <a:ext uri="{FF2B5EF4-FFF2-40B4-BE49-F238E27FC236}">
                <a16:creationId xmlns:a16="http://schemas.microsoft.com/office/drawing/2014/main" id="{2711548D-D29D-4557-A63A-C31B07251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2132856"/>
            <a:ext cx="4968552" cy="3960440"/>
          </a:xfrm>
          <a:prstGeom prst="rect">
            <a:avLst/>
          </a:prstGeom>
        </p:spPr>
      </p:pic>
    </p:spTree>
    <p:extLst>
      <p:ext uri="{BB962C8B-B14F-4D97-AF65-F5344CB8AC3E}">
        <p14:creationId xmlns:p14="http://schemas.microsoft.com/office/powerpoint/2010/main" val="128142262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702673"/>
          </a:xfrm>
        </p:spPr>
        <p:txBody>
          <a:bodyPr/>
          <a:lstStyle/>
          <a:p>
            <a:pPr algn="ctr"/>
            <a:r>
              <a:rPr lang="en-GB" dirty="0"/>
              <a:t>To delete text</a:t>
            </a:r>
            <a:endParaRPr lang="en-US" dirty="0"/>
          </a:p>
        </p:txBody>
      </p:sp>
      <p:sp>
        <p:nvSpPr>
          <p:cNvPr id="3" name="Content Placeholder 2"/>
          <p:cNvSpPr>
            <a:spLocks noGrp="1"/>
          </p:cNvSpPr>
          <p:nvPr>
            <p:ph idx="1"/>
          </p:nvPr>
        </p:nvSpPr>
        <p:spPr>
          <a:xfrm>
            <a:off x="0" y="692696"/>
            <a:ext cx="9144000" cy="6165304"/>
          </a:xfrm>
        </p:spPr>
        <p:txBody>
          <a:bodyPr>
            <a:normAutofit fontScale="92500" lnSpcReduction="10000"/>
          </a:bodyPr>
          <a:lstStyle/>
          <a:p>
            <a:pPr marL="0" indent="0" algn="just">
              <a:buNone/>
            </a:pPr>
            <a:r>
              <a:rPr lang="en-US" dirty="0"/>
              <a:t>There are several ways to delete, or remove, text:</a:t>
            </a:r>
          </a:p>
          <a:p>
            <a:pPr algn="just"/>
            <a:r>
              <a:rPr lang="en-US" dirty="0"/>
              <a:t>To delete text to the </a:t>
            </a:r>
            <a:r>
              <a:rPr lang="en-US" b="1" dirty="0"/>
              <a:t>left</a:t>
            </a:r>
            <a:r>
              <a:rPr lang="en-US" dirty="0"/>
              <a:t> of the </a:t>
            </a:r>
            <a:r>
              <a:rPr lang="en-US" b="1" dirty="0"/>
              <a:t>insertion point</a:t>
            </a:r>
            <a:r>
              <a:rPr lang="en-US" dirty="0"/>
              <a:t>, press the </a:t>
            </a:r>
            <a:r>
              <a:rPr lang="en-US" b="1" dirty="0"/>
              <a:t>Backspace</a:t>
            </a:r>
            <a:r>
              <a:rPr lang="en-US" dirty="0"/>
              <a:t> key on your keyboard.</a:t>
            </a:r>
          </a:p>
          <a:p>
            <a:pPr algn="just"/>
            <a:endParaRPr lang="en-US" dirty="0"/>
          </a:p>
          <a:p>
            <a:pPr algn="just"/>
            <a:r>
              <a:rPr lang="en-US" dirty="0"/>
              <a:t>To delete text to the </a:t>
            </a:r>
            <a:r>
              <a:rPr lang="en-US" b="1" dirty="0"/>
              <a:t>right</a:t>
            </a:r>
            <a:r>
              <a:rPr lang="en-US" dirty="0"/>
              <a:t> of the insertion </a:t>
            </a:r>
            <a:r>
              <a:rPr lang="en-US" b="1" dirty="0"/>
              <a:t>point</a:t>
            </a:r>
            <a:r>
              <a:rPr lang="en-US" dirty="0"/>
              <a:t>, press the </a:t>
            </a:r>
            <a:r>
              <a:rPr lang="en-US" b="1" dirty="0"/>
              <a:t>Delete key </a:t>
            </a:r>
            <a:r>
              <a:rPr lang="en-US" dirty="0"/>
              <a:t>on your keyboard.</a:t>
            </a:r>
          </a:p>
          <a:p>
            <a:pPr algn="just"/>
            <a:endParaRPr lang="en-US" dirty="0"/>
          </a:p>
          <a:p>
            <a:pPr algn="just"/>
            <a:r>
              <a:rPr lang="en-US" b="1" dirty="0"/>
              <a:t>Select the text </a:t>
            </a:r>
            <a:r>
              <a:rPr lang="en-US" dirty="0"/>
              <a:t>you want to remove, then </a:t>
            </a:r>
            <a:r>
              <a:rPr lang="en-US" b="1" dirty="0"/>
              <a:t>press the Delete key.</a:t>
            </a:r>
          </a:p>
          <a:p>
            <a:pPr algn="just"/>
            <a:endParaRPr lang="en-GB" b="1" dirty="0"/>
          </a:p>
          <a:p>
            <a:pPr algn="just"/>
            <a:r>
              <a:rPr lang="en-US" dirty="0"/>
              <a:t>If you </a:t>
            </a:r>
            <a:r>
              <a:rPr lang="en-US" b="1" dirty="0"/>
              <a:t>select text and start typing</a:t>
            </a:r>
            <a:r>
              <a:rPr lang="en-US" dirty="0"/>
              <a:t>, the </a:t>
            </a:r>
            <a:r>
              <a:rPr lang="en-US" b="1" dirty="0"/>
              <a:t>selected text will automatically be deleted</a:t>
            </a:r>
            <a:r>
              <a:rPr lang="en-US" dirty="0"/>
              <a:t> and replaced with the new text.</a:t>
            </a:r>
          </a:p>
        </p:txBody>
      </p:sp>
    </p:spTree>
    <p:extLst>
      <p:ext uri="{BB962C8B-B14F-4D97-AF65-F5344CB8AC3E}">
        <p14:creationId xmlns:p14="http://schemas.microsoft.com/office/powerpoint/2010/main" val="270264552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What is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Assume that the user copied and pasted some content from the </a:t>
            </a:r>
            <a:r>
              <a:rPr lang="en-US" b="1" dirty="0"/>
              <a:t>web</a:t>
            </a:r>
            <a:r>
              <a:rPr lang="en-US" dirty="0"/>
              <a:t> to a Word document. It will appear as follows. It will paste the copied content including its format from the original source.</a:t>
            </a:r>
          </a:p>
          <a:p>
            <a:pPr algn="just"/>
            <a:endParaRPr lang="en-US" dirty="0"/>
          </a:p>
          <a:p>
            <a:pPr algn="just"/>
            <a:endParaRPr lang="en-GB" dirty="0"/>
          </a:p>
        </p:txBody>
      </p:sp>
      <p:pic>
        <p:nvPicPr>
          <p:cNvPr id="4" name="Picture 3">
            <a:extLst>
              <a:ext uri="{FF2B5EF4-FFF2-40B4-BE49-F238E27FC236}">
                <a16:creationId xmlns:a16="http://schemas.microsoft.com/office/drawing/2014/main" id="{4B794EC9-4F13-46F0-9291-EB9BA3E651CA}"/>
              </a:ext>
            </a:extLst>
          </p:cNvPr>
          <p:cNvPicPr>
            <a:picLocks noChangeAspect="1"/>
          </p:cNvPicPr>
          <p:nvPr/>
        </p:nvPicPr>
        <p:blipFill>
          <a:blip r:embed="rId3"/>
          <a:stretch>
            <a:fillRect/>
          </a:stretch>
        </p:blipFill>
        <p:spPr>
          <a:xfrm>
            <a:off x="27112" y="2708920"/>
            <a:ext cx="9144000" cy="4149080"/>
          </a:xfrm>
          <a:prstGeom prst="rect">
            <a:avLst/>
          </a:prstGeom>
        </p:spPr>
      </p:pic>
    </p:spTree>
    <p:extLst>
      <p:ext uri="{BB962C8B-B14F-4D97-AF65-F5344CB8AC3E}">
        <p14:creationId xmlns:p14="http://schemas.microsoft.com/office/powerpoint/2010/main" val="293599161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What is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Paste Special performs the same functionality as paste, but it provides some additional options. </a:t>
            </a:r>
          </a:p>
          <a:p>
            <a:pPr algn="just"/>
            <a:r>
              <a:rPr lang="en-US" dirty="0"/>
              <a:t>When the user copies some content from the </a:t>
            </a:r>
            <a:r>
              <a:rPr lang="en-US" b="1" dirty="0"/>
              <a:t>web</a:t>
            </a:r>
            <a:r>
              <a:rPr lang="en-US" dirty="0"/>
              <a:t> and selects </a:t>
            </a:r>
            <a:r>
              <a:rPr lang="en-US" b="1" dirty="0"/>
              <a:t>paste special </a:t>
            </a:r>
            <a:r>
              <a:rPr lang="en-US" dirty="0"/>
              <a:t>in the </a:t>
            </a:r>
            <a:r>
              <a:rPr lang="en-US" b="1" dirty="0"/>
              <a:t>Home tab </a:t>
            </a:r>
            <a:r>
              <a:rPr lang="en-US" dirty="0"/>
              <a:t>of the ribbon, it will open a </a:t>
            </a:r>
            <a:r>
              <a:rPr lang="en-US" b="1" dirty="0"/>
              <a:t>dialog box</a:t>
            </a:r>
            <a:r>
              <a:rPr lang="en-US" dirty="0"/>
              <a:t>.</a:t>
            </a:r>
            <a:endParaRPr lang="en-GB" dirty="0"/>
          </a:p>
        </p:txBody>
      </p:sp>
      <p:pic>
        <p:nvPicPr>
          <p:cNvPr id="9" name="Picture 8">
            <a:extLst>
              <a:ext uri="{FF2B5EF4-FFF2-40B4-BE49-F238E27FC236}">
                <a16:creationId xmlns:a16="http://schemas.microsoft.com/office/drawing/2014/main" id="{76116EF3-21B2-49EB-BF79-DFBDEB306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3429000"/>
            <a:ext cx="6624736" cy="3140326"/>
          </a:xfrm>
          <a:prstGeom prst="rect">
            <a:avLst/>
          </a:prstGeom>
        </p:spPr>
      </p:pic>
    </p:spTree>
    <p:extLst>
      <p:ext uri="{BB962C8B-B14F-4D97-AF65-F5344CB8AC3E}">
        <p14:creationId xmlns:p14="http://schemas.microsoft.com/office/powerpoint/2010/main" val="42014641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What is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If the user </a:t>
            </a:r>
            <a:r>
              <a:rPr lang="en-US" b="1" dirty="0"/>
              <a:t>selects Unformatted Text or Unformatted Unicode Text</a:t>
            </a:r>
            <a:r>
              <a:rPr lang="en-US" dirty="0"/>
              <a:t>, it will display the content in normal text format as below. The Unicode is a common and standard encoding type in writing systems.</a:t>
            </a:r>
          </a:p>
          <a:p>
            <a:pPr algn="just"/>
            <a:endParaRPr lang="en-US" dirty="0"/>
          </a:p>
          <a:p>
            <a:pPr algn="just"/>
            <a:endParaRPr lang="en-GB" dirty="0"/>
          </a:p>
        </p:txBody>
      </p:sp>
      <p:pic>
        <p:nvPicPr>
          <p:cNvPr id="5" name="Picture 4">
            <a:extLst>
              <a:ext uri="{FF2B5EF4-FFF2-40B4-BE49-F238E27FC236}">
                <a16:creationId xmlns:a16="http://schemas.microsoft.com/office/drawing/2014/main" id="{B62C991A-ACC6-4FAA-BFDA-8D2A6BBC1B0C}"/>
              </a:ext>
            </a:extLst>
          </p:cNvPr>
          <p:cNvPicPr>
            <a:picLocks noChangeAspect="1"/>
          </p:cNvPicPr>
          <p:nvPr/>
        </p:nvPicPr>
        <p:blipFill rotWithShape="1">
          <a:blip r:embed="rId3"/>
          <a:srcRect l="30810" t="22411" r="30603" b="31368"/>
          <a:stretch/>
        </p:blipFill>
        <p:spPr>
          <a:xfrm>
            <a:off x="2843808" y="3140968"/>
            <a:ext cx="5544616" cy="3456384"/>
          </a:xfrm>
          <a:prstGeom prst="rect">
            <a:avLst/>
          </a:prstGeom>
        </p:spPr>
      </p:pic>
    </p:spTree>
    <p:extLst>
      <p:ext uri="{BB962C8B-B14F-4D97-AF65-F5344CB8AC3E}">
        <p14:creationId xmlns:p14="http://schemas.microsoft.com/office/powerpoint/2010/main" val="3296313836"/>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What is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The text will be appear as shown below. </a:t>
            </a:r>
          </a:p>
          <a:p>
            <a:pPr algn="just"/>
            <a:endParaRPr lang="en-US" dirty="0"/>
          </a:p>
          <a:p>
            <a:pPr algn="just"/>
            <a:endParaRPr lang="en-GB" dirty="0"/>
          </a:p>
        </p:txBody>
      </p:sp>
      <p:pic>
        <p:nvPicPr>
          <p:cNvPr id="4" name="Picture 3">
            <a:extLst>
              <a:ext uri="{FF2B5EF4-FFF2-40B4-BE49-F238E27FC236}">
                <a16:creationId xmlns:a16="http://schemas.microsoft.com/office/drawing/2014/main" id="{9B1BD21A-CA21-462F-8150-43787831FDA8}"/>
              </a:ext>
            </a:extLst>
          </p:cNvPr>
          <p:cNvPicPr>
            <a:picLocks noChangeAspect="1"/>
          </p:cNvPicPr>
          <p:nvPr/>
        </p:nvPicPr>
        <p:blipFill>
          <a:blip r:embed="rId3"/>
          <a:stretch>
            <a:fillRect/>
          </a:stretch>
        </p:blipFill>
        <p:spPr>
          <a:xfrm>
            <a:off x="28134" y="1268760"/>
            <a:ext cx="9105135" cy="5589240"/>
          </a:xfrm>
          <a:prstGeom prst="rect">
            <a:avLst/>
          </a:prstGeom>
        </p:spPr>
      </p:pic>
    </p:spTree>
    <p:extLst>
      <p:ext uri="{BB962C8B-B14F-4D97-AF65-F5344CB8AC3E}">
        <p14:creationId xmlns:p14="http://schemas.microsoft.com/office/powerpoint/2010/main" val="358852249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Difference Between Paste and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The main difference between paste and paste special is that the </a:t>
            </a:r>
            <a:r>
              <a:rPr lang="en-US" b="1" dirty="0"/>
              <a:t>paste command allows the user to insert the selected data from the clipboard into an application</a:t>
            </a:r>
            <a:r>
              <a:rPr lang="en-US" dirty="0"/>
              <a:t>.</a:t>
            </a:r>
          </a:p>
          <a:p>
            <a:pPr algn="just"/>
            <a:endParaRPr lang="en-US" dirty="0"/>
          </a:p>
          <a:p>
            <a:pPr algn="just"/>
            <a:r>
              <a:rPr lang="en-US" dirty="0"/>
              <a:t> Whereas the paste special command follows the same functionality similar to paste, but </a:t>
            </a:r>
            <a:r>
              <a:rPr lang="en-US" b="1" dirty="0"/>
              <a:t>provides additional options</a:t>
            </a:r>
            <a:r>
              <a:rPr lang="en-US" dirty="0"/>
              <a:t> </a:t>
            </a:r>
            <a:r>
              <a:rPr lang="en-US" b="1" dirty="0"/>
              <a:t>to select how the inserted data should appear on the application</a:t>
            </a:r>
            <a:r>
              <a:rPr lang="en-US" dirty="0"/>
              <a:t>.</a:t>
            </a:r>
            <a:endParaRPr lang="en-GB" dirty="0"/>
          </a:p>
        </p:txBody>
      </p:sp>
    </p:spTree>
    <p:extLst>
      <p:ext uri="{BB962C8B-B14F-4D97-AF65-F5344CB8AC3E}">
        <p14:creationId xmlns:p14="http://schemas.microsoft.com/office/powerpoint/2010/main" val="2653257875"/>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Difference Between Paste and Paste Special</a:t>
            </a:r>
          </a:p>
        </p:txBody>
      </p:sp>
      <p:sp>
        <p:nvSpPr>
          <p:cNvPr id="3" name="Content Placeholder 2"/>
          <p:cNvSpPr>
            <a:spLocks noGrp="1"/>
          </p:cNvSpPr>
          <p:nvPr>
            <p:ph idx="1"/>
          </p:nvPr>
        </p:nvSpPr>
        <p:spPr>
          <a:xfrm>
            <a:off x="10729" y="476672"/>
            <a:ext cx="9122542" cy="6381328"/>
          </a:xfrm>
        </p:spPr>
        <p:txBody>
          <a:bodyPr>
            <a:normAutofit/>
          </a:bodyPr>
          <a:lstStyle/>
          <a:p>
            <a:pPr algn="just"/>
            <a:endParaRPr lang="en-US" dirty="0"/>
          </a:p>
          <a:p>
            <a:pPr algn="just"/>
            <a:r>
              <a:rPr lang="en-US" dirty="0"/>
              <a:t>User can press Control(Ctrl) and V keys together from the keyboard.</a:t>
            </a:r>
          </a:p>
          <a:p>
            <a:pPr algn="just"/>
            <a:endParaRPr lang="en-US" dirty="0"/>
          </a:p>
          <a:p>
            <a:pPr algn="just"/>
            <a:r>
              <a:rPr lang="en-US" dirty="0"/>
              <a:t>For paste special press Control(Ctrl), alter(Alt) and V keys together from the keyboard.</a:t>
            </a:r>
            <a:endParaRPr lang="en-GB" dirty="0"/>
          </a:p>
        </p:txBody>
      </p:sp>
    </p:spTree>
    <p:extLst>
      <p:ext uri="{BB962C8B-B14F-4D97-AF65-F5344CB8AC3E}">
        <p14:creationId xmlns:p14="http://schemas.microsoft.com/office/powerpoint/2010/main" val="171275595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to use the Format Painter</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Use Format Painter to quickly apply the same formatting, such as </a:t>
            </a:r>
            <a:r>
              <a:rPr lang="en-US" b="1" dirty="0"/>
              <a:t>color</a:t>
            </a:r>
            <a:r>
              <a:rPr lang="en-US" dirty="0"/>
              <a:t>, </a:t>
            </a:r>
            <a:r>
              <a:rPr lang="en-US" b="1" dirty="0"/>
              <a:t>font style</a:t>
            </a:r>
            <a:r>
              <a:rPr lang="en-US" dirty="0"/>
              <a:t> and </a:t>
            </a:r>
            <a:r>
              <a:rPr lang="en-US" b="1" dirty="0"/>
              <a:t>size</a:t>
            </a:r>
            <a:r>
              <a:rPr lang="en-US" dirty="0"/>
              <a:t>, or </a:t>
            </a:r>
            <a:r>
              <a:rPr lang="en-US" b="1" dirty="0"/>
              <a:t>border style</a:t>
            </a:r>
            <a:r>
              <a:rPr lang="en-US" dirty="0"/>
              <a:t>, to multiple pieces of text or graphics. </a:t>
            </a:r>
          </a:p>
          <a:p>
            <a:pPr algn="just"/>
            <a:endParaRPr lang="en-US" dirty="0"/>
          </a:p>
          <a:p>
            <a:pPr algn="just"/>
            <a:r>
              <a:rPr lang="en-US" dirty="0"/>
              <a:t>With format painter, you can copy all of the formatting from one object and apply it to another one—think of it as copying and pasting for formatting.</a:t>
            </a:r>
            <a:endParaRPr lang="en-GB" dirty="0"/>
          </a:p>
        </p:txBody>
      </p:sp>
    </p:spTree>
    <p:extLst>
      <p:ext uri="{BB962C8B-B14F-4D97-AF65-F5344CB8AC3E}">
        <p14:creationId xmlns:p14="http://schemas.microsoft.com/office/powerpoint/2010/main" val="861877570"/>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to use the Format Painter</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Select the </a:t>
            </a:r>
            <a:r>
              <a:rPr lang="en-US" b="1" dirty="0"/>
              <a:t>text or graphic </a:t>
            </a:r>
            <a:r>
              <a:rPr lang="en-US" dirty="0"/>
              <a:t>that has the formatting that you want to copy.</a:t>
            </a:r>
          </a:p>
          <a:p>
            <a:pPr algn="just"/>
            <a:endParaRPr lang="en-GB" dirty="0"/>
          </a:p>
        </p:txBody>
      </p:sp>
      <p:pic>
        <p:nvPicPr>
          <p:cNvPr id="4" name="Picture 3">
            <a:extLst>
              <a:ext uri="{FF2B5EF4-FFF2-40B4-BE49-F238E27FC236}">
                <a16:creationId xmlns:a16="http://schemas.microsoft.com/office/drawing/2014/main" id="{10856FE2-131A-49FC-88DF-99F175AD97B1}"/>
              </a:ext>
            </a:extLst>
          </p:cNvPr>
          <p:cNvPicPr>
            <a:picLocks noChangeAspect="1"/>
          </p:cNvPicPr>
          <p:nvPr/>
        </p:nvPicPr>
        <p:blipFill>
          <a:blip r:embed="rId3"/>
          <a:stretch>
            <a:fillRect/>
          </a:stretch>
        </p:blipFill>
        <p:spPr>
          <a:xfrm>
            <a:off x="-23374" y="1733034"/>
            <a:ext cx="9144000" cy="5124966"/>
          </a:xfrm>
          <a:prstGeom prst="rect">
            <a:avLst/>
          </a:prstGeom>
        </p:spPr>
      </p:pic>
    </p:spTree>
    <p:extLst>
      <p:ext uri="{BB962C8B-B14F-4D97-AF65-F5344CB8AC3E}">
        <p14:creationId xmlns:p14="http://schemas.microsoft.com/office/powerpoint/2010/main" val="3620496476"/>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to use the Format Painter</a:t>
            </a:r>
          </a:p>
        </p:txBody>
      </p:sp>
      <p:sp>
        <p:nvSpPr>
          <p:cNvPr id="3" name="Content Placeholder 2"/>
          <p:cNvSpPr>
            <a:spLocks noGrp="1"/>
          </p:cNvSpPr>
          <p:nvPr>
            <p:ph idx="1"/>
          </p:nvPr>
        </p:nvSpPr>
        <p:spPr>
          <a:xfrm>
            <a:off x="10729" y="476672"/>
            <a:ext cx="9122542" cy="6381328"/>
          </a:xfrm>
        </p:spPr>
        <p:txBody>
          <a:bodyPr>
            <a:normAutofit lnSpcReduction="10000"/>
          </a:bodyPr>
          <a:lstStyle/>
          <a:p>
            <a:pPr algn="just"/>
            <a:r>
              <a:rPr lang="en-US" dirty="0"/>
              <a:t>On the </a:t>
            </a:r>
            <a:r>
              <a:rPr lang="en-US" b="1" dirty="0"/>
              <a:t>Home tab</a:t>
            </a:r>
            <a:r>
              <a:rPr lang="en-US" dirty="0"/>
              <a:t>, select </a:t>
            </a:r>
            <a:r>
              <a:rPr lang="en-US" b="1" dirty="0"/>
              <a:t>Format Painter </a:t>
            </a:r>
            <a:r>
              <a:rPr lang="en-US" dirty="0"/>
              <a:t>in the Clipboard group. </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The cursor changes to a            paintbrush icon.</a:t>
            </a:r>
          </a:p>
          <a:p>
            <a:pPr algn="just"/>
            <a:endParaRPr lang="en-US" dirty="0"/>
          </a:p>
          <a:p>
            <a:pPr algn="just"/>
            <a:r>
              <a:rPr lang="en-US" dirty="0"/>
              <a:t>Use the brush to paint over a selection of text or graphics to apply the formatting.</a:t>
            </a:r>
          </a:p>
          <a:p>
            <a:pPr algn="just"/>
            <a:endParaRPr lang="en-GB" dirty="0"/>
          </a:p>
        </p:txBody>
      </p:sp>
      <p:pic>
        <p:nvPicPr>
          <p:cNvPr id="6" name="Picture 5">
            <a:extLst>
              <a:ext uri="{FF2B5EF4-FFF2-40B4-BE49-F238E27FC236}">
                <a16:creationId xmlns:a16="http://schemas.microsoft.com/office/drawing/2014/main" id="{DC692DF3-50C2-41E2-A1CE-25E432F5E9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1628800"/>
            <a:ext cx="3888432" cy="2088232"/>
          </a:xfrm>
          <a:prstGeom prst="rect">
            <a:avLst/>
          </a:prstGeom>
        </p:spPr>
      </p:pic>
      <p:pic>
        <p:nvPicPr>
          <p:cNvPr id="8" name="Picture 7">
            <a:extLst>
              <a:ext uri="{FF2B5EF4-FFF2-40B4-BE49-F238E27FC236}">
                <a16:creationId xmlns:a16="http://schemas.microsoft.com/office/drawing/2014/main" id="{31143973-11ED-445A-8BE5-9A12682B07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4463" y="4437112"/>
            <a:ext cx="774764" cy="664086"/>
          </a:xfrm>
          <a:prstGeom prst="rect">
            <a:avLst/>
          </a:prstGeom>
        </p:spPr>
      </p:pic>
    </p:spTree>
    <p:extLst>
      <p:ext uri="{BB962C8B-B14F-4D97-AF65-F5344CB8AC3E}">
        <p14:creationId xmlns:p14="http://schemas.microsoft.com/office/powerpoint/2010/main" val="301102872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How to use the Format Painter</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Use the brush to paint over a selection of text or graphics to apply the formatting. This only works once.</a:t>
            </a:r>
          </a:p>
          <a:p>
            <a:pPr algn="just"/>
            <a:endParaRPr lang="en-GB" dirty="0"/>
          </a:p>
        </p:txBody>
      </p:sp>
      <p:pic>
        <p:nvPicPr>
          <p:cNvPr id="7" name="Picture 6">
            <a:extLst>
              <a:ext uri="{FF2B5EF4-FFF2-40B4-BE49-F238E27FC236}">
                <a16:creationId xmlns:a16="http://schemas.microsoft.com/office/drawing/2014/main" id="{55963A5C-66FE-44F0-8F57-A2C168921837}"/>
              </a:ext>
            </a:extLst>
          </p:cNvPr>
          <p:cNvPicPr>
            <a:picLocks noChangeAspect="1"/>
          </p:cNvPicPr>
          <p:nvPr/>
        </p:nvPicPr>
        <p:blipFill>
          <a:blip r:embed="rId3"/>
          <a:stretch>
            <a:fillRect/>
          </a:stretch>
        </p:blipFill>
        <p:spPr>
          <a:xfrm>
            <a:off x="15491" y="1988840"/>
            <a:ext cx="9144000" cy="4869160"/>
          </a:xfrm>
          <a:prstGeom prst="rect">
            <a:avLst/>
          </a:prstGeom>
        </p:spPr>
      </p:pic>
    </p:spTree>
    <p:extLst>
      <p:ext uri="{BB962C8B-B14F-4D97-AF65-F5344CB8AC3E}">
        <p14:creationId xmlns:p14="http://schemas.microsoft.com/office/powerpoint/2010/main" val="3679859611"/>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Undo and Redo</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Let's say you're working on a document and accidentally delete some text. </a:t>
            </a:r>
          </a:p>
          <a:p>
            <a:pPr algn="just"/>
            <a:endParaRPr lang="en-US" dirty="0"/>
          </a:p>
          <a:p>
            <a:pPr algn="just"/>
            <a:r>
              <a:rPr lang="en-US" dirty="0"/>
              <a:t>Fortunately, you won't have to retype everything you just deleted! Word allows you to </a:t>
            </a:r>
            <a:r>
              <a:rPr lang="en-US" b="1" dirty="0"/>
              <a:t>undo </a:t>
            </a:r>
            <a:r>
              <a:rPr lang="en-US" dirty="0"/>
              <a:t>your most recent action when you make a mistake like this.</a:t>
            </a:r>
          </a:p>
          <a:p>
            <a:pPr algn="just"/>
            <a:endParaRPr lang="en-GB" dirty="0"/>
          </a:p>
        </p:txBody>
      </p:sp>
    </p:spTree>
    <p:extLst>
      <p:ext uri="{BB962C8B-B14F-4D97-AF65-F5344CB8AC3E}">
        <p14:creationId xmlns:p14="http://schemas.microsoft.com/office/powerpoint/2010/main" val="346722572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Undo and Redo</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To do this, locate and select the </a:t>
            </a:r>
            <a:r>
              <a:rPr lang="en-US" b="1" dirty="0"/>
              <a:t>Undo</a:t>
            </a:r>
            <a:r>
              <a:rPr lang="en-US" dirty="0"/>
              <a:t> command on the </a:t>
            </a:r>
            <a:r>
              <a:rPr lang="en-US" b="1" dirty="0"/>
              <a:t>Quick Access Toolbar</a:t>
            </a:r>
            <a:r>
              <a:rPr lang="en-US" dirty="0"/>
              <a:t>. You can also press </a:t>
            </a:r>
            <a:r>
              <a:rPr lang="en-US" b="1" dirty="0" err="1"/>
              <a:t>Ctrl+Z</a:t>
            </a:r>
            <a:r>
              <a:rPr lang="en-US" dirty="0"/>
              <a:t> on your keyboard. </a:t>
            </a:r>
          </a:p>
          <a:p>
            <a:pPr algn="just"/>
            <a:endParaRPr lang="en-GB" dirty="0"/>
          </a:p>
          <a:p>
            <a:pPr algn="just"/>
            <a:endParaRPr lang="en-GB" dirty="0"/>
          </a:p>
        </p:txBody>
      </p:sp>
      <p:pic>
        <p:nvPicPr>
          <p:cNvPr id="5" name="Picture 4">
            <a:extLst>
              <a:ext uri="{FF2B5EF4-FFF2-40B4-BE49-F238E27FC236}">
                <a16:creationId xmlns:a16="http://schemas.microsoft.com/office/drawing/2014/main" id="{427EDDED-06EF-412E-B46F-662CEF9B50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9692" y="2780928"/>
            <a:ext cx="5544616" cy="2376264"/>
          </a:xfrm>
          <a:prstGeom prst="rect">
            <a:avLst/>
          </a:prstGeom>
        </p:spPr>
      </p:pic>
    </p:spTree>
    <p:extLst>
      <p:ext uri="{BB962C8B-B14F-4D97-AF65-F5344CB8AC3E}">
        <p14:creationId xmlns:p14="http://schemas.microsoft.com/office/powerpoint/2010/main" val="3805415786"/>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9977"/>
            <a:ext cx="8839200" cy="486649"/>
          </a:xfrm>
        </p:spPr>
        <p:txBody>
          <a:bodyPr>
            <a:normAutofit fontScale="90000"/>
          </a:bodyPr>
          <a:lstStyle/>
          <a:p>
            <a:pPr algn="ctr"/>
            <a:r>
              <a:rPr lang="en-US" dirty="0"/>
              <a:t>Undo and Redo</a:t>
            </a:r>
          </a:p>
        </p:txBody>
      </p:sp>
      <p:sp>
        <p:nvSpPr>
          <p:cNvPr id="3" name="Content Placeholder 2"/>
          <p:cNvSpPr>
            <a:spLocks noGrp="1"/>
          </p:cNvSpPr>
          <p:nvPr>
            <p:ph idx="1"/>
          </p:nvPr>
        </p:nvSpPr>
        <p:spPr>
          <a:xfrm>
            <a:off x="10729" y="476672"/>
            <a:ext cx="9122542" cy="6381328"/>
          </a:xfrm>
        </p:spPr>
        <p:txBody>
          <a:bodyPr>
            <a:normAutofit/>
          </a:bodyPr>
          <a:lstStyle/>
          <a:p>
            <a:pPr algn="just"/>
            <a:r>
              <a:rPr lang="en-US" dirty="0"/>
              <a:t>By contrast, the </a:t>
            </a:r>
            <a:r>
              <a:rPr lang="en-US" b="1" dirty="0"/>
              <a:t>Redo</a:t>
            </a:r>
            <a:r>
              <a:rPr lang="en-US" dirty="0"/>
              <a:t> command allows you to reverse the last </a:t>
            </a:r>
            <a:r>
              <a:rPr lang="en-US" b="1" dirty="0"/>
              <a:t>undo</a:t>
            </a:r>
            <a:r>
              <a:rPr lang="en-US" dirty="0"/>
              <a:t>. You can also access this command by pressing </a:t>
            </a:r>
            <a:r>
              <a:rPr lang="en-US" b="1" dirty="0" err="1"/>
              <a:t>Ctrl+Y</a:t>
            </a:r>
            <a:r>
              <a:rPr lang="en-US" dirty="0"/>
              <a:t> on your keyboard.</a:t>
            </a:r>
            <a:endParaRPr lang="en-GB" dirty="0"/>
          </a:p>
          <a:p>
            <a:pPr algn="just"/>
            <a:endParaRPr lang="en-GB" dirty="0"/>
          </a:p>
        </p:txBody>
      </p:sp>
      <p:pic>
        <p:nvPicPr>
          <p:cNvPr id="6" name="Picture 5">
            <a:extLst>
              <a:ext uri="{FF2B5EF4-FFF2-40B4-BE49-F238E27FC236}">
                <a16:creationId xmlns:a16="http://schemas.microsoft.com/office/drawing/2014/main" id="{F50AD5CD-C698-4919-B97F-12477A25D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2558826"/>
            <a:ext cx="6840760" cy="2598365"/>
          </a:xfrm>
          <a:prstGeom prst="rect">
            <a:avLst/>
          </a:prstGeom>
        </p:spPr>
      </p:pic>
    </p:spTree>
    <p:extLst>
      <p:ext uri="{BB962C8B-B14F-4D97-AF65-F5344CB8AC3E}">
        <p14:creationId xmlns:p14="http://schemas.microsoft.com/office/powerpoint/2010/main" val="1310096306"/>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noAutofit/>
          </a:bodyPr>
          <a:lstStyle/>
          <a:p>
            <a:pPr algn="ctr"/>
            <a:r>
              <a:rPr lang="en-GB" sz="6000" dirty="0">
                <a:solidFill>
                  <a:srgbClr val="7030A0"/>
                </a:solidFill>
              </a:rPr>
              <a:t>Text Basics</a:t>
            </a:r>
            <a:endParaRPr lang="en-US" sz="6000" dirty="0">
              <a:solidFill>
                <a:srgbClr val="7030A0"/>
              </a:solidFill>
            </a:endParaRPr>
          </a:p>
        </p:txBody>
      </p:sp>
      <p:sp>
        <p:nvSpPr>
          <p:cNvPr id="3" name="Content Placeholder 2"/>
          <p:cNvSpPr>
            <a:spLocks noGrp="1"/>
          </p:cNvSpPr>
          <p:nvPr>
            <p:ph idx="1"/>
          </p:nvPr>
        </p:nvSpPr>
        <p:spPr>
          <a:xfrm>
            <a:off x="152400" y="1052736"/>
            <a:ext cx="8839200" cy="5348064"/>
          </a:xfrm>
        </p:spPr>
        <p:txBody>
          <a:bodyPr>
            <a:normAutofit/>
          </a:bodyPr>
          <a:lstStyle/>
          <a:p>
            <a:pPr algn="just"/>
            <a:r>
              <a:rPr lang="en-US" dirty="0">
                <a:solidFill>
                  <a:srgbClr val="FF0000"/>
                </a:solidFill>
              </a:rPr>
              <a:t> </a:t>
            </a:r>
            <a:r>
              <a:rPr lang="en-GB" dirty="0"/>
              <a:t>Microsoft word allows you to use different fonts with different size.</a:t>
            </a:r>
          </a:p>
          <a:p>
            <a:pPr algn="just"/>
            <a:endParaRPr lang="en-GB" sz="3600" dirty="0">
              <a:solidFill>
                <a:srgbClr val="FF0000"/>
              </a:solidFill>
            </a:endParaRPr>
          </a:p>
          <a:p>
            <a:pPr algn="just"/>
            <a:r>
              <a:rPr lang="en-GB" dirty="0"/>
              <a:t>You can change your document's appearance by changing the fonts and their size.</a:t>
            </a:r>
          </a:p>
          <a:p>
            <a:pPr algn="just"/>
            <a:endParaRPr lang="en-GB" dirty="0"/>
          </a:p>
          <a:p>
            <a:pPr algn="just"/>
            <a:r>
              <a:rPr lang="en-GB" dirty="0"/>
              <a:t>It is important to learn how to use different fonts.</a:t>
            </a:r>
            <a:endParaRPr lang="en-US" dirty="0"/>
          </a:p>
        </p:txBody>
      </p:sp>
    </p:spTree>
    <p:extLst>
      <p:ext uri="{BB962C8B-B14F-4D97-AF65-F5344CB8AC3E}">
        <p14:creationId xmlns:p14="http://schemas.microsoft.com/office/powerpoint/2010/main" val="2676363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Setting Text Fonts in Word 2019</a:t>
            </a:r>
            <a:endParaRPr lang="en-US" dirty="0"/>
          </a:p>
        </p:txBody>
      </p:sp>
      <p:sp>
        <p:nvSpPr>
          <p:cNvPr id="3" name="Content Placeholder 2"/>
          <p:cNvSpPr>
            <a:spLocks noGrp="1"/>
          </p:cNvSpPr>
          <p:nvPr>
            <p:ph idx="1"/>
          </p:nvPr>
        </p:nvSpPr>
        <p:spPr>
          <a:xfrm>
            <a:off x="152400" y="1052736"/>
            <a:ext cx="8839200" cy="5348064"/>
          </a:xfrm>
        </p:spPr>
        <p:txBody>
          <a:bodyPr>
            <a:normAutofit/>
          </a:bodyPr>
          <a:lstStyle/>
          <a:p>
            <a:pPr algn="just"/>
            <a:r>
              <a:rPr lang="en-US" dirty="0">
                <a:solidFill>
                  <a:srgbClr val="FF0000"/>
                </a:solidFill>
              </a:rPr>
              <a:t> </a:t>
            </a:r>
            <a:r>
              <a:rPr lang="en-GB" dirty="0"/>
              <a:t>Microsoft word allows you to use different fonts with different size.</a:t>
            </a:r>
          </a:p>
          <a:p>
            <a:pPr algn="just"/>
            <a:endParaRPr lang="en-GB" sz="3600" dirty="0">
              <a:solidFill>
                <a:srgbClr val="FF0000"/>
              </a:solidFill>
            </a:endParaRPr>
          </a:p>
          <a:p>
            <a:pPr algn="just"/>
            <a:r>
              <a:rPr lang="en-GB" dirty="0"/>
              <a:t>You can change your document's appearance by changing the fonts and their size.</a:t>
            </a:r>
          </a:p>
          <a:p>
            <a:pPr algn="just"/>
            <a:endParaRPr lang="en-GB" dirty="0"/>
          </a:p>
          <a:p>
            <a:pPr algn="just"/>
            <a:r>
              <a:rPr lang="en-GB" dirty="0"/>
              <a:t>It is important to learn how to use different fonts.</a:t>
            </a:r>
            <a:endParaRPr 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Size</a:t>
            </a:r>
            <a:endParaRPr lang="en-US" dirty="0"/>
          </a:p>
        </p:txBody>
      </p:sp>
      <p:sp>
        <p:nvSpPr>
          <p:cNvPr id="3" name="Content Placeholder 2"/>
          <p:cNvSpPr>
            <a:spLocks noGrp="1"/>
          </p:cNvSpPr>
          <p:nvPr>
            <p:ph idx="1"/>
          </p:nvPr>
        </p:nvSpPr>
        <p:spPr>
          <a:xfrm>
            <a:off x="0" y="980728"/>
            <a:ext cx="9144000" cy="5877272"/>
          </a:xfrm>
        </p:spPr>
        <p:txBody>
          <a:bodyPr>
            <a:normAutofit/>
          </a:bodyPr>
          <a:lstStyle/>
          <a:p>
            <a:pPr marL="0" indent="0" algn="ctr">
              <a:buNone/>
            </a:pPr>
            <a:r>
              <a:rPr lang="en-GB" b="1" dirty="0">
                <a:solidFill>
                  <a:srgbClr val="FF0000"/>
                </a:solidFill>
              </a:rPr>
              <a:t>Step 1</a:t>
            </a:r>
            <a:r>
              <a:rPr lang="en-GB" b="1" dirty="0"/>
              <a:t> </a:t>
            </a:r>
          </a:p>
          <a:p>
            <a:pPr algn="just"/>
            <a:r>
              <a:rPr lang="en-GB" dirty="0"/>
              <a:t>Select the portion of text the font of which needs to be changed and click the </a:t>
            </a:r>
            <a:r>
              <a:rPr lang="en-GB" b="1" dirty="0"/>
              <a:t>Home tab</a:t>
            </a:r>
            <a:r>
              <a:rPr lang="en-GB" dirty="0"/>
              <a:t>. </a:t>
            </a:r>
          </a:p>
          <a:p>
            <a:pPr algn="just"/>
            <a:endParaRPr lang="en-GB" dirty="0"/>
          </a:p>
        </p:txBody>
      </p:sp>
      <p:pic>
        <p:nvPicPr>
          <p:cNvPr id="4" name="Picture 3">
            <a:extLst>
              <a:ext uri="{FF2B5EF4-FFF2-40B4-BE49-F238E27FC236}">
                <a16:creationId xmlns:a16="http://schemas.microsoft.com/office/drawing/2014/main" id="{3DD74A95-DED9-44F9-867F-9AC07579544D}"/>
              </a:ext>
            </a:extLst>
          </p:cNvPr>
          <p:cNvPicPr>
            <a:picLocks noChangeAspect="1"/>
          </p:cNvPicPr>
          <p:nvPr/>
        </p:nvPicPr>
        <p:blipFill>
          <a:blip r:embed="rId3"/>
          <a:stretch>
            <a:fillRect/>
          </a:stretch>
        </p:blipFill>
        <p:spPr>
          <a:xfrm>
            <a:off x="27112" y="2708920"/>
            <a:ext cx="9144000" cy="4149080"/>
          </a:xfrm>
          <a:prstGeom prst="rect">
            <a:avLst/>
          </a:prstGeom>
        </p:spPr>
      </p:pic>
    </p:spTree>
    <p:extLst>
      <p:ext uri="{BB962C8B-B14F-4D97-AF65-F5344CB8AC3E}">
        <p14:creationId xmlns:p14="http://schemas.microsoft.com/office/powerpoint/2010/main" val="1465578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GB" dirty="0"/>
              <a:t>Change the Font Size</a:t>
            </a:r>
            <a:endParaRPr lang="en-US" dirty="0"/>
          </a:p>
        </p:txBody>
      </p:sp>
      <p:sp>
        <p:nvSpPr>
          <p:cNvPr id="3" name="Content Placeholder 2"/>
          <p:cNvSpPr>
            <a:spLocks noGrp="1"/>
          </p:cNvSpPr>
          <p:nvPr>
            <p:ph idx="1"/>
          </p:nvPr>
        </p:nvSpPr>
        <p:spPr>
          <a:xfrm>
            <a:off x="0" y="476672"/>
            <a:ext cx="9144000" cy="6381328"/>
          </a:xfrm>
        </p:spPr>
        <p:txBody>
          <a:bodyPr>
            <a:normAutofit/>
          </a:bodyPr>
          <a:lstStyle/>
          <a:p>
            <a:pPr marL="0" indent="0" algn="ctr">
              <a:buNone/>
            </a:pPr>
            <a:r>
              <a:rPr lang="en-GB" b="1" dirty="0">
                <a:solidFill>
                  <a:srgbClr val="FF0000"/>
                </a:solidFill>
              </a:rPr>
              <a:t>Step 2</a:t>
            </a:r>
          </a:p>
          <a:p>
            <a:r>
              <a:rPr lang="en-US" dirty="0"/>
              <a:t>On the </a:t>
            </a:r>
            <a:r>
              <a:rPr lang="en-US" b="1" dirty="0"/>
              <a:t>Home tab</a:t>
            </a:r>
            <a:r>
              <a:rPr lang="en-US" dirty="0"/>
              <a:t>, click the </a:t>
            </a:r>
            <a:r>
              <a:rPr lang="en-US" b="1" dirty="0"/>
              <a:t>Font Size drop-down arrow</a:t>
            </a:r>
            <a:r>
              <a:rPr lang="en-US" dirty="0"/>
              <a:t>. Select a font size from the menu. If the font size you need is not available in the menu, you can click the Font Size box and type the desired size, then press Enter.</a:t>
            </a:r>
            <a:endParaRPr lang="en-GB" dirty="0"/>
          </a:p>
          <a:p>
            <a:endParaRPr lang="en-GB" dirty="0"/>
          </a:p>
          <a:p>
            <a:endParaRPr lang="en-GB" dirty="0"/>
          </a:p>
          <a:p>
            <a:endParaRPr lang="en-GB" dirty="0"/>
          </a:p>
          <a:p>
            <a:pPr marL="0" indent="0" algn="ctr">
              <a:buNone/>
            </a:pPr>
            <a:r>
              <a:rPr lang="en-GB" dirty="0"/>
              <a:t> </a:t>
            </a:r>
          </a:p>
          <a:p>
            <a:pPr marL="0" indent="0" algn="ctr">
              <a:buNone/>
            </a:pPr>
            <a:endParaRPr lang="en-GB" dirty="0"/>
          </a:p>
        </p:txBody>
      </p:sp>
      <p:pic>
        <p:nvPicPr>
          <p:cNvPr id="5" name="Picture 4">
            <a:extLst>
              <a:ext uri="{FF2B5EF4-FFF2-40B4-BE49-F238E27FC236}">
                <a16:creationId xmlns:a16="http://schemas.microsoft.com/office/drawing/2014/main" id="{AD096B42-94F6-441E-91C4-40CFA50FEBEE}"/>
              </a:ext>
            </a:extLst>
          </p:cNvPr>
          <p:cNvPicPr>
            <a:picLocks noChangeAspect="1"/>
          </p:cNvPicPr>
          <p:nvPr/>
        </p:nvPicPr>
        <p:blipFill>
          <a:blip r:embed="rId3"/>
          <a:stretch>
            <a:fillRect/>
          </a:stretch>
        </p:blipFill>
        <p:spPr>
          <a:xfrm>
            <a:off x="0" y="3573016"/>
            <a:ext cx="9144000" cy="3284984"/>
          </a:xfrm>
          <a:prstGeom prst="rect">
            <a:avLst/>
          </a:prstGeom>
        </p:spPr>
      </p:pic>
    </p:spTree>
    <p:extLst>
      <p:ext uri="{BB962C8B-B14F-4D97-AF65-F5344CB8AC3E}">
        <p14:creationId xmlns:p14="http://schemas.microsoft.com/office/powerpoint/2010/main" val="6661503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par>
                          <p:cTn id="13" fill="hold">
                            <p:stCondLst>
                              <p:cond delay="2500"/>
                            </p:stCondLst>
                            <p:childTnLst>
                              <p:par>
                                <p:cTn id="14" presetID="22" presetClass="entr" presetSubtype="8" fill="hold" grpId="0" nodeType="afterEffect">
                                  <p:stCondLst>
                                    <p:cond delay="200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Change the Font Size</a:t>
            </a:r>
            <a:endParaRPr lang="en-US" dirty="0"/>
          </a:p>
        </p:txBody>
      </p:sp>
      <p:sp>
        <p:nvSpPr>
          <p:cNvPr id="3" name="Content Placeholder 2"/>
          <p:cNvSpPr>
            <a:spLocks noGrp="1"/>
          </p:cNvSpPr>
          <p:nvPr>
            <p:ph idx="1"/>
          </p:nvPr>
        </p:nvSpPr>
        <p:spPr>
          <a:xfrm>
            <a:off x="0" y="980728"/>
            <a:ext cx="9144000" cy="5877272"/>
          </a:xfrm>
        </p:spPr>
        <p:txBody>
          <a:bodyPr>
            <a:normAutofit/>
          </a:bodyPr>
          <a:lstStyle/>
          <a:p>
            <a:pPr marL="0" indent="0" algn="ctr">
              <a:buNone/>
            </a:pPr>
            <a:endParaRPr lang="en-GB" b="1" dirty="0"/>
          </a:p>
          <a:p>
            <a:pPr algn="just"/>
            <a:r>
              <a:rPr lang="en-US" dirty="0"/>
              <a:t>You can also use the </a:t>
            </a:r>
            <a:r>
              <a:rPr lang="en-US" b="1" dirty="0"/>
              <a:t>Grow Font </a:t>
            </a:r>
            <a:r>
              <a:rPr lang="en-US" dirty="0"/>
              <a:t>and </a:t>
            </a:r>
            <a:r>
              <a:rPr lang="en-US" b="1" dirty="0"/>
              <a:t>Shrink Font </a:t>
            </a:r>
            <a:r>
              <a:rPr lang="en-US" dirty="0"/>
              <a:t>commands to change the font size.</a:t>
            </a:r>
          </a:p>
          <a:p>
            <a:pPr algn="just"/>
            <a:endParaRPr lang="en-US" dirty="0"/>
          </a:p>
          <a:p>
            <a:pPr algn="just"/>
            <a:endParaRPr lang="en-US" dirty="0"/>
          </a:p>
          <a:p>
            <a:pPr algn="just"/>
            <a:endParaRPr lang="en-GB" dirty="0"/>
          </a:p>
        </p:txBody>
      </p:sp>
      <p:pic>
        <p:nvPicPr>
          <p:cNvPr id="6" name="Picture 5">
            <a:extLst>
              <a:ext uri="{FF2B5EF4-FFF2-40B4-BE49-F238E27FC236}">
                <a16:creationId xmlns:a16="http://schemas.microsoft.com/office/drawing/2014/main" id="{ECD2E811-879C-49BA-BBEA-37C6CF2F8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2876550"/>
            <a:ext cx="7848872" cy="3000722"/>
          </a:xfrm>
          <a:prstGeom prst="rect">
            <a:avLst/>
          </a:prstGeom>
        </p:spPr>
      </p:pic>
    </p:spTree>
    <p:extLst>
      <p:ext uri="{BB962C8B-B14F-4D97-AF65-F5344CB8AC3E}">
        <p14:creationId xmlns:p14="http://schemas.microsoft.com/office/powerpoint/2010/main" val="3805687952"/>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GB" dirty="0"/>
              <a:t>Change the Font Type </a:t>
            </a:r>
            <a:endParaRPr lang="en-US" dirty="0"/>
          </a:p>
        </p:txBody>
      </p:sp>
      <p:sp>
        <p:nvSpPr>
          <p:cNvPr id="3" name="Content Placeholder 2"/>
          <p:cNvSpPr>
            <a:spLocks noGrp="1"/>
          </p:cNvSpPr>
          <p:nvPr>
            <p:ph idx="1"/>
          </p:nvPr>
        </p:nvSpPr>
        <p:spPr>
          <a:xfrm>
            <a:off x="0" y="548680"/>
            <a:ext cx="9144000" cy="6309320"/>
          </a:xfrm>
        </p:spPr>
        <p:txBody>
          <a:bodyPr>
            <a:normAutofit/>
          </a:bodyPr>
          <a:lstStyle/>
          <a:p>
            <a:pPr marL="0" indent="0" algn="ctr">
              <a:buNone/>
            </a:pPr>
            <a:r>
              <a:rPr lang="en-GB" b="1" dirty="0">
                <a:solidFill>
                  <a:srgbClr val="FF0000"/>
                </a:solidFill>
              </a:rPr>
              <a:t>Step 1</a:t>
            </a:r>
          </a:p>
          <a:p>
            <a:r>
              <a:rPr lang="en-US" dirty="0"/>
              <a:t>By default, the font type of each new document is set to </a:t>
            </a:r>
            <a:r>
              <a:rPr lang="en-US" b="1" dirty="0"/>
              <a:t>Calibri</a:t>
            </a:r>
            <a:r>
              <a:rPr lang="en-US" dirty="0"/>
              <a:t>. However, Word provides many other fonts you can use to customize text.</a:t>
            </a:r>
            <a:endParaRPr lang="en-GB" dirty="0"/>
          </a:p>
          <a:p>
            <a:r>
              <a:rPr lang="en-US" dirty="0"/>
              <a:t>Select the text you want to modify.</a:t>
            </a:r>
            <a:endParaRPr lang="en-GB" dirty="0"/>
          </a:p>
          <a:p>
            <a:endParaRPr lang="en-GB" dirty="0"/>
          </a:p>
          <a:p>
            <a:pPr marL="0" indent="0" algn="ctr">
              <a:buNone/>
            </a:pPr>
            <a:r>
              <a:rPr lang="en-GB" dirty="0"/>
              <a:t> </a:t>
            </a:r>
          </a:p>
          <a:p>
            <a:pPr marL="0" indent="0" algn="ctr">
              <a:buNone/>
            </a:pPr>
            <a:endParaRPr lang="en-GB" dirty="0"/>
          </a:p>
        </p:txBody>
      </p:sp>
      <p:pic>
        <p:nvPicPr>
          <p:cNvPr id="4" name="Picture 3">
            <a:extLst>
              <a:ext uri="{FF2B5EF4-FFF2-40B4-BE49-F238E27FC236}">
                <a16:creationId xmlns:a16="http://schemas.microsoft.com/office/drawing/2014/main" id="{F01E6B7A-20DC-4348-B3D7-598F2BF64098}"/>
              </a:ext>
            </a:extLst>
          </p:cNvPr>
          <p:cNvPicPr>
            <a:picLocks noChangeAspect="1"/>
          </p:cNvPicPr>
          <p:nvPr/>
        </p:nvPicPr>
        <p:blipFill>
          <a:blip r:embed="rId3"/>
          <a:stretch>
            <a:fillRect/>
          </a:stretch>
        </p:blipFill>
        <p:spPr>
          <a:xfrm>
            <a:off x="0" y="3212977"/>
            <a:ext cx="9144000" cy="3710640"/>
          </a:xfrm>
          <a:prstGeom prst="rect">
            <a:avLst/>
          </a:prstGeom>
        </p:spPr>
      </p:pic>
    </p:spTree>
    <p:extLst>
      <p:ext uri="{BB962C8B-B14F-4D97-AF65-F5344CB8AC3E}">
        <p14:creationId xmlns:p14="http://schemas.microsoft.com/office/powerpoint/2010/main" val="16447371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wipe(left)">
                                      <p:cBhvr>
                                        <p:cTn id="1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the Font Type </a:t>
            </a:r>
            <a:endParaRPr lang="en-US" dirty="0"/>
          </a:p>
        </p:txBody>
      </p:sp>
      <p:sp>
        <p:nvSpPr>
          <p:cNvPr id="3" name="Content Placeholder 2"/>
          <p:cNvSpPr>
            <a:spLocks noGrp="1"/>
          </p:cNvSpPr>
          <p:nvPr>
            <p:ph idx="1"/>
          </p:nvPr>
        </p:nvSpPr>
        <p:spPr>
          <a:xfrm>
            <a:off x="0" y="476672"/>
            <a:ext cx="9144000" cy="6381328"/>
          </a:xfrm>
        </p:spPr>
        <p:txBody>
          <a:bodyPr>
            <a:normAutofit/>
          </a:bodyPr>
          <a:lstStyle/>
          <a:p>
            <a:pPr marL="0" indent="0" algn="ctr">
              <a:buNone/>
            </a:pPr>
            <a:r>
              <a:rPr lang="en-GB" b="1" dirty="0">
                <a:solidFill>
                  <a:srgbClr val="FF0000"/>
                </a:solidFill>
              </a:rPr>
              <a:t>Step 2</a:t>
            </a:r>
          </a:p>
          <a:p>
            <a:pPr algn="just"/>
            <a:r>
              <a:rPr lang="en-US" dirty="0"/>
              <a:t>On the </a:t>
            </a:r>
            <a:r>
              <a:rPr lang="en-US" b="1" dirty="0"/>
              <a:t>Home tab</a:t>
            </a:r>
            <a:r>
              <a:rPr lang="en-US" dirty="0"/>
              <a:t>, click the </a:t>
            </a:r>
            <a:r>
              <a:rPr lang="en-US" b="1" dirty="0"/>
              <a:t>drop-down arrow </a:t>
            </a:r>
            <a:r>
              <a:rPr lang="en-US" dirty="0"/>
              <a:t>next to the Font box. A menu of font styles will appear.</a:t>
            </a:r>
          </a:p>
          <a:p>
            <a:pPr algn="just"/>
            <a:r>
              <a:rPr lang="en-US" dirty="0"/>
              <a:t>Select the </a:t>
            </a:r>
            <a:r>
              <a:rPr lang="en-US" b="1" dirty="0"/>
              <a:t>font style </a:t>
            </a:r>
            <a:r>
              <a:rPr lang="en-US" dirty="0"/>
              <a:t>you want to use.</a:t>
            </a:r>
          </a:p>
          <a:p>
            <a:pPr algn="just"/>
            <a:endParaRPr lang="en-GB" dirty="0"/>
          </a:p>
        </p:txBody>
      </p:sp>
      <p:pic>
        <p:nvPicPr>
          <p:cNvPr id="6" name="Picture 5">
            <a:extLst>
              <a:ext uri="{FF2B5EF4-FFF2-40B4-BE49-F238E27FC236}">
                <a16:creationId xmlns:a16="http://schemas.microsoft.com/office/drawing/2014/main" id="{75BF677B-25ED-44FD-95C2-A37C9923AE4F}"/>
              </a:ext>
            </a:extLst>
          </p:cNvPr>
          <p:cNvPicPr>
            <a:picLocks noChangeAspect="1"/>
          </p:cNvPicPr>
          <p:nvPr/>
        </p:nvPicPr>
        <p:blipFill>
          <a:blip r:embed="rId3"/>
          <a:stretch>
            <a:fillRect/>
          </a:stretch>
        </p:blipFill>
        <p:spPr>
          <a:xfrm>
            <a:off x="27112" y="2636911"/>
            <a:ext cx="9144000" cy="4231145"/>
          </a:xfrm>
          <a:prstGeom prst="rect">
            <a:avLst/>
          </a:prstGeom>
        </p:spPr>
      </p:pic>
    </p:spTree>
    <p:extLst>
      <p:ext uri="{BB962C8B-B14F-4D97-AF65-F5344CB8AC3E}">
        <p14:creationId xmlns:p14="http://schemas.microsoft.com/office/powerpoint/2010/main" val="6946285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the Font Type </a:t>
            </a:r>
            <a:endParaRPr lang="en-US" dirty="0"/>
          </a:p>
        </p:txBody>
      </p:sp>
      <p:sp>
        <p:nvSpPr>
          <p:cNvPr id="3" name="Content Placeholder 2"/>
          <p:cNvSpPr>
            <a:spLocks noGrp="1"/>
          </p:cNvSpPr>
          <p:nvPr>
            <p:ph idx="1"/>
          </p:nvPr>
        </p:nvSpPr>
        <p:spPr>
          <a:xfrm>
            <a:off x="0" y="476672"/>
            <a:ext cx="9144000" cy="6381328"/>
          </a:xfrm>
        </p:spPr>
        <p:txBody>
          <a:bodyPr>
            <a:normAutofit/>
          </a:bodyPr>
          <a:lstStyle/>
          <a:p>
            <a:pPr marL="0" indent="0" algn="ctr">
              <a:buNone/>
            </a:pPr>
            <a:endParaRPr lang="en-GB" b="1" dirty="0">
              <a:solidFill>
                <a:srgbClr val="FF0000"/>
              </a:solidFill>
            </a:endParaRPr>
          </a:p>
          <a:p>
            <a:pPr algn="just"/>
            <a:r>
              <a:rPr lang="en-US" dirty="0"/>
              <a:t>When creating a professional document or a document that contains multiple paragraphs, </a:t>
            </a:r>
          </a:p>
          <a:p>
            <a:pPr algn="just"/>
            <a:endParaRPr lang="en-US" dirty="0"/>
          </a:p>
          <a:p>
            <a:pPr algn="just"/>
            <a:r>
              <a:rPr lang="en-US" dirty="0"/>
              <a:t>you'll want to select a font that's easy to read. Along with Calibri, standard reading fonts include </a:t>
            </a:r>
            <a:r>
              <a:rPr lang="en-US" b="1" dirty="0"/>
              <a:t>Cambria</a:t>
            </a:r>
            <a:r>
              <a:rPr lang="en-US" dirty="0"/>
              <a:t>, </a:t>
            </a:r>
            <a:r>
              <a:rPr lang="en-US" b="1" dirty="0"/>
              <a:t>Times New Roman</a:t>
            </a:r>
            <a:r>
              <a:rPr lang="en-US" dirty="0"/>
              <a:t>, and </a:t>
            </a:r>
            <a:r>
              <a:rPr lang="en-US" b="1" dirty="0"/>
              <a:t>Arial</a:t>
            </a:r>
            <a:r>
              <a:rPr lang="en-US" dirty="0"/>
              <a:t>.</a:t>
            </a:r>
            <a:endParaRPr lang="en-GB" dirty="0"/>
          </a:p>
        </p:txBody>
      </p:sp>
    </p:spTree>
    <p:extLst>
      <p:ext uri="{BB962C8B-B14F-4D97-AF65-F5344CB8AC3E}">
        <p14:creationId xmlns:p14="http://schemas.microsoft.com/office/powerpoint/2010/main" val="2285083818"/>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font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endParaRPr lang="en-US" sz="2800" b="1" dirty="0"/>
          </a:p>
          <a:p>
            <a:pPr algn="just"/>
            <a:r>
              <a:rPr lang="en-US" sz="2800" dirty="0"/>
              <a:t>Select the text you want to modify.</a:t>
            </a:r>
            <a:endParaRPr lang="en-GB" dirty="0"/>
          </a:p>
        </p:txBody>
      </p:sp>
      <p:pic>
        <p:nvPicPr>
          <p:cNvPr id="4" name="Picture 3">
            <a:extLst>
              <a:ext uri="{FF2B5EF4-FFF2-40B4-BE49-F238E27FC236}">
                <a16:creationId xmlns:a16="http://schemas.microsoft.com/office/drawing/2014/main" id="{09BEBAEF-62BE-4C55-9546-E769359247D3}"/>
              </a:ext>
            </a:extLst>
          </p:cNvPr>
          <p:cNvPicPr>
            <a:picLocks noChangeAspect="1"/>
          </p:cNvPicPr>
          <p:nvPr/>
        </p:nvPicPr>
        <p:blipFill>
          <a:blip r:embed="rId3"/>
          <a:stretch>
            <a:fillRect/>
          </a:stretch>
        </p:blipFill>
        <p:spPr>
          <a:xfrm>
            <a:off x="0" y="1844824"/>
            <a:ext cx="9144000" cy="5013176"/>
          </a:xfrm>
          <a:prstGeom prst="rect">
            <a:avLst/>
          </a:prstGeom>
        </p:spPr>
      </p:pic>
    </p:spTree>
    <p:extLst>
      <p:ext uri="{BB962C8B-B14F-4D97-AF65-F5344CB8AC3E}">
        <p14:creationId xmlns:p14="http://schemas.microsoft.com/office/powerpoint/2010/main" val="4008719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font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2 </a:t>
            </a:r>
            <a:endParaRPr lang="en-US" sz="2800" b="1" dirty="0"/>
          </a:p>
          <a:p>
            <a:pPr algn="just"/>
            <a:r>
              <a:rPr lang="en-US" sz="2800" dirty="0"/>
              <a:t>On the </a:t>
            </a:r>
            <a:r>
              <a:rPr lang="en-US" sz="2800" b="1" dirty="0"/>
              <a:t>Home tab</a:t>
            </a:r>
            <a:r>
              <a:rPr lang="en-US" sz="2800" dirty="0"/>
              <a:t>, click the </a:t>
            </a:r>
            <a:r>
              <a:rPr lang="en-US" sz="2800" b="1" dirty="0"/>
              <a:t>Font Color drop-down arrow</a:t>
            </a:r>
            <a:r>
              <a:rPr lang="en-US" sz="2800" dirty="0"/>
              <a:t>. The Font Color menu appears.</a:t>
            </a:r>
          </a:p>
          <a:p>
            <a:pPr algn="just"/>
            <a:endParaRPr lang="en-GB" dirty="0"/>
          </a:p>
        </p:txBody>
      </p:sp>
      <p:pic>
        <p:nvPicPr>
          <p:cNvPr id="5" name="Picture 4">
            <a:extLst>
              <a:ext uri="{FF2B5EF4-FFF2-40B4-BE49-F238E27FC236}">
                <a16:creationId xmlns:a16="http://schemas.microsoft.com/office/drawing/2014/main" id="{FF92B197-C9E7-497D-9D41-8E7F6E4A6BBF}"/>
              </a:ext>
            </a:extLst>
          </p:cNvPr>
          <p:cNvPicPr>
            <a:picLocks noChangeAspect="1"/>
          </p:cNvPicPr>
          <p:nvPr/>
        </p:nvPicPr>
        <p:blipFill>
          <a:blip r:embed="rId3"/>
          <a:stretch>
            <a:fillRect/>
          </a:stretch>
        </p:blipFill>
        <p:spPr>
          <a:xfrm>
            <a:off x="-22415" y="2132856"/>
            <a:ext cx="9144000" cy="4707066"/>
          </a:xfrm>
          <a:prstGeom prst="rect">
            <a:avLst/>
          </a:prstGeom>
        </p:spPr>
      </p:pic>
    </p:spTree>
    <p:extLst>
      <p:ext uri="{BB962C8B-B14F-4D97-AF65-F5344CB8AC3E}">
        <p14:creationId xmlns:p14="http://schemas.microsoft.com/office/powerpoint/2010/main" val="2561983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font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3 </a:t>
            </a:r>
            <a:endParaRPr lang="en-US" sz="2800" b="1" dirty="0"/>
          </a:p>
          <a:p>
            <a:pPr algn="just"/>
            <a:r>
              <a:rPr lang="en-US" sz="2800" dirty="0"/>
              <a:t>Select the </a:t>
            </a:r>
            <a:r>
              <a:rPr lang="en-US" sz="2800" b="1" dirty="0"/>
              <a:t>font color </a:t>
            </a:r>
            <a:r>
              <a:rPr lang="en-US" sz="2800" dirty="0"/>
              <a:t>you want to use. The font color will change in the document.</a:t>
            </a:r>
          </a:p>
          <a:p>
            <a:pPr algn="just"/>
            <a:endParaRPr lang="en-US" sz="2800" dirty="0"/>
          </a:p>
          <a:p>
            <a:pPr algn="just"/>
            <a:endParaRPr lang="en-GB" dirty="0"/>
          </a:p>
        </p:txBody>
      </p:sp>
      <p:pic>
        <p:nvPicPr>
          <p:cNvPr id="4" name="Picture 3">
            <a:extLst>
              <a:ext uri="{FF2B5EF4-FFF2-40B4-BE49-F238E27FC236}">
                <a16:creationId xmlns:a16="http://schemas.microsoft.com/office/drawing/2014/main" id="{4CC13131-D6E4-4D14-B3A7-C181BE0A0C06}"/>
              </a:ext>
            </a:extLst>
          </p:cNvPr>
          <p:cNvPicPr>
            <a:picLocks noChangeAspect="1"/>
          </p:cNvPicPr>
          <p:nvPr/>
        </p:nvPicPr>
        <p:blipFill>
          <a:blip r:embed="rId3"/>
          <a:stretch>
            <a:fillRect/>
          </a:stretch>
        </p:blipFill>
        <p:spPr>
          <a:xfrm>
            <a:off x="0" y="2060849"/>
            <a:ext cx="9144000" cy="4797152"/>
          </a:xfrm>
          <a:prstGeom prst="rect">
            <a:avLst/>
          </a:prstGeom>
        </p:spPr>
      </p:pic>
    </p:spTree>
    <p:extLst>
      <p:ext uri="{BB962C8B-B14F-4D97-AF65-F5344CB8AC3E}">
        <p14:creationId xmlns:p14="http://schemas.microsoft.com/office/powerpoint/2010/main" val="4795826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font color</a:t>
            </a:r>
          </a:p>
        </p:txBody>
      </p:sp>
      <p:sp>
        <p:nvSpPr>
          <p:cNvPr id="3" name="Content Placeholder 2"/>
          <p:cNvSpPr>
            <a:spLocks noGrp="1"/>
          </p:cNvSpPr>
          <p:nvPr>
            <p:ph idx="1"/>
          </p:nvPr>
        </p:nvSpPr>
        <p:spPr>
          <a:xfrm>
            <a:off x="22415" y="620688"/>
            <a:ext cx="9099170" cy="6237312"/>
          </a:xfrm>
        </p:spPr>
        <p:txBody>
          <a:bodyPr>
            <a:normAutofit/>
          </a:bodyPr>
          <a:lstStyle/>
          <a:p>
            <a:pPr algn="just"/>
            <a:r>
              <a:rPr lang="en-US" dirty="0"/>
              <a:t>Your color choices aren't limited to the drop-down menu that appears. Select </a:t>
            </a:r>
            <a:r>
              <a:rPr lang="en-US" b="1" dirty="0"/>
              <a:t>More Colors </a:t>
            </a:r>
            <a:r>
              <a:rPr lang="en-US" dirty="0"/>
              <a:t>at the </a:t>
            </a:r>
            <a:r>
              <a:rPr lang="en-US" b="1" dirty="0"/>
              <a:t>bottom</a:t>
            </a:r>
            <a:r>
              <a:rPr lang="en-US" dirty="0"/>
              <a:t> of the </a:t>
            </a:r>
            <a:r>
              <a:rPr lang="en-US" b="1" dirty="0"/>
              <a:t>menu </a:t>
            </a:r>
            <a:r>
              <a:rPr lang="en-US" dirty="0"/>
              <a:t>to access the </a:t>
            </a:r>
            <a:r>
              <a:rPr lang="en-US" b="1" dirty="0"/>
              <a:t>Colors dialog bo</a:t>
            </a:r>
            <a:r>
              <a:rPr lang="en-US" dirty="0"/>
              <a:t>x. Choose the color you want, then click OK.</a:t>
            </a:r>
            <a:endParaRPr lang="en-GB" dirty="0"/>
          </a:p>
        </p:txBody>
      </p:sp>
      <p:pic>
        <p:nvPicPr>
          <p:cNvPr id="6" name="Picture 5">
            <a:extLst>
              <a:ext uri="{FF2B5EF4-FFF2-40B4-BE49-F238E27FC236}">
                <a16:creationId xmlns:a16="http://schemas.microsoft.com/office/drawing/2014/main" id="{AA523ED7-673C-4383-B7E9-C4FC27CD24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0" y="2808312"/>
            <a:ext cx="5256584" cy="3861048"/>
          </a:xfrm>
          <a:prstGeom prst="rect">
            <a:avLst/>
          </a:prstGeom>
        </p:spPr>
      </p:pic>
    </p:spTree>
    <p:extLst>
      <p:ext uri="{BB962C8B-B14F-4D97-AF65-F5344CB8AC3E}">
        <p14:creationId xmlns:p14="http://schemas.microsoft.com/office/powerpoint/2010/main" val="2254272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Highlight Text with </a:t>
            </a:r>
            <a:r>
              <a:rPr lang="en-GB" dirty="0" err="1"/>
              <a:t>Colors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 Select the portion of text that needs to be highlighted with </a:t>
            </a:r>
            <a:r>
              <a:rPr lang="en-GB" sz="2000" b="1" dirty="0" err="1"/>
              <a:t>color</a:t>
            </a:r>
            <a:r>
              <a:rPr lang="en-GB" sz="2000" b="1" dirty="0"/>
              <a:t>. You can use any of the text selection method to select the portion of text.</a:t>
            </a:r>
          </a:p>
          <a:p>
            <a:pPr marL="0" indent="0" algn="ctr">
              <a:buNone/>
            </a:pPr>
            <a:r>
              <a:rPr lang="en-GB" sz="2000" b="1" dirty="0">
                <a:solidFill>
                  <a:srgbClr val="FF0000"/>
                </a:solidFill>
              </a:rPr>
              <a:t>Step 2 </a:t>
            </a:r>
          </a:p>
          <a:p>
            <a:pPr algn="just"/>
            <a:r>
              <a:rPr lang="en-US" sz="2000" b="1" dirty="0"/>
              <a:t>From the Home tab, click the Text Highlight Color drop-down arrow. The Highlight Color menu appears.</a:t>
            </a:r>
            <a:r>
              <a:rPr lang="en-GB" sz="2000" b="1" dirty="0"/>
              <a:t>. </a:t>
            </a:r>
          </a:p>
          <a:p>
            <a:pPr algn="just"/>
            <a:endParaRPr lang="en-GB" sz="2000" b="1" dirty="0"/>
          </a:p>
          <a:p>
            <a:pPr algn="just"/>
            <a:endParaRPr lang="en-GB" sz="2000" b="1" dirty="0"/>
          </a:p>
        </p:txBody>
      </p:sp>
      <p:pic>
        <p:nvPicPr>
          <p:cNvPr id="4" name="Picture 3">
            <a:extLst>
              <a:ext uri="{FF2B5EF4-FFF2-40B4-BE49-F238E27FC236}">
                <a16:creationId xmlns:a16="http://schemas.microsoft.com/office/drawing/2014/main" id="{B4863742-11DE-42C8-B41E-B10B81B8B07C}"/>
              </a:ext>
            </a:extLst>
          </p:cNvPr>
          <p:cNvPicPr>
            <a:picLocks noChangeAspect="1"/>
          </p:cNvPicPr>
          <p:nvPr/>
        </p:nvPicPr>
        <p:blipFill>
          <a:blip r:embed="rId3"/>
          <a:stretch>
            <a:fillRect/>
          </a:stretch>
        </p:blipFill>
        <p:spPr>
          <a:xfrm>
            <a:off x="0" y="2852936"/>
            <a:ext cx="9144000" cy="4005064"/>
          </a:xfrm>
          <a:prstGeom prst="rect">
            <a:avLst/>
          </a:prstGeom>
        </p:spPr>
      </p:pic>
    </p:spTree>
    <p:extLst>
      <p:ext uri="{BB962C8B-B14F-4D97-AF65-F5344CB8AC3E}">
        <p14:creationId xmlns:p14="http://schemas.microsoft.com/office/powerpoint/2010/main" val="1812813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Remove Highlight Text with </a:t>
            </a:r>
            <a:r>
              <a:rPr lang="en-GB" dirty="0" err="1"/>
              <a:t>Colors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US" sz="2800" b="1" dirty="0"/>
              <a:t>To remove highlighting, select the highlighted text, then click the Text Highlight Color drop-down arrow. Select No Color from the drop-down menu.</a:t>
            </a:r>
            <a:endParaRPr lang="en-GB" sz="2800" b="1" dirty="0"/>
          </a:p>
          <a:p>
            <a:pPr algn="just"/>
            <a:endParaRPr lang="en-GB" sz="2000" b="1" dirty="0"/>
          </a:p>
        </p:txBody>
      </p:sp>
      <p:pic>
        <p:nvPicPr>
          <p:cNvPr id="6" name="Picture 5">
            <a:extLst>
              <a:ext uri="{FF2B5EF4-FFF2-40B4-BE49-F238E27FC236}">
                <a16:creationId xmlns:a16="http://schemas.microsoft.com/office/drawing/2014/main" id="{B24A02B1-6DD3-4830-85D9-39ED41CCAB56}"/>
              </a:ext>
            </a:extLst>
          </p:cNvPr>
          <p:cNvPicPr>
            <a:picLocks noChangeAspect="1"/>
          </p:cNvPicPr>
          <p:nvPr/>
        </p:nvPicPr>
        <p:blipFill>
          <a:blip r:embed="rId3"/>
          <a:stretch>
            <a:fillRect/>
          </a:stretch>
        </p:blipFill>
        <p:spPr>
          <a:xfrm>
            <a:off x="8101" y="2420888"/>
            <a:ext cx="9144000" cy="4437112"/>
          </a:xfrm>
          <a:prstGeom prst="rect">
            <a:avLst/>
          </a:prstGeom>
        </p:spPr>
      </p:pic>
    </p:spTree>
    <p:extLst>
      <p:ext uri="{BB962C8B-B14F-4D97-AF65-F5344CB8AC3E}">
        <p14:creationId xmlns:p14="http://schemas.microsoft.com/office/powerpoint/2010/main" val="32785330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Clear All Formatting Options</a:t>
            </a:r>
            <a:endParaRPr lang="en-US" dirty="0"/>
          </a:p>
        </p:txBody>
      </p:sp>
      <p:sp>
        <p:nvSpPr>
          <p:cNvPr id="3" name="Content Placeholder 2"/>
          <p:cNvSpPr>
            <a:spLocks noGrp="1"/>
          </p:cNvSpPr>
          <p:nvPr>
            <p:ph idx="1"/>
          </p:nvPr>
        </p:nvSpPr>
        <p:spPr>
          <a:xfrm>
            <a:off x="0" y="620688"/>
            <a:ext cx="9144000" cy="6237312"/>
          </a:xfrm>
        </p:spPr>
        <p:txBody>
          <a:bodyPr>
            <a:normAutofit lnSpcReduction="10000"/>
          </a:bodyPr>
          <a:lstStyle/>
          <a:p>
            <a:pPr algn="just"/>
            <a:r>
              <a:rPr lang="en-GB" sz="2400" dirty="0"/>
              <a:t>All of the setting can be reset to plain text, or the default formatting. To reset text to default settings </a:t>
            </a:r>
          </a:p>
          <a:p>
            <a:pPr marL="0" indent="0" algn="ctr">
              <a:buNone/>
            </a:pPr>
            <a:r>
              <a:rPr lang="en-GB" sz="2800" b="1" dirty="0">
                <a:solidFill>
                  <a:srgbClr val="FF0000"/>
                </a:solidFill>
              </a:rPr>
              <a:t>Step 1 </a:t>
            </a:r>
          </a:p>
          <a:p>
            <a:pPr algn="just"/>
            <a:r>
              <a:rPr lang="en-GB" sz="2400" dirty="0"/>
              <a:t>Select the portion of text that you want to reset.</a:t>
            </a:r>
          </a:p>
          <a:p>
            <a:pPr algn="just"/>
            <a:endParaRPr lang="en-GB" sz="2400" dirty="0"/>
          </a:p>
          <a:p>
            <a:pPr algn="just"/>
            <a:endParaRPr lang="en-GB" dirty="0"/>
          </a:p>
          <a:p>
            <a:pPr algn="just"/>
            <a:endParaRPr lang="en-GB" dirty="0"/>
          </a:p>
          <a:p>
            <a:pPr algn="just"/>
            <a:endParaRPr lang="en-GB" dirty="0"/>
          </a:p>
          <a:p>
            <a:pPr algn="just"/>
            <a:endParaRPr lang="en-GB" dirty="0"/>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r>
              <a:rPr lang="en-GB" sz="2800" b="1" dirty="0">
                <a:solidFill>
                  <a:srgbClr val="FF0000"/>
                </a:solidFill>
              </a:rPr>
              <a:t>Step 2  </a:t>
            </a:r>
          </a:p>
          <a:p>
            <a:pPr algn="just"/>
            <a:r>
              <a:rPr lang="en-GB" sz="2000" dirty="0"/>
              <a:t>Click the Clear Formatting button in the Home tab Font group, or simply use </a:t>
            </a:r>
            <a:r>
              <a:rPr lang="en-GB" sz="2000" b="1" dirty="0"/>
              <a:t>Ctrl + SPACEBAR</a:t>
            </a:r>
            <a:r>
              <a:rPr lang="en-GB" sz="2000" dirty="0"/>
              <a:t>.</a:t>
            </a:r>
          </a:p>
        </p:txBody>
      </p:sp>
      <p:pic>
        <p:nvPicPr>
          <p:cNvPr id="4" name="Picture 3">
            <a:extLst>
              <a:ext uri="{FF2B5EF4-FFF2-40B4-BE49-F238E27FC236}">
                <a16:creationId xmlns:a16="http://schemas.microsoft.com/office/drawing/2014/main" id="{0F2E6296-ACDC-4676-8905-ED96929FAA48}"/>
              </a:ext>
            </a:extLst>
          </p:cNvPr>
          <p:cNvPicPr>
            <a:picLocks noChangeAspect="1"/>
          </p:cNvPicPr>
          <p:nvPr/>
        </p:nvPicPr>
        <p:blipFill>
          <a:blip r:embed="rId3"/>
          <a:stretch>
            <a:fillRect/>
          </a:stretch>
        </p:blipFill>
        <p:spPr>
          <a:xfrm>
            <a:off x="0" y="2276873"/>
            <a:ext cx="9144000" cy="3456384"/>
          </a:xfrm>
          <a:prstGeom prst="rect">
            <a:avLst/>
          </a:prstGeom>
        </p:spPr>
      </p:pic>
      <p:cxnSp>
        <p:nvCxnSpPr>
          <p:cNvPr id="7" name="Straight Arrow Connector 6">
            <a:extLst>
              <a:ext uri="{FF2B5EF4-FFF2-40B4-BE49-F238E27FC236}">
                <a16:creationId xmlns:a16="http://schemas.microsoft.com/office/drawing/2014/main" id="{048EAF1E-80D3-4E62-B422-31731DB2AE48}"/>
              </a:ext>
            </a:extLst>
          </p:cNvPr>
          <p:cNvCxnSpPr/>
          <p:nvPr/>
        </p:nvCxnSpPr>
        <p:spPr>
          <a:xfrm flipH="1">
            <a:off x="2771800" y="2204864"/>
            <a:ext cx="288032" cy="4320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8793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200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wipe(left)">
                                      <p:cBhvr>
                                        <p:cTn id="22" dur="500"/>
                                        <p:tgtEl>
                                          <p:spTgt spid="3">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200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wipe(left)">
                                      <p:cBhvr>
                                        <p:cTn id="2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Text Decoration in Word 2010</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endParaRPr lang="en-GB" sz="2800" dirty="0"/>
          </a:p>
          <a:p>
            <a:pPr algn="just"/>
            <a:r>
              <a:rPr lang="en-GB" sz="2800" dirty="0"/>
              <a:t>When we use the term decorate, it means putting the text in </a:t>
            </a:r>
            <a:r>
              <a:rPr lang="en-GB" sz="2800" b="1" dirty="0"/>
              <a:t>italics</a:t>
            </a:r>
            <a:r>
              <a:rPr lang="en-GB" sz="2800" dirty="0"/>
              <a:t>, </a:t>
            </a:r>
            <a:r>
              <a:rPr lang="en-GB" sz="2800" b="1" dirty="0"/>
              <a:t>underlining</a:t>
            </a:r>
            <a:r>
              <a:rPr lang="en-GB" sz="2800" dirty="0"/>
              <a:t> the text or making it </a:t>
            </a:r>
            <a:r>
              <a:rPr lang="en-GB" sz="2800" b="1" dirty="0"/>
              <a:t>bold</a:t>
            </a:r>
            <a:r>
              <a:rPr lang="en-GB" sz="2800" dirty="0"/>
              <a:t> to look more fancy and much more.</a:t>
            </a:r>
          </a:p>
          <a:p>
            <a:pPr algn="just"/>
            <a:endParaRPr lang="en-GB" dirty="0"/>
          </a:p>
        </p:txBody>
      </p:sp>
    </p:spTree>
    <p:extLst>
      <p:ext uri="{BB962C8B-B14F-4D97-AF65-F5344CB8AC3E}">
        <p14:creationId xmlns:p14="http://schemas.microsoft.com/office/powerpoint/2010/main" val="41965338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520505"/>
          </a:xfrm>
        </p:spPr>
        <p:txBody>
          <a:bodyPr>
            <a:normAutofit fontScale="90000"/>
          </a:bodyPr>
          <a:lstStyle/>
          <a:p>
            <a:pPr algn="ctr"/>
            <a:r>
              <a:rPr lang="en-GB" dirty="0"/>
              <a:t>Making text bold</a:t>
            </a:r>
            <a:endParaRPr lang="en-US" dirty="0"/>
          </a:p>
        </p:txBody>
      </p:sp>
      <p:sp>
        <p:nvSpPr>
          <p:cNvPr id="3" name="Content Placeholder 2"/>
          <p:cNvSpPr>
            <a:spLocks noGrp="1"/>
          </p:cNvSpPr>
          <p:nvPr>
            <p:ph idx="1"/>
          </p:nvPr>
        </p:nvSpPr>
        <p:spPr>
          <a:xfrm>
            <a:off x="-28382" y="620688"/>
            <a:ext cx="9172382" cy="623731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the font of which needs to be made bold. You can use any of the text selection methods to select the portion of text.</a:t>
            </a:r>
          </a:p>
          <a:p>
            <a:pPr marL="0" indent="0" algn="ctr">
              <a:buNone/>
            </a:pPr>
            <a:r>
              <a:rPr lang="en-GB" sz="2000" b="1" dirty="0">
                <a:solidFill>
                  <a:srgbClr val="FF0000"/>
                </a:solidFill>
              </a:rPr>
              <a:t>Step 2 </a:t>
            </a:r>
          </a:p>
          <a:p>
            <a:pPr algn="just"/>
            <a:r>
              <a:rPr lang="en-GB" sz="2000" b="1" dirty="0"/>
              <a:t>Click the Font Bold [ B ] button in the Home tab Font group, or simply use Ctrl + B keys to make the selected portion of text bold.</a:t>
            </a:r>
          </a:p>
        </p:txBody>
      </p:sp>
      <p:pic>
        <p:nvPicPr>
          <p:cNvPr id="4" name="Picture 3">
            <a:extLst>
              <a:ext uri="{FF2B5EF4-FFF2-40B4-BE49-F238E27FC236}">
                <a16:creationId xmlns:a16="http://schemas.microsoft.com/office/drawing/2014/main" id="{68F8264E-FAF5-4415-B934-B493B643E306}"/>
              </a:ext>
            </a:extLst>
          </p:cNvPr>
          <p:cNvPicPr>
            <a:picLocks noChangeAspect="1"/>
          </p:cNvPicPr>
          <p:nvPr/>
        </p:nvPicPr>
        <p:blipFill>
          <a:blip r:embed="rId3"/>
          <a:stretch>
            <a:fillRect/>
          </a:stretch>
        </p:blipFill>
        <p:spPr>
          <a:xfrm>
            <a:off x="-28382" y="2787262"/>
            <a:ext cx="9144000" cy="4070737"/>
          </a:xfrm>
          <a:prstGeom prst="rect">
            <a:avLst/>
          </a:prstGeom>
        </p:spPr>
      </p:pic>
    </p:spTree>
    <p:extLst>
      <p:ext uri="{BB962C8B-B14F-4D97-AF65-F5344CB8AC3E}">
        <p14:creationId xmlns:p14="http://schemas.microsoft.com/office/powerpoint/2010/main" val="2488687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200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200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Making Text Italic</a:t>
            </a:r>
            <a:endParaRPr lang="en-US" dirty="0"/>
          </a:p>
        </p:txBody>
      </p:sp>
      <p:sp>
        <p:nvSpPr>
          <p:cNvPr id="3" name="Content Placeholder 2"/>
          <p:cNvSpPr>
            <a:spLocks noGrp="1"/>
          </p:cNvSpPr>
          <p:nvPr>
            <p:ph idx="1"/>
          </p:nvPr>
        </p:nvSpPr>
        <p:spPr>
          <a:xfrm>
            <a:off x="-1" y="620688"/>
            <a:ext cx="9121585" cy="623731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the font of which needs to be italicized. You can use any of the text selection methods to select the portion of text.</a:t>
            </a:r>
          </a:p>
          <a:p>
            <a:pPr marL="0" indent="0" algn="ctr">
              <a:buNone/>
            </a:pPr>
            <a:r>
              <a:rPr lang="en-GB" sz="2000" b="1" dirty="0">
                <a:solidFill>
                  <a:srgbClr val="FF0000"/>
                </a:solidFill>
              </a:rPr>
              <a:t>Step 2 </a:t>
            </a:r>
          </a:p>
          <a:p>
            <a:pPr algn="just"/>
            <a:r>
              <a:rPr lang="en-GB" sz="2000" b="1" dirty="0"/>
              <a:t> Click the Font Italic [ I ] button in the Home tab Font group, or simply use the </a:t>
            </a:r>
            <a:r>
              <a:rPr lang="en-GB" sz="2000" b="1" dirty="0">
                <a:solidFill>
                  <a:srgbClr val="FF0000"/>
                </a:solidFill>
              </a:rPr>
              <a:t>Ctrl + I </a:t>
            </a:r>
            <a:r>
              <a:rPr lang="en-GB" sz="2000" b="1" dirty="0"/>
              <a:t>keys to convert the portion of text in italic font.</a:t>
            </a:r>
          </a:p>
          <a:p>
            <a:pPr algn="just"/>
            <a:endParaRPr lang="en-GB" sz="2000" b="1" dirty="0"/>
          </a:p>
        </p:txBody>
      </p:sp>
      <p:pic>
        <p:nvPicPr>
          <p:cNvPr id="4" name="Picture 3">
            <a:extLst>
              <a:ext uri="{FF2B5EF4-FFF2-40B4-BE49-F238E27FC236}">
                <a16:creationId xmlns:a16="http://schemas.microsoft.com/office/drawing/2014/main" id="{081CB165-188C-4DD3-8853-EFE1981C8AFE}"/>
              </a:ext>
            </a:extLst>
          </p:cNvPr>
          <p:cNvPicPr>
            <a:picLocks noChangeAspect="1"/>
          </p:cNvPicPr>
          <p:nvPr/>
        </p:nvPicPr>
        <p:blipFill>
          <a:blip r:embed="rId3"/>
          <a:stretch>
            <a:fillRect/>
          </a:stretch>
        </p:blipFill>
        <p:spPr>
          <a:xfrm>
            <a:off x="-1" y="2780928"/>
            <a:ext cx="9121585" cy="4077072"/>
          </a:xfrm>
          <a:prstGeom prst="rect">
            <a:avLst/>
          </a:prstGeom>
        </p:spPr>
      </p:pic>
    </p:spTree>
    <p:extLst>
      <p:ext uri="{BB962C8B-B14F-4D97-AF65-F5344CB8AC3E}">
        <p14:creationId xmlns:p14="http://schemas.microsoft.com/office/powerpoint/2010/main" val="2358721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Underline the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which needs to be underlined. You can use any of the text selection method to select the portion of text.</a:t>
            </a:r>
          </a:p>
          <a:p>
            <a:pPr marL="0" indent="0" algn="ctr">
              <a:buNone/>
            </a:pPr>
            <a:r>
              <a:rPr lang="en-GB" sz="2000" b="1" dirty="0">
                <a:solidFill>
                  <a:srgbClr val="FF0000"/>
                </a:solidFill>
              </a:rPr>
              <a:t>Step 2 </a:t>
            </a:r>
          </a:p>
          <a:p>
            <a:pPr algn="just"/>
            <a:r>
              <a:rPr lang="en-GB" sz="2000" b="1" dirty="0"/>
              <a:t> Click Font Underline [ U ] button in the Home tab Font group, or simply use the </a:t>
            </a:r>
            <a:r>
              <a:rPr lang="en-GB" sz="2000" b="1" dirty="0">
                <a:solidFill>
                  <a:srgbClr val="FF0000"/>
                </a:solidFill>
              </a:rPr>
              <a:t>Ctrl + U </a:t>
            </a:r>
            <a:r>
              <a:rPr lang="en-GB" sz="2000" b="1" dirty="0"/>
              <a:t>keys to put an underline under the text.</a:t>
            </a:r>
          </a:p>
          <a:p>
            <a:pPr algn="just"/>
            <a:endParaRPr lang="en-GB" sz="2000" b="1" dirty="0"/>
          </a:p>
        </p:txBody>
      </p:sp>
      <p:pic>
        <p:nvPicPr>
          <p:cNvPr id="4" name="Picture 3">
            <a:extLst>
              <a:ext uri="{FF2B5EF4-FFF2-40B4-BE49-F238E27FC236}">
                <a16:creationId xmlns:a16="http://schemas.microsoft.com/office/drawing/2014/main" id="{CF56D99F-30C3-4A09-8B28-997765E84CD8}"/>
              </a:ext>
            </a:extLst>
          </p:cNvPr>
          <p:cNvPicPr>
            <a:picLocks noChangeAspect="1"/>
          </p:cNvPicPr>
          <p:nvPr/>
        </p:nvPicPr>
        <p:blipFill>
          <a:blip r:embed="rId3"/>
          <a:stretch>
            <a:fillRect/>
          </a:stretch>
        </p:blipFill>
        <p:spPr>
          <a:xfrm>
            <a:off x="-1" y="2780928"/>
            <a:ext cx="9121585" cy="4077072"/>
          </a:xfrm>
          <a:prstGeom prst="rect">
            <a:avLst/>
          </a:prstGeom>
        </p:spPr>
      </p:pic>
    </p:spTree>
    <p:extLst>
      <p:ext uri="{BB962C8B-B14F-4D97-AF65-F5344CB8AC3E}">
        <p14:creationId xmlns:p14="http://schemas.microsoft.com/office/powerpoint/2010/main" val="2777249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Strikethrough the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you want to change to a bold font. You can use any of the text selection method to select the portion of text.</a:t>
            </a:r>
          </a:p>
          <a:p>
            <a:pPr marL="0" indent="0" algn="ctr">
              <a:buNone/>
            </a:pPr>
            <a:r>
              <a:rPr lang="en-GB" sz="2000" b="1" dirty="0">
                <a:solidFill>
                  <a:srgbClr val="FF0000"/>
                </a:solidFill>
              </a:rPr>
              <a:t>Step 2 </a:t>
            </a:r>
          </a:p>
          <a:p>
            <a:pPr algn="just"/>
            <a:r>
              <a:rPr lang="en-GB" sz="2000" b="1" dirty="0"/>
              <a:t> Click </a:t>
            </a:r>
            <a:r>
              <a:rPr lang="en-GB" sz="2000" b="1" dirty="0">
                <a:solidFill>
                  <a:srgbClr val="FF0000"/>
                </a:solidFill>
              </a:rPr>
              <a:t>Font Strikethrough [ </a:t>
            </a:r>
            <a:r>
              <a:rPr lang="en-GB" sz="2000" b="1" dirty="0" err="1">
                <a:solidFill>
                  <a:srgbClr val="FF0000"/>
                </a:solidFill>
              </a:rPr>
              <a:t>abc</a:t>
            </a:r>
            <a:r>
              <a:rPr lang="en-GB" sz="2000" b="1" dirty="0">
                <a:solidFill>
                  <a:srgbClr val="FF0000"/>
                </a:solidFill>
              </a:rPr>
              <a:t> ] </a:t>
            </a:r>
            <a:r>
              <a:rPr lang="en-GB" sz="2000" b="1" dirty="0"/>
              <a:t>button in the Home tab Font group to put a line in the middle of the text which is called strikethrough the text.</a:t>
            </a:r>
          </a:p>
          <a:p>
            <a:pPr algn="just"/>
            <a:endParaRPr lang="en-GB" sz="2000" b="1" dirty="0"/>
          </a:p>
        </p:txBody>
      </p:sp>
      <p:pic>
        <p:nvPicPr>
          <p:cNvPr id="4" name="Picture 3">
            <a:extLst>
              <a:ext uri="{FF2B5EF4-FFF2-40B4-BE49-F238E27FC236}">
                <a16:creationId xmlns:a16="http://schemas.microsoft.com/office/drawing/2014/main" id="{75097B4C-A126-406E-A1F6-7412D4CE610E}"/>
              </a:ext>
            </a:extLst>
          </p:cNvPr>
          <p:cNvPicPr>
            <a:picLocks noChangeAspect="1"/>
          </p:cNvPicPr>
          <p:nvPr/>
        </p:nvPicPr>
        <p:blipFill>
          <a:blip r:embed="rId3"/>
          <a:stretch>
            <a:fillRect/>
          </a:stretch>
        </p:blipFill>
        <p:spPr>
          <a:xfrm>
            <a:off x="0" y="2780928"/>
            <a:ext cx="9144000" cy="4077072"/>
          </a:xfrm>
          <a:prstGeom prst="rect">
            <a:avLst/>
          </a:prstGeom>
        </p:spPr>
      </p:pic>
    </p:spTree>
    <p:extLst>
      <p:ext uri="{BB962C8B-B14F-4D97-AF65-F5344CB8AC3E}">
        <p14:creationId xmlns:p14="http://schemas.microsoft.com/office/powerpoint/2010/main" val="16980538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Case in Word 2019</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endParaRPr lang="en-GB" sz="2800" dirty="0"/>
          </a:p>
          <a:p>
            <a:pPr algn="just"/>
            <a:r>
              <a:rPr lang="en-GB" sz="2800" dirty="0"/>
              <a:t>You can also capitalize a character you are typing by </a:t>
            </a:r>
            <a:r>
              <a:rPr lang="en-GB" sz="2800" b="1" dirty="0"/>
              <a:t>pressing and holding the SHIFT key </a:t>
            </a:r>
            <a:r>
              <a:rPr lang="en-GB" sz="2800" dirty="0"/>
              <a:t>while you type.</a:t>
            </a:r>
          </a:p>
          <a:p>
            <a:pPr algn="just"/>
            <a:endParaRPr lang="en-GB" sz="2800" dirty="0"/>
          </a:p>
          <a:p>
            <a:pPr algn="just"/>
            <a:r>
              <a:rPr lang="en-GB" sz="2800" dirty="0"/>
              <a:t>You can also press the </a:t>
            </a:r>
            <a:r>
              <a:rPr lang="en-GB" sz="2800" b="1" dirty="0"/>
              <a:t>CAPS LOCK </a:t>
            </a:r>
            <a:r>
              <a:rPr lang="en-GB" sz="2800" dirty="0"/>
              <a:t>to have every letter that you type capitalized, and then press the </a:t>
            </a:r>
            <a:r>
              <a:rPr lang="en-GB" sz="2800" b="1" dirty="0"/>
              <a:t>CAPS LOCK </a:t>
            </a:r>
            <a:r>
              <a:rPr lang="en-GB" sz="2800" dirty="0"/>
              <a:t>again to turn off capitalization.</a:t>
            </a:r>
          </a:p>
          <a:p>
            <a:pPr algn="just"/>
            <a:endParaRPr lang="en-GB" sz="2800" dirty="0"/>
          </a:p>
        </p:txBody>
      </p:sp>
    </p:spTree>
    <p:extLst>
      <p:ext uri="{BB962C8B-B14F-4D97-AF65-F5344CB8AC3E}">
        <p14:creationId xmlns:p14="http://schemas.microsoft.com/office/powerpoint/2010/main" val="1264750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left)">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Sentence 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that needs to be put in sentence case. You can use any of the text selection methods to select the portion of text.</a:t>
            </a:r>
          </a:p>
          <a:p>
            <a:pPr marL="0" indent="0" algn="ctr">
              <a:buNone/>
            </a:pPr>
            <a:r>
              <a:rPr lang="en-GB" sz="2000" b="1" dirty="0">
                <a:solidFill>
                  <a:srgbClr val="FF0000"/>
                </a:solidFill>
              </a:rPr>
              <a:t>Step 2 </a:t>
            </a:r>
          </a:p>
          <a:p>
            <a:pPr algn="just"/>
            <a:r>
              <a:rPr lang="en-GB" sz="2000" b="1" dirty="0"/>
              <a:t>Click the </a:t>
            </a:r>
            <a:r>
              <a:rPr lang="en-GB" sz="2000" b="1" dirty="0">
                <a:solidFill>
                  <a:srgbClr val="FF0000"/>
                </a:solidFill>
              </a:rPr>
              <a:t>Change Case button </a:t>
            </a:r>
            <a:r>
              <a:rPr lang="en-GB" sz="2000" b="1" dirty="0"/>
              <a:t>and then select the </a:t>
            </a:r>
            <a:r>
              <a:rPr lang="en-GB" sz="2000" b="1" dirty="0">
                <a:solidFill>
                  <a:srgbClr val="FF0000"/>
                </a:solidFill>
              </a:rPr>
              <a:t>Sentence Case </a:t>
            </a:r>
            <a:r>
              <a:rPr lang="en-GB" sz="2000" b="1" dirty="0"/>
              <a:t>option to capitalize the first character of every selected sentence.</a:t>
            </a:r>
          </a:p>
          <a:p>
            <a:pPr algn="just"/>
            <a:endParaRPr lang="en-GB" sz="2000" b="1" dirty="0"/>
          </a:p>
          <a:p>
            <a:pPr algn="just"/>
            <a:endParaRPr lang="en-GB" sz="2000" b="1" dirty="0"/>
          </a:p>
        </p:txBody>
      </p:sp>
      <p:sp>
        <p:nvSpPr>
          <p:cNvPr id="4" name="Rectangle 3"/>
          <p:cNvSpPr/>
          <p:nvPr/>
        </p:nvSpPr>
        <p:spPr>
          <a:xfrm>
            <a:off x="45760" y="3429000"/>
            <a:ext cx="2573640" cy="923330"/>
          </a:xfrm>
          <a:prstGeom prst="rect">
            <a:avLst/>
          </a:prstGeom>
        </p:spPr>
        <p:txBody>
          <a:bodyPr wrap="square">
            <a:spAutoFit/>
          </a:bodyPr>
          <a:lstStyle/>
          <a:p>
            <a:r>
              <a:rPr lang="en-GB" b="1" dirty="0">
                <a:solidFill>
                  <a:schemeClr val="tx1">
                    <a:lumMod val="95000"/>
                    <a:lumOff val="5000"/>
                  </a:schemeClr>
                </a:solidFill>
              </a:rPr>
              <a:t>NOTE:</a:t>
            </a:r>
          </a:p>
          <a:p>
            <a:r>
              <a:rPr lang="en-GB" b="1" dirty="0">
                <a:solidFill>
                  <a:srgbClr val="FF0000"/>
                </a:solidFill>
              </a:rPr>
              <a:t>The first character of a sentence is capitalized.</a:t>
            </a:r>
          </a:p>
        </p:txBody>
      </p:sp>
      <p:pic>
        <p:nvPicPr>
          <p:cNvPr id="6" name="Picture 5">
            <a:extLst>
              <a:ext uri="{FF2B5EF4-FFF2-40B4-BE49-F238E27FC236}">
                <a16:creationId xmlns:a16="http://schemas.microsoft.com/office/drawing/2014/main" id="{C1D0C851-2525-47D8-B4AA-CF7DFB9493D5}"/>
              </a:ext>
            </a:extLst>
          </p:cNvPr>
          <p:cNvPicPr>
            <a:picLocks noChangeAspect="1"/>
          </p:cNvPicPr>
          <p:nvPr/>
        </p:nvPicPr>
        <p:blipFill>
          <a:blip r:embed="rId3"/>
          <a:stretch>
            <a:fillRect/>
          </a:stretch>
        </p:blipFill>
        <p:spPr>
          <a:xfrm>
            <a:off x="2619400" y="2743200"/>
            <a:ext cx="6524600" cy="4114801"/>
          </a:xfrm>
          <a:prstGeom prst="rect">
            <a:avLst/>
          </a:prstGeom>
        </p:spPr>
      </p:pic>
    </p:spTree>
    <p:extLst>
      <p:ext uri="{BB962C8B-B14F-4D97-AF65-F5344CB8AC3E}">
        <p14:creationId xmlns:p14="http://schemas.microsoft.com/office/powerpoint/2010/main" val="3236767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Lowercase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needs to be put in lowercase. You can use any of the text selection methods to select the portion of text.</a:t>
            </a:r>
          </a:p>
          <a:p>
            <a:pPr marL="0" indent="0" algn="ctr">
              <a:buNone/>
            </a:pPr>
            <a:r>
              <a:rPr lang="en-GB" sz="2000" b="1" dirty="0">
                <a:solidFill>
                  <a:srgbClr val="FF0000"/>
                </a:solidFill>
              </a:rPr>
              <a:t>Step 2 </a:t>
            </a:r>
          </a:p>
          <a:p>
            <a:pPr algn="just"/>
            <a:r>
              <a:rPr lang="en-GB" sz="2000" b="1" dirty="0"/>
              <a:t>Click the </a:t>
            </a:r>
            <a:r>
              <a:rPr lang="en-GB" sz="2000" b="1" dirty="0">
                <a:solidFill>
                  <a:srgbClr val="FF0000"/>
                </a:solidFill>
              </a:rPr>
              <a:t>Change Case button </a:t>
            </a:r>
            <a:r>
              <a:rPr lang="en-GB" sz="2000" b="1" dirty="0"/>
              <a:t>and then </a:t>
            </a:r>
            <a:r>
              <a:rPr lang="en-GB" sz="2000" b="1" dirty="0">
                <a:solidFill>
                  <a:srgbClr val="FF0000"/>
                </a:solidFill>
              </a:rPr>
              <a:t>select Lowercase </a:t>
            </a:r>
            <a:r>
              <a:rPr lang="en-GB" sz="2000" b="1" dirty="0"/>
              <a:t>option to display all the selected words in lowercase.</a:t>
            </a:r>
          </a:p>
          <a:p>
            <a:pPr algn="just"/>
            <a:endParaRPr lang="en-GB" sz="2000" b="1" dirty="0"/>
          </a:p>
          <a:p>
            <a:pPr algn="just"/>
            <a:endParaRPr lang="en-GB" sz="2000" b="1" dirty="0"/>
          </a:p>
        </p:txBody>
      </p:sp>
      <p:sp>
        <p:nvSpPr>
          <p:cNvPr id="4" name="Rectangle 3"/>
          <p:cNvSpPr/>
          <p:nvPr/>
        </p:nvSpPr>
        <p:spPr>
          <a:xfrm>
            <a:off x="22415" y="3613666"/>
            <a:ext cx="2245329" cy="1200329"/>
          </a:xfrm>
          <a:prstGeom prst="rect">
            <a:avLst/>
          </a:prstGeom>
        </p:spPr>
        <p:txBody>
          <a:bodyPr wrap="square">
            <a:spAutoFit/>
          </a:bodyPr>
          <a:lstStyle/>
          <a:p>
            <a:r>
              <a:rPr lang="en-GB" b="1" u="sng" dirty="0"/>
              <a:t>NOTE</a:t>
            </a:r>
          </a:p>
          <a:p>
            <a:r>
              <a:rPr lang="en-GB" b="1" dirty="0">
                <a:solidFill>
                  <a:srgbClr val="FF0000"/>
                </a:solidFill>
              </a:rPr>
              <a:t>Every word of a sentence is in lowercase.</a:t>
            </a:r>
          </a:p>
        </p:txBody>
      </p:sp>
      <p:pic>
        <p:nvPicPr>
          <p:cNvPr id="6" name="Picture 5">
            <a:extLst>
              <a:ext uri="{FF2B5EF4-FFF2-40B4-BE49-F238E27FC236}">
                <a16:creationId xmlns:a16="http://schemas.microsoft.com/office/drawing/2014/main" id="{69FFD433-D983-45DC-9A5E-847B0A13F3F6}"/>
              </a:ext>
            </a:extLst>
          </p:cNvPr>
          <p:cNvPicPr>
            <a:picLocks noChangeAspect="1"/>
          </p:cNvPicPr>
          <p:nvPr/>
        </p:nvPicPr>
        <p:blipFill>
          <a:blip r:embed="rId3"/>
          <a:stretch>
            <a:fillRect/>
          </a:stretch>
        </p:blipFill>
        <p:spPr>
          <a:xfrm>
            <a:off x="2267744" y="2852935"/>
            <a:ext cx="6876256" cy="4005065"/>
          </a:xfrm>
          <a:prstGeom prst="rect">
            <a:avLst/>
          </a:prstGeom>
        </p:spPr>
      </p:pic>
    </p:spTree>
    <p:extLst>
      <p:ext uri="{BB962C8B-B14F-4D97-AF65-F5344CB8AC3E}">
        <p14:creationId xmlns:p14="http://schemas.microsoft.com/office/powerpoint/2010/main" val="21189436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Change Text to Uppercase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you want to change to a bold font. You can use any of the text selection method to select the portion of text.</a:t>
            </a:r>
          </a:p>
          <a:p>
            <a:pPr marL="0" indent="0" algn="ctr">
              <a:buNone/>
            </a:pPr>
            <a:r>
              <a:rPr lang="en-GB" sz="2000" b="1" dirty="0">
                <a:solidFill>
                  <a:srgbClr val="FF0000"/>
                </a:solidFill>
              </a:rPr>
              <a:t>Step 2 </a:t>
            </a:r>
          </a:p>
          <a:p>
            <a:pPr algn="just"/>
            <a:r>
              <a:rPr lang="en-GB" sz="2000" b="1" dirty="0"/>
              <a:t>Click the Change Case button and then select UPPERCASE option to display all selected words in all caps. All characters of every selected word will be capitalized.</a:t>
            </a:r>
          </a:p>
          <a:p>
            <a:pPr algn="just"/>
            <a:endParaRPr lang="en-GB" sz="2000" b="1" dirty="0"/>
          </a:p>
          <a:p>
            <a:pPr algn="just"/>
            <a:endParaRPr lang="en-GB" sz="2000" b="1" dirty="0"/>
          </a:p>
        </p:txBody>
      </p:sp>
      <p:sp>
        <p:nvSpPr>
          <p:cNvPr id="4" name="Rectangle 3"/>
          <p:cNvSpPr/>
          <p:nvPr/>
        </p:nvSpPr>
        <p:spPr>
          <a:xfrm>
            <a:off x="179512" y="3882097"/>
            <a:ext cx="2304256" cy="1200329"/>
          </a:xfrm>
          <a:prstGeom prst="rect">
            <a:avLst/>
          </a:prstGeom>
        </p:spPr>
        <p:txBody>
          <a:bodyPr wrap="square">
            <a:spAutoFit/>
          </a:bodyPr>
          <a:lstStyle/>
          <a:p>
            <a:r>
              <a:rPr lang="en-GB" b="1" u="sng" dirty="0"/>
              <a:t>NOTE</a:t>
            </a:r>
          </a:p>
          <a:p>
            <a:r>
              <a:rPr lang="en-GB" b="1" dirty="0">
                <a:solidFill>
                  <a:srgbClr val="FF0000"/>
                </a:solidFill>
              </a:rPr>
              <a:t>Every word of a sentence is in uppercase.</a:t>
            </a:r>
          </a:p>
        </p:txBody>
      </p:sp>
      <p:pic>
        <p:nvPicPr>
          <p:cNvPr id="5" name="Picture 4">
            <a:extLst>
              <a:ext uri="{FF2B5EF4-FFF2-40B4-BE49-F238E27FC236}">
                <a16:creationId xmlns:a16="http://schemas.microsoft.com/office/drawing/2014/main" id="{5207DDB3-7FBD-4F66-A6ED-10D435552CE3}"/>
              </a:ext>
            </a:extLst>
          </p:cNvPr>
          <p:cNvPicPr>
            <a:picLocks noChangeAspect="1"/>
          </p:cNvPicPr>
          <p:nvPr/>
        </p:nvPicPr>
        <p:blipFill>
          <a:blip r:embed="rId3"/>
          <a:stretch>
            <a:fillRect/>
          </a:stretch>
        </p:blipFill>
        <p:spPr>
          <a:xfrm>
            <a:off x="2483768" y="2975902"/>
            <a:ext cx="6637817" cy="3882097"/>
          </a:xfrm>
          <a:prstGeom prst="rect">
            <a:avLst/>
          </a:prstGeom>
        </p:spPr>
      </p:pic>
    </p:spTree>
    <p:extLst>
      <p:ext uri="{BB962C8B-B14F-4D97-AF65-F5344CB8AC3E}">
        <p14:creationId xmlns:p14="http://schemas.microsoft.com/office/powerpoint/2010/main" val="940223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Capitalize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 Select the portion of text that needs to be capitalized. You can use any of the text selection method to select the portion of text.</a:t>
            </a:r>
          </a:p>
          <a:p>
            <a:pPr marL="0" indent="0" algn="ctr">
              <a:buNone/>
            </a:pPr>
            <a:r>
              <a:rPr lang="en-GB" sz="2000" b="1" dirty="0">
                <a:solidFill>
                  <a:srgbClr val="FF0000"/>
                </a:solidFill>
              </a:rPr>
              <a:t>Step 2 </a:t>
            </a:r>
          </a:p>
          <a:p>
            <a:pPr algn="just"/>
            <a:r>
              <a:rPr lang="en-GB" sz="2000" b="1" dirty="0"/>
              <a:t>Click the Change Case button and then select the Capitalize Each Word option to put a leading cap on each selected word.</a:t>
            </a:r>
          </a:p>
          <a:p>
            <a:pPr algn="just"/>
            <a:endParaRPr lang="en-GB" sz="2000" b="1" dirty="0"/>
          </a:p>
          <a:p>
            <a:pPr algn="just"/>
            <a:endParaRPr lang="en-GB" sz="2000" b="1" dirty="0"/>
          </a:p>
        </p:txBody>
      </p:sp>
      <p:sp>
        <p:nvSpPr>
          <p:cNvPr id="4" name="Rectangle 3"/>
          <p:cNvSpPr/>
          <p:nvPr/>
        </p:nvSpPr>
        <p:spPr>
          <a:xfrm>
            <a:off x="107504" y="3717032"/>
            <a:ext cx="2390295" cy="1754326"/>
          </a:xfrm>
          <a:prstGeom prst="rect">
            <a:avLst/>
          </a:prstGeom>
        </p:spPr>
        <p:txBody>
          <a:bodyPr wrap="square">
            <a:spAutoFit/>
          </a:bodyPr>
          <a:lstStyle/>
          <a:p>
            <a:r>
              <a:rPr lang="en-GB" b="1" u="sng" dirty="0"/>
              <a:t>NOTE</a:t>
            </a:r>
          </a:p>
          <a:p>
            <a:r>
              <a:rPr lang="en-GB" b="1" dirty="0">
                <a:solidFill>
                  <a:srgbClr val="FF0000"/>
                </a:solidFill>
              </a:rPr>
              <a:t>Every first character of every selected word is in capital.</a:t>
            </a:r>
          </a:p>
          <a:p>
            <a:endParaRPr lang="en-GB" b="1" dirty="0"/>
          </a:p>
          <a:p>
            <a:endParaRPr lang="en-GB" b="1" dirty="0"/>
          </a:p>
        </p:txBody>
      </p:sp>
      <p:pic>
        <p:nvPicPr>
          <p:cNvPr id="5" name="Picture 4">
            <a:extLst>
              <a:ext uri="{FF2B5EF4-FFF2-40B4-BE49-F238E27FC236}">
                <a16:creationId xmlns:a16="http://schemas.microsoft.com/office/drawing/2014/main" id="{12811FF4-5B39-4143-AF19-4519CB4AE8C4}"/>
              </a:ext>
            </a:extLst>
          </p:cNvPr>
          <p:cNvPicPr>
            <a:picLocks noChangeAspect="1"/>
          </p:cNvPicPr>
          <p:nvPr/>
        </p:nvPicPr>
        <p:blipFill>
          <a:blip r:embed="rId3"/>
          <a:stretch>
            <a:fillRect/>
          </a:stretch>
        </p:blipFill>
        <p:spPr>
          <a:xfrm>
            <a:off x="2542696" y="2708921"/>
            <a:ext cx="6578890" cy="4149080"/>
          </a:xfrm>
          <a:prstGeom prst="rect">
            <a:avLst/>
          </a:prstGeom>
        </p:spPr>
      </p:pic>
    </p:spTree>
    <p:extLst>
      <p:ext uri="{BB962C8B-B14F-4D97-AF65-F5344CB8AC3E}">
        <p14:creationId xmlns:p14="http://schemas.microsoft.com/office/powerpoint/2010/main" val="2861015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Toggle the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 Select the portion of text that you want to change to a bold font. You can use any of the text selection method to select the portion of text.</a:t>
            </a:r>
          </a:p>
          <a:p>
            <a:pPr marL="0" indent="0" algn="ctr">
              <a:buNone/>
            </a:pPr>
            <a:r>
              <a:rPr lang="en-GB" sz="2000" b="1" dirty="0">
                <a:solidFill>
                  <a:srgbClr val="FF0000"/>
                </a:solidFill>
              </a:rPr>
              <a:t>Step 2 </a:t>
            </a:r>
          </a:p>
          <a:p>
            <a:pPr algn="just"/>
            <a:r>
              <a:rPr lang="en-GB" sz="2000" b="1" dirty="0"/>
              <a:t>Click the Change Case button and then select the </a:t>
            </a:r>
            <a:r>
              <a:rPr lang="en-GB" sz="2000" b="1" dirty="0" err="1"/>
              <a:t>tOGGLE</a:t>
            </a:r>
            <a:r>
              <a:rPr lang="en-GB" sz="2000" b="1" dirty="0"/>
              <a:t> </a:t>
            </a:r>
            <a:r>
              <a:rPr lang="en-GB" sz="2000" b="1" dirty="0" err="1"/>
              <a:t>cASE</a:t>
            </a:r>
            <a:r>
              <a:rPr lang="en-GB" sz="2000" b="1" dirty="0"/>
              <a:t> option to change all the words in lowercase into words in uppercase; the words in uppercase words change to words in lowercase.</a:t>
            </a:r>
          </a:p>
          <a:p>
            <a:pPr algn="just"/>
            <a:endParaRPr lang="en-GB" sz="2000" b="1" dirty="0"/>
          </a:p>
          <a:p>
            <a:pPr algn="just"/>
            <a:endParaRPr lang="en-GB" sz="2000" b="1" dirty="0"/>
          </a:p>
        </p:txBody>
      </p:sp>
      <p:sp>
        <p:nvSpPr>
          <p:cNvPr id="4" name="Rectangle 3"/>
          <p:cNvSpPr/>
          <p:nvPr/>
        </p:nvSpPr>
        <p:spPr>
          <a:xfrm>
            <a:off x="107504" y="3717032"/>
            <a:ext cx="2520279" cy="1477328"/>
          </a:xfrm>
          <a:prstGeom prst="rect">
            <a:avLst/>
          </a:prstGeom>
        </p:spPr>
        <p:txBody>
          <a:bodyPr wrap="square">
            <a:spAutoFit/>
          </a:bodyPr>
          <a:lstStyle/>
          <a:p>
            <a:r>
              <a:rPr lang="en-GB" b="1" u="sng" dirty="0">
                <a:solidFill>
                  <a:prstClr val="black"/>
                </a:solidFill>
              </a:rPr>
              <a:t>NOTE</a:t>
            </a:r>
          </a:p>
          <a:p>
            <a:r>
              <a:rPr lang="en-GB" b="1" dirty="0">
                <a:solidFill>
                  <a:srgbClr val="FF0000"/>
                </a:solidFill>
              </a:rPr>
              <a:t>Change the case of every character in reverse way.</a:t>
            </a:r>
            <a:endParaRPr lang="en-GB" b="1" dirty="0">
              <a:solidFill>
                <a:prstClr val="black"/>
              </a:solidFill>
            </a:endParaRPr>
          </a:p>
          <a:p>
            <a:endParaRPr lang="en-GB" b="1" dirty="0">
              <a:solidFill>
                <a:prstClr val="black"/>
              </a:solidFill>
            </a:endParaRPr>
          </a:p>
        </p:txBody>
      </p:sp>
      <p:pic>
        <p:nvPicPr>
          <p:cNvPr id="5" name="Picture 4">
            <a:extLst>
              <a:ext uri="{FF2B5EF4-FFF2-40B4-BE49-F238E27FC236}">
                <a16:creationId xmlns:a16="http://schemas.microsoft.com/office/drawing/2014/main" id="{8D0C2EFC-B59D-4641-83BC-A491ED1403A1}"/>
              </a:ext>
            </a:extLst>
          </p:cNvPr>
          <p:cNvPicPr>
            <a:picLocks noChangeAspect="1"/>
          </p:cNvPicPr>
          <p:nvPr/>
        </p:nvPicPr>
        <p:blipFill>
          <a:blip r:embed="rId3"/>
          <a:stretch>
            <a:fillRect/>
          </a:stretch>
        </p:blipFill>
        <p:spPr>
          <a:xfrm>
            <a:off x="2195736" y="2996953"/>
            <a:ext cx="6948264" cy="3861048"/>
          </a:xfrm>
          <a:prstGeom prst="rect">
            <a:avLst/>
          </a:prstGeom>
        </p:spPr>
      </p:pic>
    </p:spTree>
    <p:extLst>
      <p:ext uri="{BB962C8B-B14F-4D97-AF65-F5344CB8AC3E}">
        <p14:creationId xmlns:p14="http://schemas.microsoft.com/office/powerpoint/2010/main" val="316501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Apply Text Effects</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Select the portion of text that you want to change to a bold font. You can use any of the text selection method to select the portion of text.</a:t>
            </a:r>
          </a:p>
          <a:p>
            <a:pPr marL="0" indent="0" algn="ctr">
              <a:buNone/>
            </a:pPr>
            <a:r>
              <a:rPr lang="en-GB" sz="2000" b="1" dirty="0">
                <a:solidFill>
                  <a:srgbClr val="FF0000"/>
                </a:solidFill>
              </a:rPr>
              <a:t>Step 2 </a:t>
            </a:r>
          </a:p>
          <a:p>
            <a:pPr algn="just"/>
            <a:r>
              <a:rPr lang="en-GB" sz="2000" b="1" dirty="0"/>
              <a:t>Click the Text Effect button to display a list of effects including shadow, outline, glow, reflection etc. </a:t>
            </a:r>
          </a:p>
          <a:p>
            <a:pPr algn="just"/>
            <a:endParaRPr lang="en-GB" sz="2000" b="1" dirty="0"/>
          </a:p>
          <a:p>
            <a:pPr algn="just"/>
            <a:endParaRPr lang="en-GB" sz="2000" b="1" dirty="0"/>
          </a:p>
        </p:txBody>
      </p:sp>
      <p:pic>
        <p:nvPicPr>
          <p:cNvPr id="4" name="Picture 3">
            <a:extLst>
              <a:ext uri="{FF2B5EF4-FFF2-40B4-BE49-F238E27FC236}">
                <a16:creationId xmlns:a16="http://schemas.microsoft.com/office/drawing/2014/main" id="{B1E88CAA-E074-489C-8720-E8801AC0451D}"/>
              </a:ext>
            </a:extLst>
          </p:cNvPr>
          <p:cNvPicPr>
            <a:picLocks noChangeAspect="1"/>
          </p:cNvPicPr>
          <p:nvPr/>
        </p:nvPicPr>
        <p:blipFill>
          <a:blip r:embed="rId3"/>
          <a:stretch>
            <a:fillRect/>
          </a:stretch>
        </p:blipFill>
        <p:spPr>
          <a:xfrm>
            <a:off x="0" y="2780929"/>
            <a:ext cx="9144000" cy="4077072"/>
          </a:xfrm>
          <a:prstGeom prst="rect">
            <a:avLst/>
          </a:prstGeom>
        </p:spPr>
      </p:pic>
    </p:spTree>
    <p:extLst>
      <p:ext uri="{BB962C8B-B14F-4D97-AF65-F5344CB8AC3E}">
        <p14:creationId xmlns:p14="http://schemas.microsoft.com/office/powerpoint/2010/main" val="2668902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superscript or subscript in Word</a:t>
            </a:r>
          </a:p>
        </p:txBody>
      </p:sp>
      <p:sp>
        <p:nvSpPr>
          <p:cNvPr id="3" name="Content Placeholder 2"/>
          <p:cNvSpPr>
            <a:spLocks noGrp="1"/>
          </p:cNvSpPr>
          <p:nvPr>
            <p:ph idx="1"/>
          </p:nvPr>
        </p:nvSpPr>
        <p:spPr>
          <a:xfrm>
            <a:off x="22415" y="620688"/>
            <a:ext cx="9099169" cy="6237312"/>
          </a:xfrm>
        </p:spPr>
        <p:txBody>
          <a:bodyPr>
            <a:normAutofit/>
          </a:bodyPr>
          <a:lstStyle/>
          <a:p>
            <a:pPr algn="just"/>
            <a:endParaRPr lang="en-GB" sz="2000" b="1" dirty="0"/>
          </a:p>
          <a:p>
            <a:pPr algn="just"/>
            <a:r>
              <a:rPr lang="en-US" sz="2800" b="1" dirty="0"/>
              <a:t>A superscript or subscript is a number, figure, symbol, or indicator that is smaller than the normal line of type and is set </a:t>
            </a:r>
            <a:r>
              <a:rPr lang="en-US" sz="2800" b="1" dirty="0">
                <a:solidFill>
                  <a:srgbClr val="FF0000"/>
                </a:solidFill>
              </a:rPr>
              <a:t>slightly above </a:t>
            </a:r>
            <a:r>
              <a:rPr lang="en-US" sz="2800" b="1" dirty="0"/>
              <a:t>it (</a:t>
            </a:r>
            <a:r>
              <a:rPr lang="en-US" sz="2800" b="1" dirty="0">
                <a:solidFill>
                  <a:srgbClr val="FF0000"/>
                </a:solidFill>
              </a:rPr>
              <a:t>superscript</a:t>
            </a:r>
            <a:r>
              <a:rPr lang="en-US" sz="2800" b="1" dirty="0"/>
              <a:t>) or </a:t>
            </a:r>
            <a:r>
              <a:rPr lang="en-US" sz="2800" b="1" dirty="0">
                <a:solidFill>
                  <a:srgbClr val="FF0000"/>
                </a:solidFill>
              </a:rPr>
              <a:t>below </a:t>
            </a:r>
            <a:r>
              <a:rPr lang="en-US" sz="2800" b="1" dirty="0"/>
              <a:t>it (</a:t>
            </a:r>
            <a:r>
              <a:rPr lang="en-US" sz="2800" b="1" dirty="0">
                <a:solidFill>
                  <a:srgbClr val="FF0000"/>
                </a:solidFill>
              </a:rPr>
              <a:t>subscript</a:t>
            </a:r>
            <a:r>
              <a:rPr lang="en-US" sz="2800" b="1" dirty="0"/>
              <a:t>). </a:t>
            </a:r>
          </a:p>
          <a:p>
            <a:pPr algn="just"/>
            <a:endParaRPr lang="en-US" sz="2800" b="1" dirty="0"/>
          </a:p>
          <a:p>
            <a:pPr marL="0" indent="0" algn="just">
              <a:buNone/>
            </a:pPr>
            <a:endParaRPr lang="en-US" sz="2800" b="1" dirty="0"/>
          </a:p>
          <a:p>
            <a:pPr algn="just"/>
            <a:endParaRPr lang="en-GB" sz="2800" b="1" dirty="0"/>
          </a:p>
        </p:txBody>
      </p:sp>
      <p:pic>
        <p:nvPicPr>
          <p:cNvPr id="6" name="Picture 5">
            <a:extLst>
              <a:ext uri="{FF2B5EF4-FFF2-40B4-BE49-F238E27FC236}">
                <a16:creationId xmlns:a16="http://schemas.microsoft.com/office/drawing/2014/main" id="{229742CF-D637-4456-B480-A43EA508A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525" y="2780928"/>
            <a:ext cx="8280920" cy="3096344"/>
          </a:xfrm>
          <a:prstGeom prst="rect">
            <a:avLst/>
          </a:prstGeom>
        </p:spPr>
      </p:pic>
    </p:spTree>
    <p:extLst>
      <p:ext uri="{BB962C8B-B14F-4D97-AF65-F5344CB8AC3E}">
        <p14:creationId xmlns:p14="http://schemas.microsoft.com/office/powerpoint/2010/main" val="37462416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subscript in Word</a:t>
            </a:r>
          </a:p>
        </p:txBody>
      </p:sp>
      <p:sp>
        <p:nvSpPr>
          <p:cNvPr id="3" name="Content Placeholder 2"/>
          <p:cNvSpPr>
            <a:spLocks noGrp="1"/>
          </p:cNvSpPr>
          <p:nvPr>
            <p:ph idx="1"/>
          </p:nvPr>
        </p:nvSpPr>
        <p:spPr>
          <a:xfrm>
            <a:off x="22415" y="620688"/>
            <a:ext cx="9099169" cy="6237312"/>
          </a:xfrm>
        </p:spPr>
        <p:txBody>
          <a:bodyPr>
            <a:normAutofit/>
          </a:bodyPr>
          <a:lstStyle/>
          <a:p>
            <a:pPr marL="0" indent="0" algn="ctr">
              <a:buNone/>
            </a:pPr>
            <a:r>
              <a:rPr lang="en-GB" sz="2400" b="1" dirty="0">
                <a:solidFill>
                  <a:srgbClr val="FF0000"/>
                </a:solidFill>
              </a:rPr>
              <a:t>Step 1 </a:t>
            </a:r>
            <a:endParaRPr lang="en-GB" sz="2000" b="1" dirty="0"/>
          </a:p>
          <a:p>
            <a:pPr algn="just"/>
            <a:r>
              <a:rPr lang="en-US" sz="2800" b="1" dirty="0"/>
              <a:t>Select the text or number you want.</a:t>
            </a:r>
          </a:p>
          <a:p>
            <a:pPr algn="just"/>
            <a:endParaRPr lang="en-GB" sz="2800" b="1" dirty="0"/>
          </a:p>
        </p:txBody>
      </p:sp>
      <p:pic>
        <p:nvPicPr>
          <p:cNvPr id="4" name="Picture 3">
            <a:extLst>
              <a:ext uri="{FF2B5EF4-FFF2-40B4-BE49-F238E27FC236}">
                <a16:creationId xmlns:a16="http://schemas.microsoft.com/office/drawing/2014/main" id="{EF4B7E37-CAA9-48F8-A5B4-2389302657F7}"/>
              </a:ext>
            </a:extLst>
          </p:cNvPr>
          <p:cNvPicPr>
            <a:picLocks noChangeAspect="1"/>
          </p:cNvPicPr>
          <p:nvPr/>
        </p:nvPicPr>
        <p:blipFill>
          <a:blip r:embed="rId3"/>
          <a:stretch>
            <a:fillRect/>
          </a:stretch>
        </p:blipFill>
        <p:spPr>
          <a:xfrm>
            <a:off x="0" y="1628799"/>
            <a:ext cx="9144000" cy="5040561"/>
          </a:xfrm>
          <a:prstGeom prst="rect">
            <a:avLst/>
          </a:prstGeom>
        </p:spPr>
      </p:pic>
    </p:spTree>
    <p:extLst>
      <p:ext uri="{BB962C8B-B14F-4D97-AF65-F5344CB8AC3E}">
        <p14:creationId xmlns:p14="http://schemas.microsoft.com/office/powerpoint/2010/main" val="271402918"/>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subscript in Word</a:t>
            </a:r>
          </a:p>
        </p:txBody>
      </p:sp>
      <p:sp>
        <p:nvSpPr>
          <p:cNvPr id="3" name="Content Placeholder 2"/>
          <p:cNvSpPr>
            <a:spLocks noGrp="1"/>
          </p:cNvSpPr>
          <p:nvPr>
            <p:ph idx="1"/>
          </p:nvPr>
        </p:nvSpPr>
        <p:spPr>
          <a:xfrm>
            <a:off x="22415" y="620688"/>
            <a:ext cx="9099169" cy="6237312"/>
          </a:xfrm>
        </p:spPr>
        <p:txBody>
          <a:bodyPr>
            <a:normAutofit/>
          </a:bodyPr>
          <a:lstStyle/>
          <a:p>
            <a:pPr marL="0" indent="0" algn="ctr">
              <a:buNone/>
            </a:pPr>
            <a:r>
              <a:rPr lang="en-GB" sz="2400" b="1" dirty="0">
                <a:solidFill>
                  <a:srgbClr val="FF0000"/>
                </a:solidFill>
              </a:rPr>
              <a:t>Step 2</a:t>
            </a:r>
            <a:endParaRPr lang="en-GB" sz="2000" b="1" dirty="0"/>
          </a:p>
          <a:p>
            <a:pPr algn="just"/>
            <a:r>
              <a:rPr lang="en-US" sz="2800" b="1" dirty="0"/>
              <a:t>Go to Home and select Subscript button.</a:t>
            </a:r>
          </a:p>
          <a:p>
            <a:pPr algn="just"/>
            <a:endParaRPr lang="en-GB" sz="2800" b="1" dirty="0"/>
          </a:p>
        </p:txBody>
      </p:sp>
      <p:pic>
        <p:nvPicPr>
          <p:cNvPr id="5" name="Picture 4">
            <a:extLst>
              <a:ext uri="{FF2B5EF4-FFF2-40B4-BE49-F238E27FC236}">
                <a16:creationId xmlns:a16="http://schemas.microsoft.com/office/drawing/2014/main" id="{1C700930-F1FA-4C16-8553-28FCEE143CD8}"/>
              </a:ext>
            </a:extLst>
          </p:cNvPr>
          <p:cNvPicPr>
            <a:picLocks noChangeAspect="1"/>
          </p:cNvPicPr>
          <p:nvPr/>
        </p:nvPicPr>
        <p:blipFill>
          <a:blip r:embed="rId3"/>
          <a:stretch>
            <a:fillRect/>
          </a:stretch>
        </p:blipFill>
        <p:spPr>
          <a:xfrm>
            <a:off x="0" y="1681772"/>
            <a:ext cx="9144000" cy="5140990"/>
          </a:xfrm>
          <a:prstGeom prst="rect">
            <a:avLst/>
          </a:prstGeom>
        </p:spPr>
      </p:pic>
    </p:spTree>
    <p:extLst>
      <p:ext uri="{BB962C8B-B14F-4D97-AF65-F5344CB8AC3E}">
        <p14:creationId xmlns:p14="http://schemas.microsoft.com/office/powerpoint/2010/main" val="323246061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superscript in Word</a:t>
            </a:r>
          </a:p>
        </p:txBody>
      </p:sp>
      <p:sp>
        <p:nvSpPr>
          <p:cNvPr id="3" name="Content Placeholder 2"/>
          <p:cNvSpPr>
            <a:spLocks noGrp="1"/>
          </p:cNvSpPr>
          <p:nvPr>
            <p:ph idx="1"/>
          </p:nvPr>
        </p:nvSpPr>
        <p:spPr>
          <a:xfrm>
            <a:off x="22415" y="620688"/>
            <a:ext cx="9099169" cy="6237312"/>
          </a:xfrm>
        </p:spPr>
        <p:txBody>
          <a:bodyPr>
            <a:normAutofit/>
          </a:bodyPr>
          <a:lstStyle/>
          <a:p>
            <a:pPr marL="0" indent="0" algn="ctr">
              <a:buNone/>
            </a:pPr>
            <a:r>
              <a:rPr lang="en-GB" sz="2400" b="1" dirty="0">
                <a:solidFill>
                  <a:srgbClr val="FF0000"/>
                </a:solidFill>
              </a:rPr>
              <a:t>Step 1 </a:t>
            </a:r>
            <a:endParaRPr lang="en-GB" sz="2000" b="1" dirty="0"/>
          </a:p>
          <a:p>
            <a:pPr algn="just"/>
            <a:r>
              <a:rPr lang="en-US" sz="2800" b="1" dirty="0"/>
              <a:t>Type the text as shown below in word.</a:t>
            </a:r>
          </a:p>
          <a:p>
            <a:pPr algn="just"/>
            <a:endParaRPr lang="en-GB" sz="2800" b="1" dirty="0"/>
          </a:p>
        </p:txBody>
      </p:sp>
      <p:pic>
        <p:nvPicPr>
          <p:cNvPr id="5" name="Picture 4">
            <a:extLst>
              <a:ext uri="{FF2B5EF4-FFF2-40B4-BE49-F238E27FC236}">
                <a16:creationId xmlns:a16="http://schemas.microsoft.com/office/drawing/2014/main" id="{67F5A945-500C-4A4B-A038-93E7C5FBCE14}"/>
              </a:ext>
            </a:extLst>
          </p:cNvPr>
          <p:cNvPicPr>
            <a:picLocks noChangeAspect="1"/>
          </p:cNvPicPr>
          <p:nvPr/>
        </p:nvPicPr>
        <p:blipFill>
          <a:blip r:embed="rId3"/>
          <a:stretch>
            <a:fillRect/>
          </a:stretch>
        </p:blipFill>
        <p:spPr>
          <a:xfrm>
            <a:off x="0" y="1628799"/>
            <a:ext cx="9144000" cy="5229201"/>
          </a:xfrm>
          <a:prstGeom prst="rect">
            <a:avLst/>
          </a:prstGeom>
        </p:spPr>
      </p:pic>
    </p:spTree>
    <p:extLst>
      <p:ext uri="{BB962C8B-B14F-4D97-AF65-F5344CB8AC3E}">
        <p14:creationId xmlns:p14="http://schemas.microsoft.com/office/powerpoint/2010/main" val="9664132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superscript in Word</a:t>
            </a:r>
          </a:p>
        </p:txBody>
      </p:sp>
      <p:sp>
        <p:nvSpPr>
          <p:cNvPr id="3" name="Content Placeholder 2"/>
          <p:cNvSpPr>
            <a:spLocks noGrp="1"/>
          </p:cNvSpPr>
          <p:nvPr>
            <p:ph idx="1"/>
          </p:nvPr>
        </p:nvSpPr>
        <p:spPr>
          <a:xfrm>
            <a:off x="22415" y="620688"/>
            <a:ext cx="9099169" cy="6237312"/>
          </a:xfrm>
        </p:spPr>
        <p:txBody>
          <a:bodyPr>
            <a:normAutofit/>
          </a:bodyPr>
          <a:lstStyle/>
          <a:p>
            <a:pPr marL="0" indent="0" algn="ctr">
              <a:buNone/>
            </a:pPr>
            <a:r>
              <a:rPr lang="en-GB" sz="2400" b="1" dirty="0">
                <a:solidFill>
                  <a:srgbClr val="FF0000"/>
                </a:solidFill>
              </a:rPr>
              <a:t>Step 2 </a:t>
            </a:r>
            <a:endParaRPr lang="en-GB" sz="2000" b="1" dirty="0"/>
          </a:p>
          <a:p>
            <a:pPr algn="just"/>
            <a:r>
              <a:rPr lang="en-US" sz="2800" b="1" dirty="0"/>
              <a:t>Click on the insert tab on the ribbon and choose symbols and look for the registered Trademark symbol as shown and click on it.</a:t>
            </a:r>
          </a:p>
          <a:p>
            <a:pPr algn="just"/>
            <a:endParaRPr lang="en-GB" sz="2800" b="1" dirty="0"/>
          </a:p>
        </p:txBody>
      </p:sp>
      <p:pic>
        <p:nvPicPr>
          <p:cNvPr id="4" name="Picture 3">
            <a:extLst>
              <a:ext uri="{FF2B5EF4-FFF2-40B4-BE49-F238E27FC236}">
                <a16:creationId xmlns:a16="http://schemas.microsoft.com/office/drawing/2014/main" id="{865FEFC1-6614-43D0-ABD9-4ED79C656C02}"/>
              </a:ext>
            </a:extLst>
          </p:cNvPr>
          <p:cNvPicPr>
            <a:picLocks noChangeAspect="1"/>
          </p:cNvPicPr>
          <p:nvPr/>
        </p:nvPicPr>
        <p:blipFill>
          <a:blip r:embed="rId3"/>
          <a:stretch>
            <a:fillRect/>
          </a:stretch>
        </p:blipFill>
        <p:spPr>
          <a:xfrm>
            <a:off x="0" y="2391508"/>
            <a:ext cx="9144000" cy="4466492"/>
          </a:xfrm>
          <a:prstGeom prst="rect">
            <a:avLst/>
          </a:prstGeom>
        </p:spPr>
      </p:pic>
    </p:spTree>
    <p:extLst>
      <p:ext uri="{BB962C8B-B14F-4D97-AF65-F5344CB8AC3E}">
        <p14:creationId xmlns:p14="http://schemas.microsoft.com/office/powerpoint/2010/main" val="3103030682"/>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a:bodyPr>
          <a:lstStyle/>
          <a:p>
            <a:pPr algn="ctr"/>
            <a:r>
              <a:rPr lang="en-US" sz="3200" dirty="0"/>
              <a:t>Format text as  superscript in Word</a:t>
            </a:r>
          </a:p>
        </p:txBody>
      </p:sp>
      <p:sp>
        <p:nvSpPr>
          <p:cNvPr id="3" name="Content Placeholder 2"/>
          <p:cNvSpPr>
            <a:spLocks noGrp="1"/>
          </p:cNvSpPr>
          <p:nvPr>
            <p:ph idx="1"/>
          </p:nvPr>
        </p:nvSpPr>
        <p:spPr>
          <a:xfrm>
            <a:off x="22415" y="620688"/>
            <a:ext cx="9099169" cy="6237312"/>
          </a:xfrm>
        </p:spPr>
        <p:txBody>
          <a:bodyPr>
            <a:normAutofit/>
          </a:bodyPr>
          <a:lstStyle/>
          <a:p>
            <a:pPr marL="0" indent="0" algn="ctr">
              <a:buNone/>
            </a:pPr>
            <a:r>
              <a:rPr lang="en-GB" sz="2400" b="1" dirty="0">
                <a:solidFill>
                  <a:srgbClr val="FF0000"/>
                </a:solidFill>
              </a:rPr>
              <a:t>Step 3 </a:t>
            </a:r>
            <a:endParaRPr lang="en-US" sz="2800" b="1" dirty="0"/>
          </a:p>
          <a:p>
            <a:pPr algn="just"/>
            <a:r>
              <a:rPr lang="en-US" sz="2800" b="1" dirty="0"/>
              <a:t>The text will be appear as shown below</a:t>
            </a:r>
            <a:endParaRPr lang="en-GB" sz="2800" b="1" dirty="0"/>
          </a:p>
        </p:txBody>
      </p:sp>
      <p:pic>
        <p:nvPicPr>
          <p:cNvPr id="5" name="Picture 4">
            <a:extLst>
              <a:ext uri="{FF2B5EF4-FFF2-40B4-BE49-F238E27FC236}">
                <a16:creationId xmlns:a16="http://schemas.microsoft.com/office/drawing/2014/main" id="{D93482D4-FF28-46CC-8F81-E750CE5C0A1B}"/>
              </a:ext>
            </a:extLst>
          </p:cNvPr>
          <p:cNvPicPr>
            <a:picLocks noChangeAspect="1"/>
          </p:cNvPicPr>
          <p:nvPr/>
        </p:nvPicPr>
        <p:blipFill>
          <a:blip r:embed="rId3"/>
          <a:stretch>
            <a:fillRect/>
          </a:stretch>
        </p:blipFill>
        <p:spPr>
          <a:xfrm>
            <a:off x="22414" y="1899592"/>
            <a:ext cx="9144000" cy="5561856"/>
          </a:xfrm>
          <a:prstGeom prst="rect">
            <a:avLst/>
          </a:prstGeom>
        </p:spPr>
      </p:pic>
    </p:spTree>
    <p:extLst>
      <p:ext uri="{BB962C8B-B14F-4D97-AF65-F5344CB8AC3E}">
        <p14:creationId xmlns:p14="http://schemas.microsoft.com/office/powerpoint/2010/main" val="302742059"/>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solidFill>
                  <a:srgbClr val="7030A0"/>
                </a:solidFill>
              </a:rPr>
              <a:t>Text Alignments in Word 2019</a:t>
            </a:r>
            <a:endParaRPr lang="en-US" dirty="0">
              <a:solidFill>
                <a:srgbClr val="7030A0"/>
              </a:solidFill>
            </a:endParaRPr>
          </a:p>
        </p:txBody>
      </p:sp>
      <p:sp>
        <p:nvSpPr>
          <p:cNvPr id="3" name="Content Placeholder 2"/>
          <p:cNvSpPr>
            <a:spLocks noGrp="1"/>
          </p:cNvSpPr>
          <p:nvPr>
            <p:ph idx="1"/>
          </p:nvPr>
        </p:nvSpPr>
        <p:spPr>
          <a:xfrm>
            <a:off x="-1" y="620688"/>
            <a:ext cx="9115866" cy="6237312"/>
          </a:xfrm>
        </p:spPr>
        <p:txBody>
          <a:bodyPr>
            <a:normAutofit/>
          </a:bodyPr>
          <a:lstStyle/>
          <a:p>
            <a:pPr algn="just"/>
            <a:r>
              <a:rPr lang="en-GB" sz="2800" dirty="0"/>
              <a:t>There are </a:t>
            </a:r>
            <a:r>
              <a:rPr lang="en-GB" sz="2800" b="1" dirty="0"/>
              <a:t>four(4) </a:t>
            </a:r>
            <a:r>
              <a:rPr lang="en-GB" sz="2800" dirty="0"/>
              <a:t>types of paragraph alignment available in Microsoft Word: </a:t>
            </a:r>
          </a:p>
          <a:p>
            <a:pPr lvl="1" algn="just"/>
            <a:r>
              <a:rPr lang="en-GB" sz="3200" b="1" dirty="0"/>
              <a:t>Left-aligned</a:t>
            </a:r>
          </a:p>
          <a:p>
            <a:pPr lvl="1" algn="just"/>
            <a:endParaRPr lang="en-GB" sz="3200" b="1" dirty="0"/>
          </a:p>
          <a:p>
            <a:pPr lvl="1" algn="just"/>
            <a:r>
              <a:rPr lang="en-GB" sz="3200" b="1" dirty="0"/>
              <a:t>Centre-aligned</a:t>
            </a:r>
          </a:p>
          <a:p>
            <a:pPr lvl="1" algn="just"/>
            <a:endParaRPr lang="en-GB" sz="3200" b="1" dirty="0"/>
          </a:p>
          <a:p>
            <a:pPr lvl="1" algn="just"/>
            <a:r>
              <a:rPr lang="en-GB" sz="3200" b="1" dirty="0"/>
              <a:t>Right-aligned</a:t>
            </a:r>
          </a:p>
          <a:p>
            <a:pPr lvl="1" algn="just"/>
            <a:endParaRPr lang="en-GB" sz="3200" b="1" dirty="0"/>
          </a:p>
          <a:p>
            <a:pPr lvl="1" algn="just"/>
            <a:r>
              <a:rPr lang="en-GB" sz="3200" b="1" dirty="0"/>
              <a:t>Justified</a:t>
            </a:r>
          </a:p>
          <a:p>
            <a:pPr marL="457200" lvl="1" indent="0" algn="just">
              <a:buNone/>
            </a:pPr>
            <a:r>
              <a:rPr lang="en-US" sz="3200" dirty="0"/>
              <a:t>By default, Word aligns text to the </a:t>
            </a:r>
            <a:r>
              <a:rPr lang="en-US" sz="3200" b="1" dirty="0"/>
              <a:t>left</a:t>
            </a:r>
            <a:r>
              <a:rPr lang="en-US" sz="3200" dirty="0"/>
              <a:t> </a:t>
            </a:r>
            <a:r>
              <a:rPr lang="en-US" sz="3200" b="1" dirty="0"/>
              <a:t>margin</a:t>
            </a:r>
            <a:r>
              <a:rPr lang="en-US" sz="3200" dirty="0"/>
              <a:t> in new documents.</a:t>
            </a:r>
            <a:endParaRPr lang="en-GB" sz="3200" dirty="0"/>
          </a:p>
        </p:txBody>
      </p:sp>
    </p:spTree>
    <p:extLst>
      <p:ext uri="{BB962C8B-B14F-4D97-AF65-F5344CB8AC3E}">
        <p14:creationId xmlns:p14="http://schemas.microsoft.com/office/powerpoint/2010/main" val="1738557227"/>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Left-Aligned Text</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000" b="1" dirty="0">
                <a:solidFill>
                  <a:srgbClr val="FF0000"/>
                </a:solidFill>
              </a:rPr>
              <a:t>Step 1 </a:t>
            </a:r>
          </a:p>
          <a:p>
            <a:pPr algn="just"/>
            <a:r>
              <a:rPr lang="en-GB" sz="2000" b="1" dirty="0"/>
              <a:t>Select the document that you want to left-aligned. You can use any of the text selection method to select the document.</a:t>
            </a:r>
          </a:p>
          <a:p>
            <a:pPr marL="0" indent="0" algn="ctr">
              <a:buNone/>
            </a:pPr>
            <a:r>
              <a:rPr lang="en-GB" sz="2000" b="1" dirty="0">
                <a:solidFill>
                  <a:srgbClr val="FF0000"/>
                </a:solidFill>
              </a:rPr>
              <a:t>Step 2 </a:t>
            </a:r>
          </a:p>
          <a:p>
            <a:pPr algn="just"/>
            <a:r>
              <a:rPr lang="en-GB" sz="2000" b="1" dirty="0"/>
              <a:t> Click the </a:t>
            </a:r>
            <a:r>
              <a:rPr lang="en-GB" sz="2000" b="1" dirty="0">
                <a:solidFill>
                  <a:srgbClr val="FF0000"/>
                </a:solidFill>
              </a:rPr>
              <a:t>Align Text Left button </a:t>
            </a:r>
            <a:r>
              <a:rPr lang="en-GB" sz="2000" b="1" dirty="0"/>
              <a:t>available on the Home tab or simply press the </a:t>
            </a:r>
            <a:r>
              <a:rPr lang="en-GB" sz="2000" b="1" dirty="0">
                <a:solidFill>
                  <a:srgbClr val="FF0000"/>
                </a:solidFill>
              </a:rPr>
              <a:t>Ctrl + L </a:t>
            </a:r>
            <a:r>
              <a:rPr lang="en-GB" sz="2000" b="1" dirty="0"/>
              <a:t>keys.</a:t>
            </a:r>
          </a:p>
          <a:p>
            <a:pPr algn="just"/>
            <a:endParaRPr lang="en-GB" sz="2000" b="1" dirty="0"/>
          </a:p>
        </p:txBody>
      </p:sp>
      <p:pic>
        <p:nvPicPr>
          <p:cNvPr id="4" name="Picture 3">
            <a:extLst>
              <a:ext uri="{FF2B5EF4-FFF2-40B4-BE49-F238E27FC236}">
                <a16:creationId xmlns:a16="http://schemas.microsoft.com/office/drawing/2014/main" id="{C69E89FC-7578-4398-B0AD-41CDB1717BF9}"/>
              </a:ext>
            </a:extLst>
          </p:cNvPr>
          <p:cNvPicPr>
            <a:picLocks noChangeAspect="1"/>
          </p:cNvPicPr>
          <p:nvPr/>
        </p:nvPicPr>
        <p:blipFill>
          <a:blip r:embed="rId3"/>
          <a:stretch>
            <a:fillRect/>
          </a:stretch>
        </p:blipFill>
        <p:spPr>
          <a:xfrm>
            <a:off x="0" y="2708920"/>
            <a:ext cx="9144000" cy="4149080"/>
          </a:xfrm>
          <a:prstGeom prst="rect">
            <a:avLst/>
          </a:prstGeom>
        </p:spPr>
      </p:pic>
    </p:spTree>
    <p:extLst>
      <p:ext uri="{BB962C8B-B14F-4D97-AF65-F5344CB8AC3E}">
        <p14:creationId xmlns:p14="http://schemas.microsoft.com/office/powerpoint/2010/main" val="3318715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err="1"/>
              <a:t>Center</a:t>
            </a:r>
            <a:r>
              <a:rPr lang="en-GB" dirty="0"/>
              <a:t> Aligned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Select the document that you want to </a:t>
            </a:r>
            <a:r>
              <a:rPr lang="en-GB" sz="2000" b="1" dirty="0" err="1"/>
              <a:t>center</a:t>
            </a:r>
            <a:r>
              <a:rPr lang="en-GB" sz="2000" b="1" dirty="0"/>
              <a:t>-aligned. You can use any of the text selection method to select the document.</a:t>
            </a:r>
          </a:p>
          <a:p>
            <a:pPr marL="0" indent="0" algn="ctr">
              <a:buNone/>
            </a:pPr>
            <a:r>
              <a:rPr lang="en-GB" sz="2000" b="1" dirty="0">
                <a:solidFill>
                  <a:srgbClr val="FF0000"/>
                </a:solidFill>
              </a:rPr>
              <a:t>Step 2 </a:t>
            </a:r>
          </a:p>
          <a:p>
            <a:pPr algn="just"/>
            <a:r>
              <a:rPr lang="en-GB" sz="2000" b="1" dirty="0"/>
              <a:t>Click the </a:t>
            </a:r>
            <a:r>
              <a:rPr lang="en-GB" sz="2000" b="1" dirty="0" err="1">
                <a:solidFill>
                  <a:srgbClr val="FF0000"/>
                </a:solidFill>
              </a:rPr>
              <a:t>Center</a:t>
            </a:r>
            <a:r>
              <a:rPr lang="en-GB" sz="2000" b="1" dirty="0">
                <a:solidFill>
                  <a:srgbClr val="FF0000"/>
                </a:solidFill>
              </a:rPr>
              <a:t> button </a:t>
            </a:r>
            <a:r>
              <a:rPr lang="en-GB" sz="2000" b="1" dirty="0"/>
              <a:t>available on the Home tab or simply press the </a:t>
            </a:r>
            <a:r>
              <a:rPr lang="en-GB" sz="2000" b="1" dirty="0">
                <a:solidFill>
                  <a:srgbClr val="FF0000"/>
                </a:solidFill>
              </a:rPr>
              <a:t>Ctrl + E</a:t>
            </a:r>
            <a:r>
              <a:rPr lang="en-GB" sz="2000" b="1" dirty="0"/>
              <a:t> keys.</a:t>
            </a:r>
          </a:p>
          <a:p>
            <a:pPr algn="just"/>
            <a:endParaRPr lang="en-GB" sz="2000" b="1" dirty="0"/>
          </a:p>
          <a:p>
            <a:pPr algn="just"/>
            <a:endParaRPr lang="en-GB" sz="2000" b="1" dirty="0"/>
          </a:p>
        </p:txBody>
      </p:sp>
      <p:pic>
        <p:nvPicPr>
          <p:cNvPr id="4" name="Picture 3">
            <a:extLst>
              <a:ext uri="{FF2B5EF4-FFF2-40B4-BE49-F238E27FC236}">
                <a16:creationId xmlns:a16="http://schemas.microsoft.com/office/drawing/2014/main" id="{F9535AC6-EDB9-42FB-98D9-C69CD47C8D7A}"/>
              </a:ext>
            </a:extLst>
          </p:cNvPr>
          <p:cNvPicPr>
            <a:picLocks noChangeAspect="1"/>
          </p:cNvPicPr>
          <p:nvPr/>
        </p:nvPicPr>
        <p:blipFill>
          <a:blip r:embed="rId3"/>
          <a:stretch>
            <a:fillRect/>
          </a:stretch>
        </p:blipFill>
        <p:spPr>
          <a:xfrm>
            <a:off x="0" y="2708919"/>
            <a:ext cx="9144000" cy="4149081"/>
          </a:xfrm>
          <a:prstGeom prst="rect">
            <a:avLst/>
          </a:prstGeom>
        </p:spPr>
      </p:pic>
    </p:spTree>
    <p:extLst>
      <p:ext uri="{BB962C8B-B14F-4D97-AF65-F5344CB8AC3E}">
        <p14:creationId xmlns:p14="http://schemas.microsoft.com/office/powerpoint/2010/main" val="117133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Right-Aligned Text</a:t>
            </a:r>
            <a:endParaRPr lang="en-US" dirty="0"/>
          </a:p>
        </p:txBody>
      </p:sp>
      <p:sp>
        <p:nvSpPr>
          <p:cNvPr id="3" name="Content Placeholder 2"/>
          <p:cNvSpPr>
            <a:spLocks noGrp="1"/>
          </p:cNvSpPr>
          <p:nvPr>
            <p:ph idx="1"/>
          </p:nvPr>
        </p:nvSpPr>
        <p:spPr>
          <a:xfrm>
            <a:off x="0" y="476672"/>
            <a:ext cx="9144000" cy="6381328"/>
          </a:xfrm>
        </p:spPr>
        <p:txBody>
          <a:bodyPr>
            <a:normAutofit/>
          </a:bodyPr>
          <a:lstStyle/>
          <a:p>
            <a:pPr marL="0" indent="0" algn="ctr">
              <a:buNone/>
            </a:pPr>
            <a:r>
              <a:rPr lang="en-GB" sz="2000" b="1" dirty="0">
                <a:solidFill>
                  <a:srgbClr val="FF0000"/>
                </a:solidFill>
              </a:rPr>
              <a:t>Step 1 </a:t>
            </a:r>
          </a:p>
          <a:p>
            <a:pPr algn="just"/>
            <a:r>
              <a:rPr lang="en-GB" sz="2000" b="1" dirty="0"/>
              <a:t>Select the document that you want to Right-aligned. You can use any of the text selection method to select the document.</a:t>
            </a:r>
          </a:p>
          <a:p>
            <a:pPr marL="0" indent="0" algn="ctr">
              <a:buNone/>
            </a:pPr>
            <a:r>
              <a:rPr lang="en-GB" sz="2000" b="1" dirty="0">
                <a:solidFill>
                  <a:srgbClr val="FF0000"/>
                </a:solidFill>
              </a:rPr>
              <a:t>Step 2 </a:t>
            </a:r>
          </a:p>
          <a:p>
            <a:pPr algn="just"/>
            <a:r>
              <a:rPr lang="en-GB" sz="2000" b="1" dirty="0"/>
              <a:t>Click the </a:t>
            </a:r>
            <a:r>
              <a:rPr lang="en-GB" sz="2000" b="1" dirty="0">
                <a:solidFill>
                  <a:srgbClr val="FF0000"/>
                </a:solidFill>
              </a:rPr>
              <a:t>Align Text Right button </a:t>
            </a:r>
            <a:r>
              <a:rPr lang="en-GB" sz="2000" b="1" dirty="0"/>
              <a:t>available on the Home tab or simply press the </a:t>
            </a:r>
            <a:r>
              <a:rPr lang="en-GB" sz="2000" b="1" dirty="0">
                <a:solidFill>
                  <a:srgbClr val="FF0000"/>
                </a:solidFill>
              </a:rPr>
              <a:t>Ctrl + R </a:t>
            </a:r>
            <a:r>
              <a:rPr lang="en-GB" sz="2000" b="1" dirty="0"/>
              <a:t>keys.</a:t>
            </a:r>
          </a:p>
          <a:p>
            <a:pPr algn="just"/>
            <a:endParaRPr lang="en-GB" sz="2000" b="1" dirty="0"/>
          </a:p>
        </p:txBody>
      </p:sp>
      <p:pic>
        <p:nvPicPr>
          <p:cNvPr id="4" name="Picture 3">
            <a:extLst>
              <a:ext uri="{FF2B5EF4-FFF2-40B4-BE49-F238E27FC236}">
                <a16:creationId xmlns:a16="http://schemas.microsoft.com/office/drawing/2014/main" id="{2144740A-BEDD-4090-B006-5259BC382D44}"/>
              </a:ext>
            </a:extLst>
          </p:cNvPr>
          <p:cNvPicPr>
            <a:picLocks noChangeAspect="1"/>
          </p:cNvPicPr>
          <p:nvPr/>
        </p:nvPicPr>
        <p:blipFill>
          <a:blip r:embed="rId3"/>
          <a:stretch>
            <a:fillRect/>
          </a:stretch>
        </p:blipFill>
        <p:spPr>
          <a:xfrm>
            <a:off x="0" y="2564905"/>
            <a:ext cx="9144000" cy="4293096"/>
          </a:xfrm>
          <a:prstGeom prst="rect">
            <a:avLst/>
          </a:prstGeom>
        </p:spPr>
      </p:pic>
    </p:spTree>
    <p:extLst>
      <p:ext uri="{BB962C8B-B14F-4D97-AF65-F5344CB8AC3E}">
        <p14:creationId xmlns:p14="http://schemas.microsoft.com/office/powerpoint/2010/main" val="2244060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Justified Text</a:t>
            </a:r>
            <a:endParaRPr lang="en-US" dirty="0"/>
          </a:p>
        </p:txBody>
      </p:sp>
      <p:sp>
        <p:nvSpPr>
          <p:cNvPr id="3" name="Content Placeholder 2"/>
          <p:cNvSpPr>
            <a:spLocks noGrp="1"/>
          </p:cNvSpPr>
          <p:nvPr>
            <p:ph idx="1"/>
          </p:nvPr>
        </p:nvSpPr>
        <p:spPr>
          <a:xfrm>
            <a:off x="152400" y="620688"/>
            <a:ext cx="8839200" cy="6237312"/>
          </a:xfrm>
        </p:spPr>
        <p:txBody>
          <a:bodyPr>
            <a:normAutofit/>
          </a:bodyPr>
          <a:lstStyle/>
          <a:p>
            <a:pPr marL="0" indent="0" algn="ctr">
              <a:buNone/>
            </a:pPr>
            <a:r>
              <a:rPr lang="en-GB" sz="2000" b="1" dirty="0">
                <a:solidFill>
                  <a:srgbClr val="FF0000"/>
                </a:solidFill>
              </a:rPr>
              <a:t>Step 1 </a:t>
            </a:r>
          </a:p>
          <a:p>
            <a:pPr algn="just"/>
            <a:r>
              <a:rPr lang="en-GB" sz="2000" b="1" dirty="0"/>
              <a:t>Select the document that you want to Justified. You can use any of the text selection method to select the document.</a:t>
            </a:r>
          </a:p>
          <a:p>
            <a:pPr marL="0" indent="0" algn="ctr">
              <a:buNone/>
            </a:pPr>
            <a:r>
              <a:rPr lang="en-GB" sz="2000" b="1" dirty="0">
                <a:solidFill>
                  <a:srgbClr val="FF0000"/>
                </a:solidFill>
              </a:rPr>
              <a:t>Step 2 </a:t>
            </a:r>
          </a:p>
          <a:p>
            <a:pPr algn="just"/>
            <a:r>
              <a:rPr lang="en-GB" sz="2000" b="1" dirty="0"/>
              <a:t>Click the </a:t>
            </a:r>
            <a:r>
              <a:rPr lang="en-GB" sz="2000" b="1" dirty="0">
                <a:solidFill>
                  <a:srgbClr val="FF0000"/>
                </a:solidFill>
              </a:rPr>
              <a:t>Justify button </a:t>
            </a:r>
            <a:r>
              <a:rPr lang="en-GB" sz="2000" b="1" dirty="0"/>
              <a:t>available on the Home tab or simply press the </a:t>
            </a:r>
            <a:r>
              <a:rPr lang="en-GB" sz="2000" b="1" dirty="0">
                <a:solidFill>
                  <a:srgbClr val="FF0000"/>
                </a:solidFill>
              </a:rPr>
              <a:t>Ctrl + J </a:t>
            </a:r>
            <a:r>
              <a:rPr lang="en-GB" sz="2000" b="1" dirty="0"/>
              <a:t>keys.</a:t>
            </a:r>
          </a:p>
          <a:p>
            <a:pPr algn="just"/>
            <a:endParaRPr lang="en-GB" sz="2000" b="1" dirty="0"/>
          </a:p>
        </p:txBody>
      </p:sp>
      <p:pic>
        <p:nvPicPr>
          <p:cNvPr id="4" name="Picture 3">
            <a:extLst>
              <a:ext uri="{FF2B5EF4-FFF2-40B4-BE49-F238E27FC236}">
                <a16:creationId xmlns:a16="http://schemas.microsoft.com/office/drawing/2014/main" id="{68AD6F99-D4CE-4B61-BB74-0402D6CE7589}"/>
              </a:ext>
            </a:extLst>
          </p:cNvPr>
          <p:cNvPicPr>
            <a:picLocks noChangeAspect="1"/>
          </p:cNvPicPr>
          <p:nvPr/>
        </p:nvPicPr>
        <p:blipFill>
          <a:blip r:embed="rId3"/>
          <a:stretch>
            <a:fillRect/>
          </a:stretch>
        </p:blipFill>
        <p:spPr>
          <a:xfrm>
            <a:off x="0" y="2780929"/>
            <a:ext cx="9144000" cy="4077072"/>
          </a:xfrm>
          <a:prstGeom prst="rect">
            <a:avLst/>
          </a:prstGeom>
        </p:spPr>
      </p:pic>
    </p:spTree>
    <p:extLst>
      <p:ext uri="{BB962C8B-B14F-4D97-AF65-F5344CB8AC3E}">
        <p14:creationId xmlns:p14="http://schemas.microsoft.com/office/powerpoint/2010/main" val="2846287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Indent Paragraphs in Word 2019</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r>
              <a:rPr lang="en-GB" dirty="0"/>
              <a:t>Margin settings determine the blank space that appears on each side of a paragraph.</a:t>
            </a:r>
          </a:p>
          <a:p>
            <a:pPr algn="just"/>
            <a:endParaRPr lang="en-GB" dirty="0"/>
          </a:p>
          <a:p>
            <a:pPr algn="just"/>
            <a:endParaRPr lang="en-GB" dirty="0"/>
          </a:p>
          <a:p>
            <a:pPr algn="just"/>
            <a:r>
              <a:rPr lang="en-GB" dirty="0"/>
              <a:t>You can indent paragraphs in your document from the </a:t>
            </a:r>
            <a:r>
              <a:rPr lang="en-GB" b="1" dirty="0"/>
              <a:t>left margin</a:t>
            </a:r>
            <a:r>
              <a:rPr lang="en-GB" dirty="0"/>
              <a:t>, </a:t>
            </a:r>
            <a:r>
              <a:rPr lang="en-GB" b="1" dirty="0"/>
              <a:t>the right margin</a:t>
            </a:r>
            <a:r>
              <a:rPr lang="en-GB" dirty="0"/>
              <a:t>, or </a:t>
            </a:r>
            <a:r>
              <a:rPr lang="en-GB" b="1" dirty="0"/>
              <a:t>both the margins</a:t>
            </a:r>
            <a:r>
              <a:rPr lang="en-GB" dirty="0"/>
              <a:t>.</a:t>
            </a:r>
            <a:endParaRPr lang="en-GB" b="1" dirty="0"/>
          </a:p>
        </p:txBody>
      </p:sp>
    </p:spTree>
    <p:extLst>
      <p:ext uri="{BB962C8B-B14F-4D97-AF65-F5344CB8AC3E}">
        <p14:creationId xmlns:p14="http://schemas.microsoft.com/office/powerpoint/2010/main" val="3021121833"/>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Left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GB" sz="2800" dirty="0"/>
              <a:t>Left indentation means to move the left edge of the paragraph inward towards the centre of the paragraph.</a:t>
            </a:r>
          </a:p>
          <a:p>
            <a:pPr algn="just"/>
            <a:endParaRPr lang="en-GB" sz="2800" b="1" dirty="0"/>
          </a:p>
          <a:p>
            <a:pPr marL="0" indent="0" algn="ctr">
              <a:buNone/>
            </a:pPr>
            <a:r>
              <a:rPr lang="en-GB" b="1" dirty="0">
                <a:solidFill>
                  <a:srgbClr val="FF0000"/>
                </a:solidFill>
              </a:rPr>
              <a:t>Step 1 </a:t>
            </a:r>
          </a:p>
          <a:p>
            <a:pPr algn="just"/>
            <a:r>
              <a:rPr lang="en-GB" dirty="0"/>
              <a:t>Click anywhere on the paragraph you want to indent left.</a:t>
            </a:r>
          </a:p>
          <a:p>
            <a:pPr algn="just"/>
            <a:endParaRPr lang="en-GB" dirty="0"/>
          </a:p>
          <a:p>
            <a:pPr algn="just"/>
            <a:r>
              <a:rPr lang="en-GB" dirty="0"/>
              <a:t>Click the </a:t>
            </a:r>
            <a:r>
              <a:rPr lang="en-GB" b="1" dirty="0">
                <a:solidFill>
                  <a:srgbClr val="FF0000"/>
                </a:solidFill>
              </a:rPr>
              <a:t>Increase Indent button </a:t>
            </a:r>
            <a:r>
              <a:rPr lang="en-GB" dirty="0"/>
              <a:t>available on the Home tab or simply press the </a:t>
            </a:r>
            <a:r>
              <a:rPr lang="en-GB" b="1" dirty="0">
                <a:solidFill>
                  <a:srgbClr val="FF0000"/>
                </a:solidFill>
              </a:rPr>
              <a:t>Ctrl + M</a:t>
            </a:r>
            <a:r>
              <a:rPr lang="en-GB" dirty="0">
                <a:solidFill>
                  <a:srgbClr val="FF0000"/>
                </a:solidFill>
              </a:rPr>
              <a:t> </a:t>
            </a:r>
            <a:r>
              <a:rPr lang="en-GB" dirty="0"/>
              <a:t>keys.</a:t>
            </a:r>
            <a:endParaRPr lang="en-GB" sz="3200" dirty="0"/>
          </a:p>
        </p:txBody>
      </p:sp>
    </p:spTree>
    <p:extLst>
      <p:ext uri="{BB962C8B-B14F-4D97-AF65-F5344CB8AC3E}">
        <p14:creationId xmlns:p14="http://schemas.microsoft.com/office/powerpoint/2010/main" val="2885353543"/>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Left Indentation</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dirty="0"/>
          </a:p>
          <a:p>
            <a:pPr marL="0" indent="0" algn="ctr">
              <a:buNone/>
            </a:pPr>
            <a:endParaRPr lang="en-GB" sz="2800" dirty="0"/>
          </a:p>
          <a:p>
            <a:pPr marL="0" indent="0" algn="ctr">
              <a:buNone/>
            </a:pPr>
            <a:endParaRPr lang="en-GB" sz="2800" dirty="0"/>
          </a:p>
          <a:p>
            <a:pPr marL="0" indent="0" algn="ctr">
              <a:buNone/>
            </a:pPr>
            <a:endParaRPr lang="en-GB" sz="2800" dirty="0"/>
          </a:p>
          <a:p>
            <a:pPr marL="0" indent="0" algn="ctr">
              <a:buNone/>
            </a:pPr>
            <a:endParaRPr lang="en-GB" sz="2800" dirty="0"/>
          </a:p>
          <a:p>
            <a:pPr marL="0" indent="0" algn="ctr">
              <a:buNone/>
            </a:pPr>
            <a:endParaRPr lang="en-GB" sz="2800" dirty="0"/>
          </a:p>
          <a:p>
            <a:pPr marL="0" indent="0" algn="ctr">
              <a:buNone/>
            </a:pPr>
            <a:endParaRPr lang="en-GB" sz="2800" dirty="0"/>
          </a:p>
          <a:p>
            <a:pPr algn="just"/>
            <a:endParaRPr lang="en-GB" sz="2800" dirty="0"/>
          </a:p>
          <a:p>
            <a:pPr algn="just"/>
            <a:r>
              <a:rPr lang="en-GB" sz="2800" dirty="0"/>
              <a:t>You can remove left indentation by clicking the </a:t>
            </a:r>
            <a:r>
              <a:rPr lang="en-GB" sz="2800" b="1" dirty="0">
                <a:solidFill>
                  <a:srgbClr val="FF0000"/>
                </a:solidFill>
              </a:rPr>
              <a:t>Decrease Indent button</a:t>
            </a:r>
            <a:r>
              <a:rPr lang="en-GB" sz="2800" dirty="0"/>
              <a:t> available on Home tab or simply press </a:t>
            </a:r>
            <a:r>
              <a:rPr lang="en-GB" sz="2800" b="1" dirty="0">
                <a:solidFill>
                  <a:srgbClr val="FF0000"/>
                </a:solidFill>
              </a:rPr>
              <a:t>Ctrl + Shift+ M</a:t>
            </a:r>
            <a:r>
              <a:rPr lang="en-GB" sz="2800" dirty="0"/>
              <a:t> keys.</a:t>
            </a:r>
            <a:endParaRPr lang="en-GB" sz="3200" dirty="0"/>
          </a:p>
        </p:txBody>
      </p:sp>
      <p:pic>
        <p:nvPicPr>
          <p:cNvPr id="4" name="Picture 3">
            <a:extLst>
              <a:ext uri="{FF2B5EF4-FFF2-40B4-BE49-F238E27FC236}">
                <a16:creationId xmlns:a16="http://schemas.microsoft.com/office/drawing/2014/main" id="{E4E613BE-F059-4EF2-A468-B5CED9FFAA64}"/>
              </a:ext>
            </a:extLst>
          </p:cNvPr>
          <p:cNvPicPr>
            <a:picLocks noChangeAspect="1"/>
          </p:cNvPicPr>
          <p:nvPr/>
        </p:nvPicPr>
        <p:blipFill>
          <a:blip r:embed="rId3"/>
          <a:stretch>
            <a:fillRect/>
          </a:stretch>
        </p:blipFill>
        <p:spPr>
          <a:xfrm>
            <a:off x="0" y="537991"/>
            <a:ext cx="9144000" cy="4032448"/>
          </a:xfrm>
          <a:prstGeom prst="rect">
            <a:avLst/>
          </a:prstGeom>
        </p:spPr>
      </p:pic>
      <p:cxnSp>
        <p:nvCxnSpPr>
          <p:cNvPr id="6" name="Straight Arrow Connector 5">
            <a:extLst>
              <a:ext uri="{FF2B5EF4-FFF2-40B4-BE49-F238E27FC236}">
                <a16:creationId xmlns:a16="http://schemas.microsoft.com/office/drawing/2014/main" id="{C0F5004B-25E4-440C-B346-74789CD0BFE0}"/>
              </a:ext>
            </a:extLst>
          </p:cNvPr>
          <p:cNvCxnSpPr>
            <a:cxnSpLocks/>
          </p:cNvCxnSpPr>
          <p:nvPr/>
        </p:nvCxnSpPr>
        <p:spPr>
          <a:xfrm>
            <a:off x="22415" y="2132856"/>
            <a:ext cx="2101313"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956930"/>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indent using the Tab key</a:t>
            </a:r>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A quick way to indent is to use the Tab key. This will create a first-line indent of 1/2 inch.</a:t>
            </a:r>
          </a:p>
          <a:p>
            <a:pPr marL="0" indent="0" algn="ctr">
              <a:buNone/>
            </a:pPr>
            <a:r>
              <a:rPr lang="en-GB" b="1" dirty="0">
                <a:solidFill>
                  <a:srgbClr val="FF0000"/>
                </a:solidFill>
              </a:rPr>
              <a:t>Step 1 </a:t>
            </a:r>
          </a:p>
          <a:p>
            <a:pPr algn="just"/>
            <a:r>
              <a:rPr lang="en-US" sz="2800" dirty="0"/>
              <a:t>Place the insertion point at the very beginning of the paragraph you want to indent.</a:t>
            </a:r>
            <a:endParaRPr lang="en-GB" sz="2800" dirty="0"/>
          </a:p>
          <a:p>
            <a:pPr algn="just"/>
            <a:endParaRPr lang="en-GB" sz="2800" dirty="0"/>
          </a:p>
          <a:p>
            <a:pPr marL="0" indent="0" algn="just">
              <a:buNone/>
            </a:pPr>
            <a:endParaRPr lang="en-GB" sz="2800" dirty="0"/>
          </a:p>
        </p:txBody>
      </p:sp>
      <p:pic>
        <p:nvPicPr>
          <p:cNvPr id="4" name="Picture 3">
            <a:extLst>
              <a:ext uri="{FF2B5EF4-FFF2-40B4-BE49-F238E27FC236}">
                <a16:creationId xmlns:a16="http://schemas.microsoft.com/office/drawing/2014/main" id="{C8AC20A6-BD78-4C34-956A-237A3F19BF7A}"/>
              </a:ext>
            </a:extLst>
          </p:cNvPr>
          <p:cNvPicPr>
            <a:picLocks noChangeAspect="1"/>
          </p:cNvPicPr>
          <p:nvPr/>
        </p:nvPicPr>
        <p:blipFill>
          <a:blip r:embed="rId3"/>
          <a:stretch>
            <a:fillRect/>
          </a:stretch>
        </p:blipFill>
        <p:spPr>
          <a:xfrm>
            <a:off x="0" y="3068961"/>
            <a:ext cx="9144000" cy="3789040"/>
          </a:xfrm>
          <a:prstGeom prst="rect">
            <a:avLst/>
          </a:prstGeom>
        </p:spPr>
      </p:pic>
    </p:spTree>
    <p:extLst>
      <p:ext uri="{BB962C8B-B14F-4D97-AF65-F5344CB8AC3E}">
        <p14:creationId xmlns:p14="http://schemas.microsoft.com/office/powerpoint/2010/main" val="3972613190"/>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indent using the Tab key</a:t>
            </a:r>
          </a:p>
        </p:txBody>
      </p:sp>
      <p:sp>
        <p:nvSpPr>
          <p:cNvPr id="3" name="Content Placeholder 2"/>
          <p:cNvSpPr>
            <a:spLocks noGrp="1"/>
          </p:cNvSpPr>
          <p:nvPr>
            <p:ph idx="1"/>
          </p:nvPr>
        </p:nvSpPr>
        <p:spPr>
          <a:xfrm>
            <a:off x="-1" y="620688"/>
            <a:ext cx="9121585" cy="6237312"/>
          </a:xfrm>
        </p:spPr>
        <p:txBody>
          <a:bodyPr>
            <a:normAutofit/>
          </a:bodyPr>
          <a:lstStyle/>
          <a:p>
            <a:pPr marL="0" indent="0" algn="ctr">
              <a:buNone/>
            </a:pPr>
            <a:r>
              <a:rPr lang="en-GB" sz="2800" b="1" dirty="0">
                <a:solidFill>
                  <a:srgbClr val="FF0000"/>
                </a:solidFill>
              </a:rPr>
              <a:t>Step 2</a:t>
            </a:r>
            <a:endParaRPr lang="en-US" sz="2800" dirty="0"/>
          </a:p>
          <a:p>
            <a:pPr algn="just"/>
            <a:r>
              <a:rPr lang="en-US" sz="2800" dirty="0"/>
              <a:t>Press the </a:t>
            </a:r>
            <a:r>
              <a:rPr lang="en-US" sz="2800" b="1" dirty="0"/>
              <a:t>Tab key</a:t>
            </a:r>
            <a:r>
              <a:rPr lang="en-US" sz="2800" dirty="0"/>
              <a:t>. On the Ruler, you should see the first-line indent marker move to the right by </a:t>
            </a:r>
            <a:r>
              <a:rPr lang="en-US" sz="2800" b="1" dirty="0"/>
              <a:t>1/2 inch</a:t>
            </a:r>
            <a:r>
              <a:rPr lang="en-US" sz="2800" dirty="0"/>
              <a:t>.</a:t>
            </a:r>
          </a:p>
          <a:p>
            <a:pPr algn="just"/>
            <a:r>
              <a:rPr lang="en-US" dirty="0"/>
              <a:t>The first line of the paragraph will be indented.</a:t>
            </a:r>
          </a:p>
          <a:p>
            <a:pPr algn="just"/>
            <a:endParaRPr lang="en-GB" sz="3200" dirty="0"/>
          </a:p>
        </p:txBody>
      </p:sp>
      <p:pic>
        <p:nvPicPr>
          <p:cNvPr id="4" name="Picture 3">
            <a:extLst>
              <a:ext uri="{FF2B5EF4-FFF2-40B4-BE49-F238E27FC236}">
                <a16:creationId xmlns:a16="http://schemas.microsoft.com/office/drawing/2014/main" id="{450C84F4-D8D7-4134-8B5E-5BCCF05202CC}"/>
              </a:ext>
            </a:extLst>
          </p:cNvPr>
          <p:cNvPicPr>
            <a:picLocks noChangeAspect="1"/>
          </p:cNvPicPr>
          <p:nvPr/>
        </p:nvPicPr>
        <p:blipFill>
          <a:blip r:embed="rId3"/>
          <a:stretch>
            <a:fillRect/>
          </a:stretch>
        </p:blipFill>
        <p:spPr>
          <a:xfrm>
            <a:off x="0" y="2708919"/>
            <a:ext cx="9144000" cy="4149081"/>
          </a:xfrm>
          <a:prstGeom prst="rect">
            <a:avLst/>
          </a:prstGeom>
        </p:spPr>
      </p:pic>
    </p:spTree>
    <p:extLst>
      <p:ext uri="{BB962C8B-B14F-4D97-AF65-F5344CB8AC3E}">
        <p14:creationId xmlns:p14="http://schemas.microsoft.com/office/powerpoint/2010/main" val="132566292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Indent markers</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In some cases, you may want to have more control over indents. </a:t>
            </a:r>
          </a:p>
          <a:p>
            <a:pPr algn="just"/>
            <a:r>
              <a:rPr lang="en-US" sz="2800" dirty="0"/>
              <a:t>Word provides indent markers that allow you to indent paragraphs to the location you want.</a:t>
            </a:r>
            <a:endParaRPr lang="en-GB" sz="2800" dirty="0"/>
          </a:p>
          <a:p>
            <a:pPr algn="just"/>
            <a:endParaRPr lang="en-GB" sz="2800" dirty="0"/>
          </a:p>
          <a:p>
            <a:pPr algn="just"/>
            <a:endParaRPr lang="en-GB" sz="2800" dirty="0"/>
          </a:p>
        </p:txBody>
      </p:sp>
      <p:pic>
        <p:nvPicPr>
          <p:cNvPr id="5" name="Picture 4">
            <a:extLst>
              <a:ext uri="{FF2B5EF4-FFF2-40B4-BE49-F238E27FC236}">
                <a16:creationId xmlns:a16="http://schemas.microsoft.com/office/drawing/2014/main" id="{9484822D-D4F0-464C-8EA6-AF80AA4CF2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2924944"/>
            <a:ext cx="6408712" cy="3528392"/>
          </a:xfrm>
          <a:prstGeom prst="rect">
            <a:avLst/>
          </a:prstGeom>
        </p:spPr>
      </p:pic>
    </p:spTree>
    <p:extLst>
      <p:ext uri="{BB962C8B-B14F-4D97-AF65-F5344CB8AC3E}">
        <p14:creationId xmlns:p14="http://schemas.microsoft.com/office/powerpoint/2010/main" val="2662963558"/>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Indent markers</a:t>
            </a:r>
            <a:endParaRPr lang="en-US" dirty="0"/>
          </a:p>
        </p:txBody>
      </p:sp>
      <p:sp>
        <p:nvSpPr>
          <p:cNvPr id="3" name="Content Placeholder 2"/>
          <p:cNvSpPr>
            <a:spLocks noGrp="1"/>
          </p:cNvSpPr>
          <p:nvPr>
            <p:ph idx="1"/>
          </p:nvPr>
        </p:nvSpPr>
        <p:spPr>
          <a:xfrm>
            <a:off x="0" y="620688"/>
            <a:ext cx="9144000" cy="6237312"/>
          </a:xfrm>
        </p:spPr>
        <p:txBody>
          <a:bodyPr>
            <a:normAutofit/>
          </a:bodyPr>
          <a:lstStyle/>
          <a:p>
            <a:pPr algn="just"/>
            <a:r>
              <a:rPr lang="en-US" sz="2800" dirty="0"/>
              <a:t>The indent markers are located to the left of the horizontal ruler, and they provide several indenting options:</a:t>
            </a:r>
          </a:p>
          <a:p>
            <a:pPr algn="just"/>
            <a:endParaRPr lang="en-US" sz="2800" dirty="0"/>
          </a:p>
          <a:p>
            <a:pPr algn="just"/>
            <a:r>
              <a:rPr lang="en-US" sz="2800" b="1" dirty="0"/>
              <a:t>First-line indent marker: </a:t>
            </a:r>
            <a:r>
              <a:rPr lang="en-US" sz="2800" dirty="0"/>
              <a:t>adjusts the first-line indent</a:t>
            </a:r>
          </a:p>
          <a:p>
            <a:pPr algn="just"/>
            <a:endParaRPr lang="en-US" sz="2800" dirty="0"/>
          </a:p>
          <a:p>
            <a:pPr algn="just"/>
            <a:r>
              <a:rPr lang="en-US" sz="2800" b="1" dirty="0"/>
              <a:t>Hanging indent marker: </a:t>
            </a:r>
            <a:r>
              <a:rPr lang="en-US" sz="2800" dirty="0"/>
              <a:t>adjusts the hanging indent</a:t>
            </a:r>
          </a:p>
          <a:p>
            <a:pPr algn="just"/>
            <a:endParaRPr lang="en-US" sz="2800" dirty="0"/>
          </a:p>
          <a:p>
            <a:pPr algn="just"/>
            <a:r>
              <a:rPr lang="en-US" sz="2800" b="1" dirty="0"/>
              <a:t>Left indent marker: </a:t>
            </a:r>
            <a:r>
              <a:rPr lang="en-US" sz="2800" dirty="0"/>
              <a:t>moves both the first-line indent and hanging indent markers at the same time (indenting all lines in a paragraph)</a:t>
            </a:r>
            <a:endParaRPr lang="en-GB" sz="2800" dirty="0"/>
          </a:p>
        </p:txBody>
      </p:sp>
    </p:spTree>
    <p:extLst>
      <p:ext uri="{BB962C8B-B14F-4D97-AF65-F5344CB8AC3E}">
        <p14:creationId xmlns:p14="http://schemas.microsoft.com/office/powerpoint/2010/main" val="3113200687"/>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indent using the indent markers</a:t>
            </a:r>
          </a:p>
        </p:txBody>
      </p:sp>
      <p:sp>
        <p:nvSpPr>
          <p:cNvPr id="3" name="Content Placeholder 2"/>
          <p:cNvSpPr>
            <a:spLocks noGrp="1"/>
          </p:cNvSpPr>
          <p:nvPr>
            <p:ph idx="1"/>
          </p:nvPr>
        </p:nvSpPr>
        <p:spPr>
          <a:xfrm>
            <a:off x="0" y="620688"/>
            <a:ext cx="9144000" cy="6237312"/>
          </a:xfrm>
        </p:spPr>
        <p:txBody>
          <a:bodyPr>
            <a:normAutofit/>
          </a:bodyPr>
          <a:lstStyle/>
          <a:p>
            <a:pPr marL="0" indent="0" algn="ctr">
              <a:buNone/>
            </a:pPr>
            <a:r>
              <a:rPr lang="en-GB" sz="2800" b="1" dirty="0">
                <a:solidFill>
                  <a:srgbClr val="FF0000"/>
                </a:solidFill>
              </a:rPr>
              <a:t>Step 1</a:t>
            </a:r>
            <a:endParaRPr lang="en-US" sz="2800" dirty="0"/>
          </a:p>
          <a:p>
            <a:pPr algn="just"/>
            <a:r>
              <a:rPr lang="en-US" sz="2800" dirty="0"/>
              <a:t>Place the insertion point anywhere in the paragraph you want to indent, or select one or more paragraphs.</a:t>
            </a:r>
          </a:p>
          <a:p>
            <a:pPr algn="just"/>
            <a:endParaRPr lang="en-US" sz="2800" dirty="0"/>
          </a:p>
          <a:p>
            <a:pPr algn="just"/>
            <a:endParaRPr lang="en-GB" sz="2800" dirty="0"/>
          </a:p>
        </p:txBody>
      </p:sp>
      <p:pic>
        <p:nvPicPr>
          <p:cNvPr id="4" name="Picture 3">
            <a:extLst>
              <a:ext uri="{FF2B5EF4-FFF2-40B4-BE49-F238E27FC236}">
                <a16:creationId xmlns:a16="http://schemas.microsoft.com/office/drawing/2014/main" id="{266E8A8B-3CF9-48DE-AC12-21A9A231909E}"/>
              </a:ext>
            </a:extLst>
          </p:cNvPr>
          <p:cNvPicPr>
            <a:picLocks noChangeAspect="1"/>
          </p:cNvPicPr>
          <p:nvPr/>
        </p:nvPicPr>
        <p:blipFill>
          <a:blip r:embed="rId3"/>
          <a:stretch>
            <a:fillRect/>
          </a:stretch>
        </p:blipFill>
        <p:spPr>
          <a:xfrm>
            <a:off x="0" y="2132855"/>
            <a:ext cx="9144000" cy="4725145"/>
          </a:xfrm>
          <a:prstGeom prst="rect">
            <a:avLst/>
          </a:prstGeom>
        </p:spPr>
      </p:pic>
    </p:spTree>
    <p:extLst>
      <p:ext uri="{BB962C8B-B14F-4D97-AF65-F5344CB8AC3E}">
        <p14:creationId xmlns:p14="http://schemas.microsoft.com/office/powerpoint/2010/main" val="515789980"/>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indent using the indent markers</a:t>
            </a:r>
          </a:p>
        </p:txBody>
      </p:sp>
      <p:sp>
        <p:nvSpPr>
          <p:cNvPr id="3" name="Content Placeholder 2"/>
          <p:cNvSpPr>
            <a:spLocks noGrp="1"/>
          </p:cNvSpPr>
          <p:nvPr>
            <p:ph idx="1"/>
          </p:nvPr>
        </p:nvSpPr>
        <p:spPr>
          <a:xfrm>
            <a:off x="0" y="620688"/>
            <a:ext cx="9144000" cy="6237312"/>
          </a:xfrm>
        </p:spPr>
        <p:txBody>
          <a:bodyPr>
            <a:normAutofit/>
          </a:bodyPr>
          <a:lstStyle/>
          <a:p>
            <a:pPr marL="0" indent="0" algn="ctr">
              <a:buNone/>
            </a:pPr>
            <a:r>
              <a:rPr lang="en-GB" sz="2800" b="1" dirty="0">
                <a:solidFill>
                  <a:srgbClr val="FF0000"/>
                </a:solidFill>
              </a:rPr>
              <a:t>Step 2</a:t>
            </a:r>
            <a:r>
              <a:rPr lang="en-GB" sz="1800" b="1" dirty="0"/>
              <a:t> </a:t>
            </a:r>
            <a:endParaRPr lang="en-US" sz="2800" dirty="0"/>
          </a:p>
          <a:p>
            <a:pPr algn="just"/>
            <a:r>
              <a:rPr lang="en-US" sz="2800" dirty="0"/>
              <a:t>Click and drag the desired indent marker. In our example, we'll click and drag the left indent marker.</a:t>
            </a:r>
          </a:p>
          <a:p>
            <a:pPr algn="just"/>
            <a:r>
              <a:rPr lang="en-US" sz="2800" dirty="0"/>
              <a:t>Release the mouse. The paragraphs will be indented.</a:t>
            </a:r>
          </a:p>
          <a:p>
            <a:pPr algn="just"/>
            <a:endParaRPr lang="en-US" sz="2800" dirty="0"/>
          </a:p>
          <a:p>
            <a:pPr algn="just"/>
            <a:endParaRPr lang="en-US" sz="2800" dirty="0"/>
          </a:p>
          <a:p>
            <a:pPr algn="just"/>
            <a:endParaRPr lang="en-US" sz="2800" dirty="0"/>
          </a:p>
          <a:p>
            <a:pPr algn="just"/>
            <a:endParaRPr lang="en-GB" sz="2800" dirty="0"/>
          </a:p>
        </p:txBody>
      </p:sp>
      <p:pic>
        <p:nvPicPr>
          <p:cNvPr id="5" name="Picture 4">
            <a:extLst>
              <a:ext uri="{FF2B5EF4-FFF2-40B4-BE49-F238E27FC236}">
                <a16:creationId xmlns:a16="http://schemas.microsoft.com/office/drawing/2014/main" id="{172D9F11-BC12-4AA7-9346-FBA40CA3C752}"/>
              </a:ext>
            </a:extLst>
          </p:cNvPr>
          <p:cNvPicPr>
            <a:picLocks noChangeAspect="1"/>
          </p:cNvPicPr>
          <p:nvPr/>
        </p:nvPicPr>
        <p:blipFill>
          <a:blip r:embed="rId3"/>
          <a:stretch>
            <a:fillRect/>
          </a:stretch>
        </p:blipFill>
        <p:spPr>
          <a:xfrm>
            <a:off x="0" y="2636912"/>
            <a:ext cx="9144000" cy="4221088"/>
          </a:xfrm>
          <a:prstGeom prst="rect">
            <a:avLst/>
          </a:prstGeom>
        </p:spPr>
      </p:pic>
    </p:spTree>
    <p:extLst>
      <p:ext uri="{BB962C8B-B14F-4D97-AF65-F5344CB8AC3E}">
        <p14:creationId xmlns:p14="http://schemas.microsoft.com/office/powerpoint/2010/main" val="944634041"/>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Tabs</a:t>
            </a:r>
            <a:endParaRPr lang="en-US" dirty="0"/>
          </a:p>
        </p:txBody>
      </p:sp>
      <p:sp>
        <p:nvSpPr>
          <p:cNvPr id="3" name="Content Placeholder 2"/>
          <p:cNvSpPr>
            <a:spLocks noGrp="1"/>
          </p:cNvSpPr>
          <p:nvPr>
            <p:ph idx="1"/>
          </p:nvPr>
        </p:nvSpPr>
        <p:spPr>
          <a:xfrm>
            <a:off x="-1" y="620688"/>
            <a:ext cx="9121585" cy="6237312"/>
          </a:xfrm>
        </p:spPr>
        <p:txBody>
          <a:bodyPr>
            <a:normAutofit/>
          </a:bodyPr>
          <a:lstStyle/>
          <a:p>
            <a:pPr algn="just"/>
            <a:r>
              <a:rPr lang="en-US" dirty="0"/>
              <a:t>Using tabs gives you more control over the placement of text. </a:t>
            </a:r>
          </a:p>
          <a:p>
            <a:pPr algn="just"/>
            <a:endParaRPr lang="en-US" dirty="0"/>
          </a:p>
          <a:p>
            <a:pPr algn="just"/>
            <a:r>
              <a:rPr lang="en-US" dirty="0"/>
              <a:t>By default, every time you press the Tab key, the insertion point will move 1/2 inch to the right. </a:t>
            </a:r>
          </a:p>
          <a:p>
            <a:pPr algn="just"/>
            <a:endParaRPr lang="en-US" dirty="0"/>
          </a:p>
          <a:p>
            <a:pPr algn="just"/>
            <a:r>
              <a:rPr lang="en-US" dirty="0"/>
              <a:t>Adding tab stops to the Ruler allows you to change the size of the tabs, and Word even allows you to apply more than one tab stop to a single line.</a:t>
            </a:r>
          </a:p>
          <a:p>
            <a:pPr algn="just"/>
            <a:endParaRPr lang="en-US" dirty="0"/>
          </a:p>
          <a:p>
            <a:pPr algn="just"/>
            <a:endParaRPr lang="en-GB" dirty="0"/>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ctr">
              <a:buNone/>
            </a:pPr>
            <a:endParaRPr lang="en-GB" b="1" dirty="0">
              <a:solidFill>
                <a:srgbClr val="FF0000"/>
              </a:solidFill>
            </a:endParaRPr>
          </a:p>
          <a:p>
            <a:pPr marL="0" indent="0" algn="ctr">
              <a:buNone/>
            </a:pPr>
            <a:endParaRPr lang="en-GB" b="1" dirty="0">
              <a:solidFill>
                <a:srgbClr val="FF0000"/>
              </a:solidFill>
            </a:endParaRPr>
          </a:p>
        </p:txBody>
      </p:sp>
    </p:spTree>
    <p:extLst>
      <p:ext uri="{BB962C8B-B14F-4D97-AF65-F5344CB8AC3E}">
        <p14:creationId xmlns:p14="http://schemas.microsoft.com/office/powerpoint/2010/main" val="1558584844"/>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Tabs</a:t>
            </a:r>
            <a:endParaRPr lang="en-US" dirty="0"/>
          </a:p>
        </p:txBody>
      </p:sp>
      <p:sp>
        <p:nvSpPr>
          <p:cNvPr id="3" name="Content Placeholder 2"/>
          <p:cNvSpPr>
            <a:spLocks noGrp="1"/>
          </p:cNvSpPr>
          <p:nvPr>
            <p:ph idx="1"/>
          </p:nvPr>
        </p:nvSpPr>
        <p:spPr>
          <a:xfrm>
            <a:off x="-1" y="620688"/>
            <a:ext cx="9121585" cy="6237312"/>
          </a:xfrm>
        </p:spPr>
        <p:txBody>
          <a:bodyPr>
            <a:normAutofit/>
          </a:bodyPr>
          <a:lstStyle/>
          <a:p>
            <a:pPr algn="just"/>
            <a:r>
              <a:rPr lang="en-US" dirty="0"/>
              <a:t>For example, on a resume you could </a:t>
            </a:r>
            <a:r>
              <a:rPr lang="en-US" b="1" dirty="0"/>
              <a:t>left-align</a:t>
            </a:r>
            <a:r>
              <a:rPr lang="en-US" dirty="0"/>
              <a:t> the beginning of a line and </a:t>
            </a:r>
            <a:r>
              <a:rPr lang="en-US" b="1" dirty="0"/>
              <a:t>right-align</a:t>
            </a:r>
            <a:r>
              <a:rPr lang="en-US" dirty="0"/>
              <a:t> the end of the line by adding a </a:t>
            </a:r>
            <a:r>
              <a:rPr lang="en-US" b="1" dirty="0"/>
              <a:t>Right Tab</a:t>
            </a:r>
            <a:r>
              <a:rPr lang="en-US" dirty="0"/>
              <a:t>, as shown in the image below.</a:t>
            </a:r>
          </a:p>
          <a:p>
            <a:pPr algn="just"/>
            <a:endParaRPr lang="en-GB" dirty="0"/>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ctr">
              <a:buNone/>
            </a:pPr>
            <a:endParaRPr lang="en-GB" b="1" dirty="0">
              <a:solidFill>
                <a:srgbClr val="FF0000"/>
              </a:solidFill>
            </a:endParaRPr>
          </a:p>
          <a:p>
            <a:pPr marL="0" indent="0" algn="ctr">
              <a:buNone/>
            </a:pPr>
            <a:endParaRPr lang="en-GB" b="1" dirty="0">
              <a:solidFill>
                <a:srgbClr val="FF0000"/>
              </a:solidFill>
            </a:endParaRPr>
          </a:p>
        </p:txBody>
      </p:sp>
      <p:pic>
        <p:nvPicPr>
          <p:cNvPr id="5" name="Picture 4">
            <a:extLst>
              <a:ext uri="{FF2B5EF4-FFF2-40B4-BE49-F238E27FC236}">
                <a16:creationId xmlns:a16="http://schemas.microsoft.com/office/drawing/2014/main" id="{197F6CA9-8A27-4C77-A508-5071400C5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55" y="2708920"/>
            <a:ext cx="9144000" cy="4149080"/>
          </a:xfrm>
          <a:prstGeom prst="rect">
            <a:avLst/>
          </a:prstGeom>
        </p:spPr>
      </p:pic>
    </p:spTree>
    <p:extLst>
      <p:ext uri="{BB962C8B-B14F-4D97-AF65-F5344CB8AC3E}">
        <p14:creationId xmlns:p14="http://schemas.microsoft.com/office/powerpoint/2010/main" val="2819954855"/>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Show or hide tab marks in Word</a:t>
            </a:r>
          </a:p>
        </p:txBody>
      </p:sp>
      <p:sp>
        <p:nvSpPr>
          <p:cNvPr id="3" name="Content Placeholder 2"/>
          <p:cNvSpPr>
            <a:spLocks noGrp="1"/>
          </p:cNvSpPr>
          <p:nvPr>
            <p:ph idx="1"/>
          </p:nvPr>
        </p:nvSpPr>
        <p:spPr>
          <a:xfrm>
            <a:off x="-1" y="620688"/>
            <a:ext cx="9121585" cy="6237312"/>
          </a:xfrm>
        </p:spPr>
        <p:txBody>
          <a:bodyPr>
            <a:normAutofit/>
          </a:bodyPr>
          <a:lstStyle/>
          <a:p>
            <a:pPr algn="just"/>
            <a:r>
              <a:rPr lang="en-US" dirty="0"/>
              <a:t>The Show/Hide button in Word turns hidden characters like </a:t>
            </a:r>
            <a:r>
              <a:rPr lang="en-US" b="1" dirty="0"/>
              <a:t>spaces</a:t>
            </a:r>
            <a:r>
              <a:rPr lang="en-US" dirty="0"/>
              <a:t>, </a:t>
            </a:r>
            <a:r>
              <a:rPr lang="en-US" b="1" dirty="0"/>
              <a:t>paragraph markers</a:t>
            </a:r>
            <a:r>
              <a:rPr lang="en-US" dirty="0"/>
              <a:t>, or </a:t>
            </a:r>
            <a:r>
              <a:rPr lang="en-US" b="1" dirty="0"/>
              <a:t>tab mark</a:t>
            </a:r>
            <a:r>
              <a:rPr lang="en-US" dirty="0"/>
              <a:t>s on and off.</a:t>
            </a:r>
            <a:endParaRPr lang="en-GB" dirty="0"/>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ctr">
              <a:buNone/>
            </a:pPr>
            <a:endParaRPr lang="en-GB" b="1" dirty="0">
              <a:solidFill>
                <a:srgbClr val="FF0000"/>
              </a:solidFill>
            </a:endParaRPr>
          </a:p>
          <a:p>
            <a:pPr marL="0" indent="0" algn="ctr">
              <a:buNone/>
            </a:pPr>
            <a:endParaRPr lang="en-GB" b="1" dirty="0">
              <a:solidFill>
                <a:srgbClr val="FF0000"/>
              </a:solidFill>
            </a:endParaRPr>
          </a:p>
        </p:txBody>
      </p:sp>
      <p:pic>
        <p:nvPicPr>
          <p:cNvPr id="10" name="Picture 9">
            <a:extLst>
              <a:ext uri="{FF2B5EF4-FFF2-40B4-BE49-F238E27FC236}">
                <a16:creationId xmlns:a16="http://schemas.microsoft.com/office/drawing/2014/main" id="{D5F24B08-141F-480F-B726-F8F73C586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2843130"/>
            <a:ext cx="8856984" cy="3178158"/>
          </a:xfrm>
          <a:prstGeom prst="rect">
            <a:avLst/>
          </a:prstGeom>
        </p:spPr>
      </p:pic>
    </p:spTree>
    <p:extLst>
      <p:ext uri="{BB962C8B-B14F-4D97-AF65-F5344CB8AC3E}">
        <p14:creationId xmlns:p14="http://schemas.microsoft.com/office/powerpoint/2010/main" val="829613369"/>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Show or hide tab marks in Word</a:t>
            </a:r>
          </a:p>
        </p:txBody>
      </p:sp>
      <p:sp>
        <p:nvSpPr>
          <p:cNvPr id="3" name="Content Placeholder 2"/>
          <p:cNvSpPr>
            <a:spLocks noGrp="1"/>
          </p:cNvSpPr>
          <p:nvPr>
            <p:ph idx="1"/>
          </p:nvPr>
        </p:nvSpPr>
        <p:spPr>
          <a:xfrm>
            <a:off x="-1" y="620688"/>
            <a:ext cx="9121585" cy="6237312"/>
          </a:xfrm>
        </p:spPr>
        <p:txBody>
          <a:bodyPr>
            <a:normAutofit/>
          </a:bodyPr>
          <a:lstStyle/>
          <a:p>
            <a:pPr marL="0" indent="0" algn="just">
              <a:buNone/>
            </a:pPr>
            <a:endParaRPr lang="en-GB" b="1" dirty="0">
              <a:solidFill>
                <a:srgbClr val="FF0000"/>
              </a:solidFill>
            </a:endParaRPr>
          </a:p>
          <a:p>
            <a:pPr marL="0" indent="0" algn="just">
              <a:buNone/>
            </a:pPr>
            <a:endParaRPr lang="en-GB" b="1" dirty="0">
              <a:solidFill>
                <a:srgbClr val="FF0000"/>
              </a:solidFill>
            </a:endParaRPr>
          </a:p>
          <a:p>
            <a:pPr marL="0" indent="0" algn="ctr">
              <a:buNone/>
            </a:pPr>
            <a:endParaRPr lang="en-GB" b="1" dirty="0">
              <a:solidFill>
                <a:srgbClr val="FF0000"/>
              </a:solidFill>
            </a:endParaRPr>
          </a:p>
          <a:p>
            <a:pPr marL="0" indent="0" algn="ctr">
              <a:buNone/>
            </a:pPr>
            <a:endParaRPr lang="en-GB" b="1" dirty="0">
              <a:solidFill>
                <a:srgbClr val="FF0000"/>
              </a:solidFill>
            </a:endParaRPr>
          </a:p>
        </p:txBody>
      </p:sp>
      <p:pic>
        <p:nvPicPr>
          <p:cNvPr id="6" name="Picture 5">
            <a:extLst>
              <a:ext uri="{FF2B5EF4-FFF2-40B4-BE49-F238E27FC236}">
                <a16:creationId xmlns:a16="http://schemas.microsoft.com/office/drawing/2014/main" id="{C8997D97-8CE0-4454-8E3F-45372C1EC221}"/>
              </a:ext>
            </a:extLst>
          </p:cNvPr>
          <p:cNvPicPr>
            <a:picLocks noChangeAspect="1"/>
          </p:cNvPicPr>
          <p:nvPr/>
        </p:nvPicPr>
        <p:blipFill>
          <a:blip r:embed="rId3"/>
          <a:stretch>
            <a:fillRect/>
          </a:stretch>
        </p:blipFill>
        <p:spPr>
          <a:xfrm>
            <a:off x="0" y="858504"/>
            <a:ext cx="9144000" cy="5999495"/>
          </a:xfrm>
          <a:prstGeom prst="rect">
            <a:avLst/>
          </a:prstGeom>
        </p:spPr>
      </p:pic>
    </p:spTree>
    <p:extLst>
      <p:ext uri="{BB962C8B-B14F-4D97-AF65-F5344CB8AC3E}">
        <p14:creationId xmlns:p14="http://schemas.microsoft.com/office/powerpoint/2010/main" val="2271378601"/>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Bullets in Word 2019</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r>
              <a:rPr lang="en-GB" sz="2800" dirty="0"/>
              <a:t>Microsoft word provides bullets and numbers to put a list of items in a nice order.</a:t>
            </a:r>
          </a:p>
          <a:p>
            <a:pPr algn="just"/>
            <a:endParaRPr lang="en-GB" sz="2800" dirty="0"/>
          </a:p>
          <a:p>
            <a:pPr algn="just"/>
            <a:r>
              <a:rPr lang="en-GB" sz="2800" dirty="0"/>
              <a:t>Type these types of fruits in word:</a:t>
            </a:r>
          </a:p>
          <a:p>
            <a:pPr marL="0" indent="0" algn="just">
              <a:buNone/>
            </a:pPr>
            <a:endParaRPr lang="en-GB" sz="2800" dirty="0"/>
          </a:p>
          <a:p>
            <a:pPr marL="457200" lvl="1" indent="0" algn="just">
              <a:buNone/>
            </a:pPr>
            <a:r>
              <a:rPr lang="en-GB" sz="2400" dirty="0"/>
              <a:t>	</a:t>
            </a:r>
            <a:r>
              <a:rPr lang="en-GB" sz="2400" b="1" dirty="0"/>
              <a:t>Mango</a:t>
            </a:r>
          </a:p>
          <a:p>
            <a:pPr marL="457200" lvl="1" indent="0" algn="just">
              <a:buNone/>
            </a:pPr>
            <a:r>
              <a:rPr lang="en-GB" sz="2400" b="1" dirty="0"/>
              <a:t>	Orange</a:t>
            </a:r>
          </a:p>
          <a:p>
            <a:pPr marL="457200" lvl="1" indent="0" algn="just">
              <a:buNone/>
            </a:pPr>
            <a:r>
              <a:rPr lang="en-GB" sz="2400" b="1" dirty="0"/>
              <a:t>	Banana</a:t>
            </a:r>
          </a:p>
          <a:p>
            <a:pPr marL="457200" lvl="1" indent="0" algn="just">
              <a:buNone/>
            </a:pPr>
            <a:r>
              <a:rPr lang="en-GB" sz="2400" b="1" dirty="0"/>
              <a:t>	Apple</a:t>
            </a:r>
          </a:p>
          <a:p>
            <a:pPr marL="457200" lvl="1" indent="0" algn="just">
              <a:buNone/>
            </a:pPr>
            <a:r>
              <a:rPr lang="en-GB" sz="2400" b="1" dirty="0"/>
              <a:t>	</a:t>
            </a:r>
            <a:endParaRPr lang="en-GB" sz="2800" b="1" dirty="0"/>
          </a:p>
        </p:txBody>
      </p:sp>
    </p:spTree>
    <p:extLst>
      <p:ext uri="{BB962C8B-B14F-4D97-AF65-F5344CB8AC3E}">
        <p14:creationId xmlns:p14="http://schemas.microsoft.com/office/powerpoint/2010/main" val="279794438"/>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p>
          <a:p>
            <a:pPr algn="just"/>
            <a:r>
              <a:rPr lang="en-GB" sz="2800" dirty="0"/>
              <a:t>Select a list of text to which you want to assign bullets or numbers. You can use any of the text selection method to select the portion of text.</a:t>
            </a:r>
          </a:p>
          <a:p>
            <a:pPr marL="0" indent="0" algn="ctr">
              <a:buNone/>
            </a:pPr>
            <a:r>
              <a:rPr lang="en-GB" sz="2800" b="1" dirty="0">
                <a:solidFill>
                  <a:srgbClr val="FF0000"/>
                </a:solidFill>
              </a:rPr>
              <a:t>Step 2 </a:t>
            </a:r>
          </a:p>
          <a:p>
            <a:r>
              <a:rPr lang="en-GB" sz="2800" dirty="0"/>
              <a:t>Click the </a:t>
            </a:r>
            <a:r>
              <a:rPr lang="en-GB" sz="2800" b="1" dirty="0"/>
              <a:t>Bullet Button triangle </a:t>
            </a:r>
            <a:r>
              <a:rPr lang="en-GB" sz="2800" dirty="0"/>
              <a:t>to display a list of bullets you want to assign to the list. You can select any of the bullet style available by simply clicking over it.</a:t>
            </a:r>
          </a:p>
        </p:txBody>
      </p:sp>
    </p:spTree>
    <p:extLst>
      <p:ext uri="{BB962C8B-B14F-4D97-AF65-F5344CB8AC3E}">
        <p14:creationId xmlns:p14="http://schemas.microsoft.com/office/powerpoint/2010/main" val="1864054239"/>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000" b="1" dirty="0">
              <a:solidFill>
                <a:srgbClr val="FF0000"/>
              </a:solidFill>
            </a:endParaRPr>
          </a:p>
        </p:txBody>
      </p:sp>
      <p:pic>
        <p:nvPicPr>
          <p:cNvPr id="4" name="Picture 3">
            <a:extLst>
              <a:ext uri="{FF2B5EF4-FFF2-40B4-BE49-F238E27FC236}">
                <a16:creationId xmlns:a16="http://schemas.microsoft.com/office/drawing/2014/main" id="{CC1B0ACF-800F-4057-A65A-41DFC7945BDC}"/>
              </a:ext>
            </a:extLst>
          </p:cNvPr>
          <p:cNvPicPr>
            <a:picLocks noChangeAspect="1"/>
          </p:cNvPicPr>
          <p:nvPr/>
        </p:nvPicPr>
        <p:blipFill>
          <a:blip r:embed="rId3"/>
          <a:stretch>
            <a:fillRect/>
          </a:stretch>
        </p:blipFill>
        <p:spPr>
          <a:xfrm>
            <a:off x="0" y="858504"/>
            <a:ext cx="9144000" cy="5999495"/>
          </a:xfrm>
          <a:prstGeom prst="rect">
            <a:avLst/>
          </a:prstGeom>
        </p:spPr>
      </p:pic>
    </p:spTree>
    <p:extLst>
      <p:ext uri="{BB962C8B-B14F-4D97-AF65-F5344CB8AC3E}">
        <p14:creationId xmlns:p14="http://schemas.microsoft.com/office/powerpoint/2010/main" val="1987460015"/>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from Existing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r>
              <a:rPr lang="en-GB" sz="2000" b="1" dirty="0">
                <a:solidFill>
                  <a:srgbClr val="FF0000"/>
                </a:solidFill>
              </a:rPr>
              <a:t>Step 3 </a:t>
            </a:r>
          </a:p>
          <a:p>
            <a:r>
              <a:rPr lang="en-GB" sz="2000" dirty="0"/>
              <a:t>If you are willing to create a list with numbers, then click the </a:t>
            </a:r>
            <a:r>
              <a:rPr lang="en-GB" sz="2000" b="1" dirty="0"/>
              <a:t>Numbering Button triangle</a:t>
            </a:r>
            <a:r>
              <a:rPr lang="en-GB" sz="2000" dirty="0"/>
              <a:t> instead of the bullet button to display a list of numbers you want to assign to the list.</a:t>
            </a:r>
          </a:p>
        </p:txBody>
      </p:sp>
      <p:pic>
        <p:nvPicPr>
          <p:cNvPr id="4" name="Picture 3">
            <a:extLst>
              <a:ext uri="{FF2B5EF4-FFF2-40B4-BE49-F238E27FC236}">
                <a16:creationId xmlns:a16="http://schemas.microsoft.com/office/drawing/2014/main" id="{6E242067-0431-465D-BEFC-64F20E1CC1C2}"/>
              </a:ext>
            </a:extLst>
          </p:cNvPr>
          <p:cNvPicPr>
            <a:picLocks noChangeAspect="1"/>
          </p:cNvPicPr>
          <p:nvPr/>
        </p:nvPicPr>
        <p:blipFill>
          <a:blip r:embed="rId3"/>
          <a:stretch>
            <a:fillRect/>
          </a:stretch>
        </p:blipFill>
        <p:spPr>
          <a:xfrm>
            <a:off x="0" y="620688"/>
            <a:ext cx="9144000" cy="4464496"/>
          </a:xfrm>
          <a:prstGeom prst="rect">
            <a:avLst/>
          </a:prstGeom>
        </p:spPr>
      </p:pic>
    </p:spTree>
    <p:extLst>
      <p:ext uri="{BB962C8B-B14F-4D97-AF65-F5344CB8AC3E}">
        <p14:creationId xmlns:p14="http://schemas.microsoft.com/office/powerpoint/2010/main" val="3441833688"/>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as You Type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p>
          <a:p>
            <a:pPr algn="just"/>
            <a:r>
              <a:rPr lang="en-GB" sz="2800" dirty="0"/>
              <a:t>Type *, and then either press the SPACEBAR or press the TAB key, and then type the rest of what you want in the first item of the bulleted list..</a:t>
            </a:r>
          </a:p>
          <a:p>
            <a:pPr marL="0" indent="0" algn="ctr">
              <a:buNone/>
            </a:pPr>
            <a:r>
              <a:rPr lang="en-GB" sz="2800" b="1" dirty="0">
                <a:solidFill>
                  <a:srgbClr val="FF0000"/>
                </a:solidFill>
              </a:rPr>
              <a:t>Step 2 </a:t>
            </a:r>
          </a:p>
          <a:p>
            <a:r>
              <a:rPr lang="en-GB" sz="2800" dirty="0"/>
              <a:t>When you are done with typing, press Enter to add the item in the list automatically and go to add next item in the list.</a:t>
            </a:r>
          </a:p>
          <a:p>
            <a:pPr marL="0" indent="0" algn="ctr">
              <a:buNone/>
            </a:pPr>
            <a:r>
              <a:rPr lang="en-GB" sz="2800" dirty="0">
                <a:solidFill>
                  <a:srgbClr val="FF0000"/>
                </a:solidFill>
              </a:rPr>
              <a:t>Step 3</a:t>
            </a:r>
          </a:p>
          <a:p>
            <a:r>
              <a:rPr lang="en-GB" sz="2800" dirty="0">
                <a:solidFill>
                  <a:srgbClr val="FF0000"/>
                </a:solidFill>
              </a:rPr>
              <a:t> </a:t>
            </a:r>
            <a:r>
              <a:rPr lang="en-GB" sz="2800" dirty="0"/>
              <a:t>Repeat Step 2 for each list item.</a:t>
            </a:r>
          </a:p>
          <a:p>
            <a:endParaRPr lang="en-GB" sz="2800" dirty="0"/>
          </a:p>
        </p:txBody>
      </p:sp>
    </p:spTree>
    <p:extLst>
      <p:ext uri="{BB962C8B-B14F-4D97-AF65-F5344CB8AC3E}">
        <p14:creationId xmlns:p14="http://schemas.microsoft.com/office/powerpoint/2010/main" val="197639092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Create a List as You Type</a:t>
            </a:r>
            <a:endParaRPr lang="en-US" dirty="0"/>
          </a:p>
        </p:txBody>
      </p:sp>
      <p:pic>
        <p:nvPicPr>
          <p:cNvPr id="5" name="Content Placeholder 4">
            <a:extLst>
              <a:ext uri="{FF2B5EF4-FFF2-40B4-BE49-F238E27FC236}">
                <a16:creationId xmlns:a16="http://schemas.microsoft.com/office/drawing/2014/main" id="{2A115288-70F5-4CE4-BCD2-4E9BBB416EC3}"/>
              </a:ext>
            </a:extLst>
          </p:cNvPr>
          <p:cNvPicPr>
            <a:picLocks noGrp="1" noChangeAspect="1"/>
          </p:cNvPicPr>
          <p:nvPr>
            <p:ph idx="1"/>
          </p:nvPr>
        </p:nvPicPr>
        <p:blipFill>
          <a:blip r:embed="rId3"/>
          <a:stretch>
            <a:fillRect/>
          </a:stretch>
        </p:blipFill>
        <p:spPr>
          <a:xfrm>
            <a:off x="-1" y="980728"/>
            <a:ext cx="9121585" cy="5877271"/>
          </a:xfrm>
          <a:prstGeom prst="rect">
            <a:avLst/>
          </a:prstGeom>
        </p:spPr>
      </p:pic>
    </p:spTree>
    <p:extLst>
      <p:ext uri="{BB962C8B-B14F-4D97-AF65-F5344CB8AC3E}">
        <p14:creationId xmlns:p14="http://schemas.microsoft.com/office/powerpoint/2010/main" val="2152372145"/>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Customizing bullets</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r>
              <a:rPr lang="en-US" dirty="0"/>
              <a:t>Customizing the look of the bullets in your list can help you emphasize certain list items and personalize the design of your list. </a:t>
            </a:r>
          </a:p>
          <a:p>
            <a:pPr algn="just"/>
            <a:endParaRPr lang="en-US" dirty="0"/>
          </a:p>
          <a:p>
            <a:pPr algn="just"/>
            <a:r>
              <a:rPr lang="en-US" dirty="0"/>
              <a:t>Word allows you to format bullets in a variety of ways. You can use symbols and different colors, or even upload a picture as a bullet.</a:t>
            </a:r>
          </a:p>
          <a:p>
            <a:pPr marL="0" indent="0" algn="just">
              <a:buNone/>
            </a:pPr>
            <a:endParaRPr lang="en-US" sz="2800" dirty="0"/>
          </a:p>
        </p:txBody>
      </p:sp>
    </p:spTree>
    <p:extLst>
      <p:ext uri="{BB962C8B-B14F-4D97-AF65-F5344CB8AC3E}">
        <p14:creationId xmlns:p14="http://schemas.microsoft.com/office/powerpoint/2010/main" val="271892448"/>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1  </a:t>
            </a:r>
            <a:endParaRPr lang="en-US" dirty="0"/>
          </a:p>
          <a:p>
            <a:pPr algn="just"/>
            <a:r>
              <a:rPr lang="en-US" dirty="0"/>
              <a:t>Select an existing list you want to format.</a:t>
            </a:r>
            <a:endParaRPr lang="en-US" sz="2800" dirty="0"/>
          </a:p>
        </p:txBody>
      </p:sp>
      <p:pic>
        <p:nvPicPr>
          <p:cNvPr id="5" name="Picture 4">
            <a:extLst>
              <a:ext uri="{FF2B5EF4-FFF2-40B4-BE49-F238E27FC236}">
                <a16:creationId xmlns:a16="http://schemas.microsoft.com/office/drawing/2014/main" id="{E095D3C8-F98D-404F-8FBD-3357A714F742}"/>
              </a:ext>
            </a:extLst>
          </p:cNvPr>
          <p:cNvPicPr>
            <a:picLocks noChangeAspect="1"/>
          </p:cNvPicPr>
          <p:nvPr/>
        </p:nvPicPr>
        <p:blipFill>
          <a:blip r:embed="rId3"/>
          <a:stretch>
            <a:fillRect/>
          </a:stretch>
        </p:blipFill>
        <p:spPr>
          <a:xfrm>
            <a:off x="-22415" y="1717010"/>
            <a:ext cx="9144000" cy="5140990"/>
          </a:xfrm>
          <a:prstGeom prst="rect">
            <a:avLst/>
          </a:prstGeom>
        </p:spPr>
      </p:pic>
    </p:spTree>
    <p:extLst>
      <p:ext uri="{BB962C8B-B14F-4D97-AF65-F5344CB8AC3E}">
        <p14:creationId xmlns:p14="http://schemas.microsoft.com/office/powerpoint/2010/main" val="11731914"/>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2 </a:t>
            </a:r>
            <a:endParaRPr lang="en-US" dirty="0"/>
          </a:p>
          <a:p>
            <a:pPr algn="just"/>
            <a:r>
              <a:rPr lang="en-US" dirty="0"/>
              <a:t>On the </a:t>
            </a:r>
            <a:r>
              <a:rPr lang="en-US" b="1" dirty="0"/>
              <a:t>Home tab</a:t>
            </a:r>
            <a:r>
              <a:rPr lang="en-US" dirty="0"/>
              <a:t>, click the </a:t>
            </a:r>
            <a:r>
              <a:rPr lang="en-US" b="1" dirty="0"/>
              <a:t>drop-down arrow </a:t>
            </a:r>
            <a:r>
              <a:rPr lang="en-US" dirty="0"/>
              <a:t>next to the Bullets command. Select </a:t>
            </a:r>
            <a:r>
              <a:rPr lang="en-US" b="1" dirty="0"/>
              <a:t>Define</a:t>
            </a:r>
            <a:r>
              <a:rPr lang="en-US" dirty="0"/>
              <a:t> </a:t>
            </a:r>
            <a:r>
              <a:rPr lang="en-US" b="1" dirty="0"/>
              <a:t>New Bullet </a:t>
            </a:r>
            <a:r>
              <a:rPr lang="en-US" dirty="0"/>
              <a:t>from the drop-down menu.</a:t>
            </a:r>
            <a:endParaRPr lang="en-US" sz="2800" dirty="0"/>
          </a:p>
        </p:txBody>
      </p:sp>
      <p:pic>
        <p:nvPicPr>
          <p:cNvPr id="6" name="Picture 5">
            <a:extLst>
              <a:ext uri="{FF2B5EF4-FFF2-40B4-BE49-F238E27FC236}">
                <a16:creationId xmlns:a16="http://schemas.microsoft.com/office/drawing/2014/main" id="{994B6317-6907-4723-9D65-D11F8682CFC3}"/>
              </a:ext>
            </a:extLst>
          </p:cNvPr>
          <p:cNvPicPr>
            <a:picLocks noChangeAspect="1"/>
          </p:cNvPicPr>
          <p:nvPr/>
        </p:nvPicPr>
        <p:blipFill>
          <a:blip r:embed="rId3"/>
          <a:stretch>
            <a:fillRect/>
          </a:stretch>
        </p:blipFill>
        <p:spPr>
          <a:xfrm>
            <a:off x="-22415" y="2708920"/>
            <a:ext cx="9144000" cy="4348902"/>
          </a:xfrm>
          <a:prstGeom prst="rect">
            <a:avLst/>
          </a:prstGeom>
        </p:spPr>
      </p:pic>
    </p:spTree>
    <p:extLst>
      <p:ext uri="{BB962C8B-B14F-4D97-AF65-F5344CB8AC3E}">
        <p14:creationId xmlns:p14="http://schemas.microsoft.com/office/powerpoint/2010/main" val="1590498942"/>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3 </a:t>
            </a:r>
            <a:endParaRPr lang="en-US" dirty="0"/>
          </a:p>
          <a:p>
            <a:pPr algn="just"/>
            <a:r>
              <a:rPr lang="en-US" dirty="0"/>
              <a:t>The </a:t>
            </a:r>
            <a:r>
              <a:rPr lang="en-US" b="1" dirty="0"/>
              <a:t>Define New Bullet dialog box </a:t>
            </a:r>
            <a:r>
              <a:rPr lang="en-US" dirty="0"/>
              <a:t>will appear. Click the </a:t>
            </a:r>
            <a:r>
              <a:rPr lang="en-US" b="1" dirty="0"/>
              <a:t>Symbol button</a:t>
            </a:r>
            <a:r>
              <a:rPr lang="en-US" dirty="0"/>
              <a:t>.</a:t>
            </a:r>
            <a:endParaRPr lang="en-US" sz="2800" dirty="0"/>
          </a:p>
        </p:txBody>
      </p:sp>
      <p:pic>
        <p:nvPicPr>
          <p:cNvPr id="4" name="Picture 3">
            <a:extLst>
              <a:ext uri="{FF2B5EF4-FFF2-40B4-BE49-F238E27FC236}">
                <a16:creationId xmlns:a16="http://schemas.microsoft.com/office/drawing/2014/main" id="{88BD817E-30C1-4D6B-9D73-39F6649548E9}"/>
              </a:ext>
            </a:extLst>
          </p:cNvPr>
          <p:cNvPicPr>
            <a:picLocks noChangeAspect="1"/>
          </p:cNvPicPr>
          <p:nvPr/>
        </p:nvPicPr>
        <p:blipFill>
          <a:blip r:embed="rId3"/>
          <a:stretch>
            <a:fillRect/>
          </a:stretch>
        </p:blipFill>
        <p:spPr>
          <a:xfrm>
            <a:off x="0" y="2420888"/>
            <a:ext cx="9144000" cy="5140990"/>
          </a:xfrm>
          <a:prstGeom prst="rect">
            <a:avLst/>
          </a:prstGeom>
        </p:spPr>
      </p:pic>
    </p:spTree>
    <p:extLst>
      <p:ext uri="{BB962C8B-B14F-4D97-AF65-F5344CB8AC3E}">
        <p14:creationId xmlns:p14="http://schemas.microsoft.com/office/powerpoint/2010/main" val="2965666516"/>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 y="620688"/>
            <a:ext cx="9121585" cy="6048672"/>
          </a:xfrm>
        </p:spPr>
        <p:txBody>
          <a:bodyPr>
            <a:normAutofit/>
          </a:bodyPr>
          <a:lstStyle/>
          <a:p>
            <a:pPr marL="0" indent="0" algn="ctr">
              <a:buNone/>
            </a:pPr>
            <a:r>
              <a:rPr lang="en-GB" b="1" dirty="0">
                <a:solidFill>
                  <a:srgbClr val="FF0000"/>
                </a:solidFill>
              </a:rPr>
              <a:t>Step 4 </a:t>
            </a:r>
            <a:endParaRPr lang="en-US" dirty="0"/>
          </a:p>
          <a:p>
            <a:pPr algn="just"/>
            <a:r>
              <a:rPr lang="en-US" dirty="0"/>
              <a:t>The Symbol dialog box will appear.</a:t>
            </a:r>
          </a:p>
          <a:p>
            <a:pPr algn="just"/>
            <a:r>
              <a:rPr lang="en-US" dirty="0"/>
              <a:t>Click the </a:t>
            </a:r>
            <a:r>
              <a:rPr lang="en-US" b="1" dirty="0"/>
              <a:t>Font drop-down box </a:t>
            </a:r>
            <a:r>
              <a:rPr lang="en-US" dirty="0"/>
              <a:t>and select a font. The </a:t>
            </a:r>
            <a:r>
              <a:rPr lang="en-US" b="1" dirty="0"/>
              <a:t>Wingdings</a:t>
            </a:r>
            <a:r>
              <a:rPr lang="en-US" dirty="0"/>
              <a:t> and Symbol fonts are good choices because they have many useful symbols.</a:t>
            </a:r>
          </a:p>
          <a:p>
            <a:pPr algn="just"/>
            <a:r>
              <a:rPr lang="en-US" dirty="0"/>
              <a:t>Select the desired symbol, then click OK..</a:t>
            </a:r>
            <a:endParaRPr lang="en-US" sz="2800" dirty="0"/>
          </a:p>
        </p:txBody>
      </p:sp>
      <p:pic>
        <p:nvPicPr>
          <p:cNvPr id="5" name="Picture 4">
            <a:extLst>
              <a:ext uri="{FF2B5EF4-FFF2-40B4-BE49-F238E27FC236}">
                <a16:creationId xmlns:a16="http://schemas.microsoft.com/office/drawing/2014/main" id="{766214A7-E852-4A67-A42A-B49F6C038FCD}"/>
              </a:ext>
            </a:extLst>
          </p:cNvPr>
          <p:cNvPicPr>
            <a:picLocks noChangeAspect="1"/>
          </p:cNvPicPr>
          <p:nvPr/>
        </p:nvPicPr>
        <p:blipFill rotWithShape="1">
          <a:blip r:embed="rId3"/>
          <a:srcRect l="40552" t="20586" r="18499" b="24788"/>
          <a:stretch/>
        </p:blipFill>
        <p:spPr>
          <a:xfrm>
            <a:off x="1763688" y="4003967"/>
            <a:ext cx="5328592" cy="2808313"/>
          </a:xfrm>
          <a:prstGeom prst="rect">
            <a:avLst/>
          </a:prstGeom>
        </p:spPr>
      </p:pic>
    </p:spTree>
    <p:extLst>
      <p:ext uri="{BB962C8B-B14F-4D97-AF65-F5344CB8AC3E}">
        <p14:creationId xmlns:p14="http://schemas.microsoft.com/office/powerpoint/2010/main" val="961101526"/>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 y="620688"/>
            <a:ext cx="9121585" cy="6048672"/>
          </a:xfrm>
        </p:spPr>
        <p:txBody>
          <a:bodyPr>
            <a:normAutofit/>
          </a:bodyPr>
          <a:lstStyle/>
          <a:p>
            <a:pPr marL="0" indent="0" algn="ctr">
              <a:buNone/>
            </a:pPr>
            <a:r>
              <a:rPr lang="en-GB" b="1" dirty="0">
                <a:solidFill>
                  <a:srgbClr val="FF0000"/>
                </a:solidFill>
              </a:rPr>
              <a:t>Step 5</a:t>
            </a:r>
            <a:endParaRPr lang="en-US" dirty="0"/>
          </a:p>
          <a:p>
            <a:pPr algn="just"/>
            <a:r>
              <a:rPr lang="en-US" dirty="0"/>
              <a:t>The symbol will appear in the Preview section of the Define New Bullet dialog box. Click OK.</a:t>
            </a:r>
            <a:endParaRPr lang="en-US" sz="2800" dirty="0"/>
          </a:p>
        </p:txBody>
      </p:sp>
      <p:pic>
        <p:nvPicPr>
          <p:cNvPr id="4" name="Picture 3">
            <a:extLst>
              <a:ext uri="{FF2B5EF4-FFF2-40B4-BE49-F238E27FC236}">
                <a16:creationId xmlns:a16="http://schemas.microsoft.com/office/drawing/2014/main" id="{A63001AE-985C-44DD-AE27-A2A31EC4C799}"/>
              </a:ext>
            </a:extLst>
          </p:cNvPr>
          <p:cNvPicPr>
            <a:picLocks noChangeAspect="1"/>
          </p:cNvPicPr>
          <p:nvPr/>
        </p:nvPicPr>
        <p:blipFill>
          <a:blip r:embed="rId3"/>
          <a:stretch>
            <a:fillRect/>
          </a:stretch>
        </p:blipFill>
        <p:spPr>
          <a:xfrm>
            <a:off x="-22416" y="2276872"/>
            <a:ext cx="9144000" cy="4780950"/>
          </a:xfrm>
          <a:prstGeom prst="rect">
            <a:avLst/>
          </a:prstGeom>
        </p:spPr>
      </p:pic>
    </p:spTree>
    <p:extLst>
      <p:ext uri="{BB962C8B-B14F-4D97-AF65-F5344CB8AC3E}">
        <p14:creationId xmlns:p14="http://schemas.microsoft.com/office/powerpoint/2010/main" val="337076744"/>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use a symbol as a bullet</a:t>
            </a:r>
          </a:p>
        </p:txBody>
      </p:sp>
      <p:sp>
        <p:nvSpPr>
          <p:cNvPr id="3" name="Content Placeholder 2"/>
          <p:cNvSpPr>
            <a:spLocks noGrp="1"/>
          </p:cNvSpPr>
          <p:nvPr>
            <p:ph idx="1"/>
          </p:nvPr>
        </p:nvSpPr>
        <p:spPr>
          <a:xfrm>
            <a:off x="-1" y="620688"/>
            <a:ext cx="9121585" cy="6048672"/>
          </a:xfrm>
        </p:spPr>
        <p:txBody>
          <a:bodyPr>
            <a:normAutofit/>
          </a:bodyPr>
          <a:lstStyle/>
          <a:p>
            <a:pPr marL="0" indent="0" algn="ctr">
              <a:buNone/>
            </a:pPr>
            <a:r>
              <a:rPr lang="en-GB" b="1" dirty="0">
                <a:solidFill>
                  <a:srgbClr val="FF0000"/>
                </a:solidFill>
              </a:rPr>
              <a:t>Step 6</a:t>
            </a:r>
            <a:endParaRPr lang="en-US" dirty="0"/>
          </a:p>
          <a:p>
            <a:pPr algn="just"/>
            <a:r>
              <a:rPr lang="en-US" dirty="0"/>
              <a:t>The symbol will appear in the list.</a:t>
            </a:r>
            <a:endParaRPr lang="en-US" sz="2800" dirty="0"/>
          </a:p>
        </p:txBody>
      </p:sp>
      <p:pic>
        <p:nvPicPr>
          <p:cNvPr id="5" name="Picture 4">
            <a:extLst>
              <a:ext uri="{FF2B5EF4-FFF2-40B4-BE49-F238E27FC236}">
                <a16:creationId xmlns:a16="http://schemas.microsoft.com/office/drawing/2014/main" id="{33034FBC-8195-466B-B400-E2C531B1908E}"/>
              </a:ext>
            </a:extLst>
          </p:cNvPr>
          <p:cNvPicPr>
            <a:picLocks noChangeAspect="1"/>
          </p:cNvPicPr>
          <p:nvPr/>
        </p:nvPicPr>
        <p:blipFill>
          <a:blip r:embed="rId3"/>
          <a:stretch>
            <a:fillRect/>
          </a:stretch>
        </p:blipFill>
        <p:spPr>
          <a:xfrm>
            <a:off x="0" y="1772816"/>
            <a:ext cx="9144000" cy="5357014"/>
          </a:xfrm>
          <a:prstGeom prst="rect">
            <a:avLst/>
          </a:prstGeom>
        </p:spPr>
      </p:pic>
    </p:spTree>
    <p:extLst>
      <p:ext uri="{BB962C8B-B14F-4D97-AF65-F5344CB8AC3E}">
        <p14:creationId xmlns:p14="http://schemas.microsoft.com/office/powerpoint/2010/main" val="1526109362"/>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1  </a:t>
            </a:r>
            <a:endParaRPr lang="en-US" dirty="0"/>
          </a:p>
          <a:p>
            <a:pPr algn="just"/>
            <a:r>
              <a:rPr lang="en-US" dirty="0"/>
              <a:t>Select an existing list you want to format.</a:t>
            </a:r>
            <a:endParaRPr lang="en-US" sz="2800" dirty="0"/>
          </a:p>
        </p:txBody>
      </p:sp>
      <p:pic>
        <p:nvPicPr>
          <p:cNvPr id="5" name="Picture 4">
            <a:extLst>
              <a:ext uri="{FF2B5EF4-FFF2-40B4-BE49-F238E27FC236}">
                <a16:creationId xmlns:a16="http://schemas.microsoft.com/office/drawing/2014/main" id="{E095D3C8-F98D-404F-8FBD-3357A714F742}"/>
              </a:ext>
            </a:extLst>
          </p:cNvPr>
          <p:cNvPicPr>
            <a:picLocks noChangeAspect="1"/>
          </p:cNvPicPr>
          <p:nvPr/>
        </p:nvPicPr>
        <p:blipFill>
          <a:blip r:embed="rId3"/>
          <a:stretch>
            <a:fillRect/>
          </a:stretch>
        </p:blipFill>
        <p:spPr>
          <a:xfrm>
            <a:off x="-22415" y="1717010"/>
            <a:ext cx="9144000" cy="5140990"/>
          </a:xfrm>
          <a:prstGeom prst="rect">
            <a:avLst/>
          </a:prstGeom>
        </p:spPr>
      </p:pic>
    </p:spTree>
    <p:extLst>
      <p:ext uri="{BB962C8B-B14F-4D97-AF65-F5344CB8AC3E}">
        <p14:creationId xmlns:p14="http://schemas.microsoft.com/office/powerpoint/2010/main" val="1122867069"/>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2 </a:t>
            </a:r>
            <a:endParaRPr lang="en-US" dirty="0"/>
          </a:p>
          <a:p>
            <a:pPr algn="just"/>
            <a:r>
              <a:rPr lang="en-US" dirty="0"/>
              <a:t>On the </a:t>
            </a:r>
            <a:r>
              <a:rPr lang="en-US" b="1" dirty="0"/>
              <a:t>Home tab</a:t>
            </a:r>
            <a:r>
              <a:rPr lang="en-US" dirty="0"/>
              <a:t>, click the </a:t>
            </a:r>
            <a:r>
              <a:rPr lang="en-US" b="1" dirty="0"/>
              <a:t>drop-down arrow </a:t>
            </a:r>
            <a:r>
              <a:rPr lang="en-US" dirty="0"/>
              <a:t>next to the Bullets command. Select </a:t>
            </a:r>
            <a:r>
              <a:rPr lang="en-US" b="1" dirty="0"/>
              <a:t>Define</a:t>
            </a:r>
            <a:r>
              <a:rPr lang="en-US" dirty="0"/>
              <a:t> </a:t>
            </a:r>
            <a:r>
              <a:rPr lang="en-US" b="1" dirty="0"/>
              <a:t>New Bullet </a:t>
            </a:r>
            <a:r>
              <a:rPr lang="en-US" dirty="0"/>
              <a:t>from the drop-down menu.</a:t>
            </a:r>
            <a:endParaRPr lang="en-US" sz="2800" dirty="0"/>
          </a:p>
        </p:txBody>
      </p:sp>
      <p:pic>
        <p:nvPicPr>
          <p:cNvPr id="6" name="Picture 5">
            <a:extLst>
              <a:ext uri="{FF2B5EF4-FFF2-40B4-BE49-F238E27FC236}">
                <a16:creationId xmlns:a16="http://schemas.microsoft.com/office/drawing/2014/main" id="{994B6317-6907-4723-9D65-D11F8682CFC3}"/>
              </a:ext>
            </a:extLst>
          </p:cNvPr>
          <p:cNvPicPr>
            <a:picLocks noChangeAspect="1"/>
          </p:cNvPicPr>
          <p:nvPr/>
        </p:nvPicPr>
        <p:blipFill>
          <a:blip r:embed="rId3"/>
          <a:stretch>
            <a:fillRect/>
          </a:stretch>
        </p:blipFill>
        <p:spPr>
          <a:xfrm>
            <a:off x="-22415" y="2708920"/>
            <a:ext cx="9144000" cy="4348902"/>
          </a:xfrm>
          <a:prstGeom prst="rect">
            <a:avLst/>
          </a:prstGeom>
        </p:spPr>
      </p:pic>
    </p:spTree>
    <p:extLst>
      <p:ext uri="{BB962C8B-B14F-4D97-AF65-F5344CB8AC3E}">
        <p14:creationId xmlns:p14="http://schemas.microsoft.com/office/powerpoint/2010/main" val="799914678"/>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3 </a:t>
            </a:r>
            <a:endParaRPr lang="en-US" dirty="0"/>
          </a:p>
          <a:p>
            <a:pPr algn="just"/>
            <a:r>
              <a:rPr lang="en-US" dirty="0"/>
              <a:t>The </a:t>
            </a:r>
            <a:r>
              <a:rPr lang="en-US" b="1" dirty="0"/>
              <a:t>Define New Bullet dialog box </a:t>
            </a:r>
            <a:r>
              <a:rPr lang="en-US" dirty="0"/>
              <a:t>will appear. Click the </a:t>
            </a:r>
            <a:r>
              <a:rPr lang="en-US" b="1" dirty="0"/>
              <a:t>Font button</a:t>
            </a:r>
            <a:r>
              <a:rPr lang="en-US" dirty="0"/>
              <a:t>.</a:t>
            </a:r>
            <a:endParaRPr lang="en-US" sz="2800" dirty="0"/>
          </a:p>
        </p:txBody>
      </p:sp>
      <p:pic>
        <p:nvPicPr>
          <p:cNvPr id="4" name="Picture 3">
            <a:extLst>
              <a:ext uri="{FF2B5EF4-FFF2-40B4-BE49-F238E27FC236}">
                <a16:creationId xmlns:a16="http://schemas.microsoft.com/office/drawing/2014/main" id="{80553CF3-D894-4673-A950-6329354057E2}"/>
              </a:ext>
            </a:extLst>
          </p:cNvPr>
          <p:cNvPicPr>
            <a:picLocks noChangeAspect="1"/>
          </p:cNvPicPr>
          <p:nvPr/>
        </p:nvPicPr>
        <p:blipFill>
          <a:blip r:embed="rId3"/>
          <a:stretch>
            <a:fillRect/>
          </a:stretch>
        </p:blipFill>
        <p:spPr>
          <a:xfrm>
            <a:off x="-11687" y="2420887"/>
            <a:ext cx="9144000" cy="4448839"/>
          </a:xfrm>
          <a:prstGeom prst="rect">
            <a:avLst/>
          </a:prstGeom>
        </p:spPr>
      </p:pic>
    </p:spTree>
    <p:extLst>
      <p:ext uri="{BB962C8B-B14F-4D97-AF65-F5344CB8AC3E}">
        <p14:creationId xmlns:p14="http://schemas.microsoft.com/office/powerpoint/2010/main" val="1802060635"/>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4</a:t>
            </a:r>
            <a:endParaRPr lang="en-US" dirty="0"/>
          </a:p>
          <a:p>
            <a:pPr algn="just"/>
            <a:r>
              <a:rPr lang="en-US" sz="2800" dirty="0"/>
              <a:t>The Font dialog box will appear. Click the </a:t>
            </a:r>
            <a:r>
              <a:rPr lang="en-US" sz="2800" b="1" dirty="0"/>
              <a:t>Font Color drop-down box</a:t>
            </a:r>
            <a:r>
              <a:rPr lang="en-US" sz="2800" dirty="0"/>
              <a:t>. A menu of font colors will appear.</a:t>
            </a:r>
          </a:p>
          <a:p>
            <a:pPr algn="just"/>
            <a:r>
              <a:rPr lang="en-US" sz="2800" dirty="0"/>
              <a:t>Select the desired </a:t>
            </a:r>
            <a:r>
              <a:rPr lang="en-US" sz="2800" b="1" dirty="0"/>
              <a:t>color</a:t>
            </a:r>
            <a:r>
              <a:rPr lang="en-US" sz="2800" dirty="0"/>
              <a:t>, then click </a:t>
            </a:r>
            <a:r>
              <a:rPr lang="en-US" sz="2800" b="1" dirty="0"/>
              <a:t>OK</a:t>
            </a:r>
            <a:r>
              <a:rPr lang="en-US" sz="2800" dirty="0"/>
              <a:t>.</a:t>
            </a:r>
          </a:p>
        </p:txBody>
      </p:sp>
      <p:pic>
        <p:nvPicPr>
          <p:cNvPr id="5" name="Picture 4">
            <a:extLst>
              <a:ext uri="{FF2B5EF4-FFF2-40B4-BE49-F238E27FC236}">
                <a16:creationId xmlns:a16="http://schemas.microsoft.com/office/drawing/2014/main" id="{E9CBCCD9-8A05-4E6C-AC18-445AB61B99EC}"/>
              </a:ext>
            </a:extLst>
          </p:cNvPr>
          <p:cNvPicPr>
            <a:picLocks noChangeAspect="1"/>
          </p:cNvPicPr>
          <p:nvPr/>
        </p:nvPicPr>
        <p:blipFill>
          <a:blip r:embed="rId3"/>
          <a:stretch>
            <a:fillRect/>
          </a:stretch>
        </p:blipFill>
        <p:spPr>
          <a:xfrm>
            <a:off x="0" y="2708920"/>
            <a:ext cx="9144000" cy="4658727"/>
          </a:xfrm>
          <a:prstGeom prst="rect">
            <a:avLst/>
          </a:prstGeom>
        </p:spPr>
      </p:pic>
    </p:spTree>
    <p:extLst>
      <p:ext uri="{BB962C8B-B14F-4D97-AF65-F5344CB8AC3E}">
        <p14:creationId xmlns:p14="http://schemas.microsoft.com/office/powerpoint/2010/main" val="2069433687"/>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6</a:t>
            </a:r>
            <a:endParaRPr lang="en-US" dirty="0"/>
          </a:p>
          <a:p>
            <a:pPr algn="just"/>
            <a:r>
              <a:rPr lang="en-US" sz="2800" b="1" dirty="0"/>
              <a:t>The bullet color</a:t>
            </a:r>
            <a:r>
              <a:rPr lang="en-US" sz="2800" dirty="0"/>
              <a:t> will appear in the Preview section of the Define New Bullet dialog box. Click </a:t>
            </a:r>
            <a:r>
              <a:rPr lang="en-US" sz="2800" b="1" dirty="0"/>
              <a:t>OK</a:t>
            </a:r>
            <a:r>
              <a:rPr lang="en-US" sz="2800" dirty="0"/>
              <a:t>.</a:t>
            </a:r>
          </a:p>
        </p:txBody>
      </p:sp>
      <p:pic>
        <p:nvPicPr>
          <p:cNvPr id="4" name="Picture 3">
            <a:extLst>
              <a:ext uri="{FF2B5EF4-FFF2-40B4-BE49-F238E27FC236}">
                <a16:creationId xmlns:a16="http://schemas.microsoft.com/office/drawing/2014/main" id="{BA198D97-F30A-4951-AF8D-4825062F89B4}"/>
              </a:ext>
            </a:extLst>
          </p:cNvPr>
          <p:cNvPicPr>
            <a:picLocks noChangeAspect="1"/>
          </p:cNvPicPr>
          <p:nvPr/>
        </p:nvPicPr>
        <p:blipFill>
          <a:blip r:embed="rId3"/>
          <a:stretch>
            <a:fillRect/>
          </a:stretch>
        </p:blipFill>
        <p:spPr>
          <a:xfrm>
            <a:off x="-49840" y="2276872"/>
            <a:ext cx="9193839" cy="5212998"/>
          </a:xfrm>
          <a:prstGeom prst="rect">
            <a:avLst/>
          </a:prstGeom>
        </p:spPr>
      </p:pic>
    </p:spTree>
    <p:extLst>
      <p:ext uri="{BB962C8B-B14F-4D97-AF65-F5344CB8AC3E}">
        <p14:creationId xmlns:p14="http://schemas.microsoft.com/office/powerpoint/2010/main" val="2119315182"/>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To change the bullet color</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7 </a:t>
            </a:r>
            <a:endParaRPr lang="en-US" dirty="0"/>
          </a:p>
          <a:p>
            <a:pPr algn="just"/>
            <a:r>
              <a:rPr lang="en-US" sz="2800" dirty="0"/>
              <a:t>The bullet color will change in the list</a:t>
            </a:r>
            <a:r>
              <a:rPr lang="en-US" sz="2800" b="1" dirty="0"/>
              <a:t>.</a:t>
            </a:r>
          </a:p>
          <a:p>
            <a:pPr algn="just"/>
            <a:endParaRPr lang="en-US" sz="2800" b="1" dirty="0"/>
          </a:p>
        </p:txBody>
      </p:sp>
      <p:pic>
        <p:nvPicPr>
          <p:cNvPr id="5" name="Picture 4">
            <a:extLst>
              <a:ext uri="{FF2B5EF4-FFF2-40B4-BE49-F238E27FC236}">
                <a16:creationId xmlns:a16="http://schemas.microsoft.com/office/drawing/2014/main" id="{9BA1FA00-BF02-4DE7-B4B6-AD583044965F}"/>
              </a:ext>
            </a:extLst>
          </p:cNvPr>
          <p:cNvPicPr>
            <a:picLocks noChangeAspect="1"/>
          </p:cNvPicPr>
          <p:nvPr/>
        </p:nvPicPr>
        <p:blipFill>
          <a:blip r:embed="rId3"/>
          <a:stretch>
            <a:fillRect/>
          </a:stretch>
        </p:blipFill>
        <p:spPr>
          <a:xfrm>
            <a:off x="-26713" y="1916832"/>
            <a:ext cx="9144000" cy="5373216"/>
          </a:xfrm>
          <a:prstGeom prst="rect">
            <a:avLst/>
          </a:prstGeom>
        </p:spPr>
      </p:pic>
    </p:spTree>
    <p:extLst>
      <p:ext uri="{BB962C8B-B14F-4D97-AF65-F5344CB8AC3E}">
        <p14:creationId xmlns:p14="http://schemas.microsoft.com/office/powerpoint/2010/main" val="2674744731"/>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Sorting in word 2019</a:t>
            </a:r>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Sorting enables you to arrange the current selection in alphabetical or numerical order.</a:t>
            </a:r>
          </a:p>
          <a:p>
            <a:pPr marL="0" indent="0" algn="ctr">
              <a:buNone/>
            </a:pPr>
            <a:r>
              <a:rPr lang="en-GB" b="1" dirty="0">
                <a:solidFill>
                  <a:srgbClr val="FF0000"/>
                </a:solidFill>
              </a:rPr>
              <a:t>Step 1	</a:t>
            </a:r>
            <a:endParaRPr lang="en-US" dirty="0"/>
          </a:p>
          <a:p>
            <a:pPr algn="just"/>
            <a:r>
              <a:rPr lang="en-US" sz="2800" dirty="0"/>
              <a:t>Select an existing list you want to sort.</a:t>
            </a:r>
          </a:p>
          <a:p>
            <a:pPr algn="just"/>
            <a:endParaRPr lang="en-US" sz="2800" dirty="0"/>
          </a:p>
          <a:p>
            <a:pPr algn="just"/>
            <a:endParaRPr lang="en-US" sz="2800" b="1" dirty="0"/>
          </a:p>
        </p:txBody>
      </p:sp>
      <p:pic>
        <p:nvPicPr>
          <p:cNvPr id="4" name="Picture 3">
            <a:extLst>
              <a:ext uri="{FF2B5EF4-FFF2-40B4-BE49-F238E27FC236}">
                <a16:creationId xmlns:a16="http://schemas.microsoft.com/office/drawing/2014/main" id="{CEBF4538-2FB3-40C7-9EA2-10604B340B4D}"/>
              </a:ext>
            </a:extLst>
          </p:cNvPr>
          <p:cNvPicPr>
            <a:picLocks noChangeAspect="1"/>
          </p:cNvPicPr>
          <p:nvPr/>
        </p:nvPicPr>
        <p:blipFill>
          <a:blip r:embed="rId3"/>
          <a:stretch>
            <a:fillRect/>
          </a:stretch>
        </p:blipFill>
        <p:spPr>
          <a:xfrm>
            <a:off x="-108521" y="2636912"/>
            <a:ext cx="9230105" cy="4994911"/>
          </a:xfrm>
          <a:prstGeom prst="rect">
            <a:avLst/>
          </a:prstGeom>
        </p:spPr>
      </p:pic>
    </p:spTree>
    <p:extLst>
      <p:ext uri="{BB962C8B-B14F-4D97-AF65-F5344CB8AC3E}">
        <p14:creationId xmlns:p14="http://schemas.microsoft.com/office/powerpoint/2010/main" val="3514590845"/>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Sorting in word 2019</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2	</a:t>
            </a:r>
            <a:endParaRPr lang="en-US" dirty="0"/>
          </a:p>
          <a:p>
            <a:pPr algn="just"/>
            <a:r>
              <a:rPr lang="en-US" sz="2800" dirty="0"/>
              <a:t>On the Home tab, click the sort command button and choose </a:t>
            </a:r>
            <a:r>
              <a:rPr lang="en-US" sz="2800" b="1" dirty="0"/>
              <a:t>ascending order </a:t>
            </a:r>
            <a:r>
              <a:rPr lang="en-US" sz="2800" dirty="0"/>
              <a:t>and</a:t>
            </a:r>
            <a:r>
              <a:rPr lang="en-US" sz="2800" b="1" dirty="0"/>
              <a:t> </a:t>
            </a:r>
            <a:r>
              <a:rPr lang="en-US" sz="2800" dirty="0"/>
              <a:t>click</a:t>
            </a:r>
            <a:r>
              <a:rPr lang="en-US" sz="2800" b="1" dirty="0"/>
              <a:t> OK</a:t>
            </a:r>
            <a:endParaRPr lang="en-US" sz="2800" dirty="0"/>
          </a:p>
          <a:p>
            <a:pPr algn="just"/>
            <a:endParaRPr lang="en-US" sz="2800" dirty="0"/>
          </a:p>
          <a:p>
            <a:pPr algn="just"/>
            <a:endParaRPr lang="en-US" sz="2800" b="1" dirty="0"/>
          </a:p>
        </p:txBody>
      </p:sp>
      <p:pic>
        <p:nvPicPr>
          <p:cNvPr id="5" name="Picture 4">
            <a:extLst>
              <a:ext uri="{FF2B5EF4-FFF2-40B4-BE49-F238E27FC236}">
                <a16:creationId xmlns:a16="http://schemas.microsoft.com/office/drawing/2014/main" id="{F5E8ACC1-D443-4F39-9C30-19AF4C6593A3}"/>
              </a:ext>
            </a:extLst>
          </p:cNvPr>
          <p:cNvPicPr>
            <a:picLocks noChangeAspect="1"/>
          </p:cNvPicPr>
          <p:nvPr/>
        </p:nvPicPr>
        <p:blipFill>
          <a:blip r:embed="rId3"/>
          <a:stretch>
            <a:fillRect/>
          </a:stretch>
        </p:blipFill>
        <p:spPr>
          <a:xfrm>
            <a:off x="0" y="2132856"/>
            <a:ext cx="9144000" cy="4725145"/>
          </a:xfrm>
          <a:prstGeom prst="rect">
            <a:avLst/>
          </a:prstGeom>
        </p:spPr>
      </p:pic>
    </p:spTree>
    <p:extLst>
      <p:ext uri="{BB962C8B-B14F-4D97-AF65-F5344CB8AC3E}">
        <p14:creationId xmlns:p14="http://schemas.microsoft.com/office/powerpoint/2010/main" val="1775125386"/>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Sorting in word 2019</a:t>
            </a:r>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b="1" dirty="0">
                <a:solidFill>
                  <a:srgbClr val="FF0000"/>
                </a:solidFill>
              </a:rPr>
              <a:t>Step 3	</a:t>
            </a:r>
            <a:endParaRPr lang="en-US" dirty="0"/>
          </a:p>
          <a:p>
            <a:pPr algn="just"/>
            <a:r>
              <a:rPr lang="en-US" sz="2800" dirty="0"/>
              <a:t>The list will be sorted as follows.</a:t>
            </a:r>
          </a:p>
          <a:p>
            <a:pPr algn="just"/>
            <a:endParaRPr lang="en-US" sz="2800" dirty="0"/>
          </a:p>
          <a:p>
            <a:pPr algn="just"/>
            <a:endParaRPr lang="en-US" sz="2800" b="1" dirty="0"/>
          </a:p>
        </p:txBody>
      </p:sp>
      <p:pic>
        <p:nvPicPr>
          <p:cNvPr id="4" name="Picture 3">
            <a:extLst>
              <a:ext uri="{FF2B5EF4-FFF2-40B4-BE49-F238E27FC236}">
                <a16:creationId xmlns:a16="http://schemas.microsoft.com/office/drawing/2014/main" id="{D0662F3A-0EDE-46B2-93D9-9E6710E53C8D}"/>
              </a:ext>
            </a:extLst>
          </p:cNvPr>
          <p:cNvPicPr>
            <a:picLocks noChangeAspect="1"/>
          </p:cNvPicPr>
          <p:nvPr/>
        </p:nvPicPr>
        <p:blipFill>
          <a:blip r:embed="rId3"/>
          <a:stretch>
            <a:fillRect/>
          </a:stretch>
        </p:blipFill>
        <p:spPr>
          <a:xfrm>
            <a:off x="0" y="1844825"/>
            <a:ext cx="9144000" cy="5013176"/>
          </a:xfrm>
          <a:prstGeom prst="rect">
            <a:avLst/>
          </a:prstGeom>
        </p:spPr>
      </p:pic>
    </p:spTree>
    <p:extLst>
      <p:ext uri="{BB962C8B-B14F-4D97-AF65-F5344CB8AC3E}">
        <p14:creationId xmlns:p14="http://schemas.microsoft.com/office/powerpoint/2010/main" val="4282898443"/>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Multilevel lists</a:t>
            </a:r>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Multilevel lists allow you to create an outline with multiple levels. </a:t>
            </a:r>
          </a:p>
          <a:p>
            <a:pPr algn="just"/>
            <a:r>
              <a:rPr lang="en-US" sz="2800" dirty="0"/>
              <a:t>Any bulleted or numbered list can be turned into a multilevel list by using the </a:t>
            </a:r>
            <a:r>
              <a:rPr lang="en-US" sz="2800" b="1" dirty="0"/>
              <a:t>Tab key</a:t>
            </a:r>
            <a:r>
              <a:rPr lang="en-US" sz="2800" dirty="0"/>
              <a:t>.</a:t>
            </a:r>
          </a:p>
          <a:p>
            <a:pPr algn="just"/>
            <a:endParaRPr lang="en-US" sz="2800" b="1" dirty="0"/>
          </a:p>
        </p:txBody>
      </p:sp>
      <p:pic>
        <p:nvPicPr>
          <p:cNvPr id="6" name="Picture 5">
            <a:extLst>
              <a:ext uri="{FF2B5EF4-FFF2-40B4-BE49-F238E27FC236}">
                <a16:creationId xmlns:a16="http://schemas.microsoft.com/office/drawing/2014/main" id="{41B10D6B-DAA0-4C8C-8CCB-6905C183C7CB}"/>
              </a:ext>
            </a:extLst>
          </p:cNvPr>
          <p:cNvPicPr>
            <a:picLocks noChangeAspect="1"/>
          </p:cNvPicPr>
          <p:nvPr/>
        </p:nvPicPr>
        <p:blipFill>
          <a:blip r:embed="rId3"/>
          <a:stretch>
            <a:fillRect/>
          </a:stretch>
        </p:blipFill>
        <p:spPr>
          <a:xfrm>
            <a:off x="0" y="2420887"/>
            <a:ext cx="9144000" cy="4434771"/>
          </a:xfrm>
          <a:prstGeom prst="rect">
            <a:avLst/>
          </a:prstGeom>
        </p:spPr>
      </p:pic>
    </p:spTree>
    <p:extLst>
      <p:ext uri="{BB962C8B-B14F-4D97-AF65-F5344CB8AC3E}">
        <p14:creationId xmlns:p14="http://schemas.microsoft.com/office/powerpoint/2010/main" val="1297651249"/>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How to create a multilevel list</a:t>
            </a:r>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Place the insertion point at the beginning of the line you want to move.</a:t>
            </a:r>
          </a:p>
          <a:p>
            <a:pPr algn="just"/>
            <a:endParaRPr lang="en-US" sz="2800" b="1" dirty="0"/>
          </a:p>
        </p:txBody>
      </p:sp>
      <p:pic>
        <p:nvPicPr>
          <p:cNvPr id="4" name="Picture 3">
            <a:extLst>
              <a:ext uri="{FF2B5EF4-FFF2-40B4-BE49-F238E27FC236}">
                <a16:creationId xmlns:a16="http://schemas.microsoft.com/office/drawing/2014/main" id="{89FB8C76-56F0-4EA3-A89C-77B7D803AD28}"/>
              </a:ext>
            </a:extLst>
          </p:cNvPr>
          <p:cNvPicPr>
            <a:picLocks noChangeAspect="1"/>
          </p:cNvPicPr>
          <p:nvPr/>
        </p:nvPicPr>
        <p:blipFill>
          <a:blip r:embed="rId3"/>
          <a:stretch>
            <a:fillRect/>
          </a:stretch>
        </p:blipFill>
        <p:spPr>
          <a:xfrm>
            <a:off x="22415" y="1742804"/>
            <a:ext cx="9099170" cy="5140990"/>
          </a:xfrm>
          <a:prstGeom prst="rect">
            <a:avLst/>
          </a:prstGeom>
        </p:spPr>
      </p:pic>
    </p:spTree>
    <p:extLst>
      <p:ext uri="{BB962C8B-B14F-4D97-AF65-F5344CB8AC3E}">
        <p14:creationId xmlns:p14="http://schemas.microsoft.com/office/powerpoint/2010/main" val="1510179429"/>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How to create a multilevel list</a:t>
            </a:r>
          </a:p>
        </p:txBody>
      </p:sp>
      <p:sp>
        <p:nvSpPr>
          <p:cNvPr id="3" name="Content Placeholder 2"/>
          <p:cNvSpPr>
            <a:spLocks noGrp="1"/>
          </p:cNvSpPr>
          <p:nvPr>
            <p:ph idx="1"/>
          </p:nvPr>
        </p:nvSpPr>
        <p:spPr>
          <a:xfrm>
            <a:off x="152400" y="620688"/>
            <a:ext cx="8839200" cy="6048672"/>
          </a:xfrm>
        </p:spPr>
        <p:txBody>
          <a:bodyPr>
            <a:normAutofit/>
          </a:bodyPr>
          <a:lstStyle/>
          <a:p>
            <a:pPr algn="just"/>
            <a:r>
              <a:rPr lang="en-US" sz="2800" dirty="0"/>
              <a:t>Press the Tab key to increase the indent level of the line. The line will move to the right.</a:t>
            </a:r>
          </a:p>
          <a:p>
            <a:pPr algn="just"/>
            <a:endParaRPr lang="en-US" sz="2800" b="1" dirty="0"/>
          </a:p>
        </p:txBody>
      </p:sp>
      <p:pic>
        <p:nvPicPr>
          <p:cNvPr id="5" name="Picture 4">
            <a:extLst>
              <a:ext uri="{FF2B5EF4-FFF2-40B4-BE49-F238E27FC236}">
                <a16:creationId xmlns:a16="http://schemas.microsoft.com/office/drawing/2014/main" id="{EE160C4D-0791-4431-B159-526221052E6B}"/>
              </a:ext>
            </a:extLst>
          </p:cNvPr>
          <p:cNvPicPr>
            <a:picLocks noChangeAspect="1"/>
          </p:cNvPicPr>
          <p:nvPr/>
        </p:nvPicPr>
        <p:blipFill>
          <a:blip r:embed="rId3"/>
          <a:stretch>
            <a:fillRect/>
          </a:stretch>
        </p:blipFill>
        <p:spPr>
          <a:xfrm>
            <a:off x="11440" y="1844824"/>
            <a:ext cx="9144000" cy="5013176"/>
          </a:xfrm>
          <a:prstGeom prst="rect">
            <a:avLst/>
          </a:prstGeom>
        </p:spPr>
      </p:pic>
    </p:spTree>
    <p:extLst>
      <p:ext uri="{BB962C8B-B14F-4D97-AF65-F5344CB8AC3E}">
        <p14:creationId xmlns:p14="http://schemas.microsoft.com/office/powerpoint/2010/main" val="2376287408"/>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15" y="0"/>
            <a:ext cx="9144000" cy="620688"/>
          </a:xfrm>
        </p:spPr>
        <p:txBody>
          <a:bodyPr>
            <a:normAutofit/>
          </a:bodyPr>
          <a:lstStyle/>
          <a:p>
            <a:pPr algn="ctr"/>
            <a:r>
              <a:rPr lang="en-US" sz="2400" dirty="0"/>
              <a:t>How to increase or decrease an indent level  of multilevel list</a:t>
            </a:r>
          </a:p>
        </p:txBody>
      </p:sp>
      <p:sp>
        <p:nvSpPr>
          <p:cNvPr id="3" name="Content Placeholder 2"/>
          <p:cNvSpPr>
            <a:spLocks noGrp="1"/>
          </p:cNvSpPr>
          <p:nvPr>
            <p:ph idx="1"/>
          </p:nvPr>
        </p:nvSpPr>
        <p:spPr>
          <a:xfrm>
            <a:off x="22415" y="476672"/>
            <a:ext cx="8969185" cy="6381328"/>
          </a:xfrm>
        </p:spPr>
        <p:txBody>
          <a:bodyPr>
            <a:normAutofit/>
          </a:bodyPr>
          <a:lstStyle/>
          <a:p>
            <a:pPr algn="just"/>
            <a:r>
              <a:rPr lang="en-US" sz="2800" dirty="0"/>
              <a:t>You can make adjustments to the organization of a multilevel list by increasing or decreasing the indent levels. There are several ways to change the indent level.</a:t>
            </a:r>
          </a:p>
          <a:p>
            <a:pPr algn="just"/>
            <a:endParaRPr lang="en-US" sz="2800" b="1" dirty="0"/>
          </a:p>
          <a:p>
            <a:pPr algn="just"/>
            <a:r>
              <a:rPr lang="en-US" sz="2800" dirty="0"/>
              <a:t>To increase the indent by more than one level, place the insertion point at the beginning of the line, then press the Tab key until the desired level is reached.</a:t>
            </a:r>
          </a:p>
        </p:txBody>
      </p:sp>
    </p:spTree>
    <p:extLst>
      <p:ext uri="{BB962C8B-B14F-4D97-AF65-F5344CB8AC3E}">
        <p14:creationId xmlns:p14="http://schemas.microsoft.com/office/powerpoint/2010/main" val="2988092429"/>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15" y="0"/>
            <a:ext cx="9144000" cy="620688"/>
          </a:xfrm>
        </p:spPr>
        <p:txBody>
          <a:bodyPr>
            <a:normAutofit/>
          </a:bodyPr>
          <a:lstStyle/>
          <a:p>
            <a:pPr algn="ctr"/>
            <a:r>
              <a:rPr lang="en-US" sz="2400" dirty="0"/>
              <a:t>How to increase or decrease an indent level  of multilevel list</a:t>
            </a:r>
          </a:p>
        </p:txBody>
      </p:sp>
      <p:sp>
        <p:nvSpPr>
          <p:cNvPr id="3" name="Content Placeholder 2"/>
          <p:cNvSpPr>
            <a:spLocks noGrp="1"/>
          </p:cNvSpPr>
          <p:nvPr>
            <p:ph idx="1"/>
          </p:nvPr>
        </p:nvSpPr>
        <p:spPr>
          <a:xfrm>
            <a:off x="22415" y="476672"/>
            <a:ext cx="8969185" cy="6381328"/>
          </a:xfrm>
        </p:spPr>
        <p:txBody>
          <a:bodyPr>
            <a:normAutofit/>
          </a:bodyPr>
          <a:lstStyle/>
          <a:p>
            <a:pPr marL="0" indent="0" algn="ctr">
              <a:buNone/>
            </a:pPr>
            <a:r>
              <a:rPr lang="en-GB" sz="2800" b="1" dirty="0">
                <a:solidFill>
                  <a:srgbClr val="FF0000"/>
                </a:solidFill>
              </a:rPr>
              <a:t>Step 1  </a:t>
            </a:r>
            <a:endParaRPr lang="en-US" sz="2800" dirty="0"/>
          </a:p>
          <a:p>
            <a:pPr algn="just"/>
            <a:r>
              <a:rPr lang="en-US" sz="2800" dirty="0"/>
              <a:t>To increase the indent by more than one level, place the insertion point at the beginning of the line, then press the </a:t>
            </a:r>
            <a:r>
              <a:rPr lang="en-US" sz="2800" b="1" dirty="0"/>
              <a:t>Tab key </a:t>
            </a:r>
            <a:r>
              <a:rPr lang="en-US" sz="2800" dirty="0"/>
              <a:t>until the desired level is reached.</a:t>
            </a:r>
          </a:p>
        </p:txBody>
      </p:sp>
      <p:pic>
        <p:nvPicPr>
          <p:cNvPr id="4" name="Picture 3">
            <a:extLst>
              <a:ext uri="{FF2B5EF4-FFF2-40B4-BE49-F238E27FC236}">
                <a16:creationId xmlns:a16="http://schemas.microsoft.com/office/drawing/2014/main" id="{8897798C-3080-43D4-AB46-A2CDA2A8285A}"/>
              </a:ext>
            </a:extLst>
          </p:cNvPr>
          <p:cNvPicPr>
            <a:picLocks noChangeAspect="1"/>
          </p:cNvPicPr>
          <p:nvPr/>
        </p:nvPicPr>
        <p:blipFill>
          <a:blip r:embed="rId3"/>
          <a:stretch>
            <a:fillRect/>
          </a:stretch>
        </p:blipFill>
        <p:spPr>
          <a:xfrm>
            <a:off x="-25754" y="2348880"/>
            <a:ext cx="9144000" cy="4509120"/>
          </a:xfrm>
          <a:prstGeom prst="rect">
            <a:avLst/>
          </a:prstGeom>
        </p:spPr>
      </p:pic>
      <p:sp>
        <p:nvSpPr>
          <p:cNvPr id="5" name="Arrow: Right 4">
            <a:extLst>
              <a:ext uri="{FF2B5EF4-FFF2-40B4-BE49-F238E27FC236}">
                <a16:creationId xmlns:a16="http://schemas.microsoft.com/office/drawing/2014/main" id="{ED7CE64B-ADB6-433F-AC64-17775C695D7F}"/>
              </a:ext>
            </a:extLst>
          </p:cNvPr>
          <p:cNvSpPr/>
          <p:nvPr/>
        </p:nvSpPr>
        <p:spPr>
          <a:xfrm>
            <a:off x="2267744" y="3933056"/>
            <a:ext cx="936104" cy="144016"/>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9668453"/>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15" y="0"/>
            <a:ext cx="9144000" cy="620688"/>
          </a:xfrm>
        </p:spPr>
        <p:txBody>
          <a:bodyPr>
            <a:normAutofit/>
          </a:bodyPr>
          <a:lstStyle/>
          <a:p>
            <a:pPr algn="ctr"/>
            <a:r>
              <a:rPr lang="en-US" sz="2400" dirty="0"/>
              <a:t>How to increase or decrease an indent level  of multilevel list</a:t>
            </a:r>
          </a:p>
        </p:txBody>
      </p:sp>
      <p:sp>
        <p:nvSpPr>
          <p:cNvPr id="3" name="Content Placeholder 2"/>
          <p:cNvSpPr>
            <a:spLocks noGrp="1"/>
          </p:cNvSpPr>
          <p:nvPr>
            <p:ph idx="1"/>
          </p:nvPr>
        </p:nvSpPr>
        <p:spPr>
          <a:xfrm>
            <a:off x="22415" y="476672"/>
            <a:ext cx="8969185" cy="6381328"/>
          </a:xfrm>
        </p:spPr>
        <p:txBody>
          <a:bodyPr>
            <a:normAutofit/>
          </a:bodyPr>
          <a:lstStyle/>
          <a:p>
            <a:pPr marL="0" indent="0" algn="ctr">
              <a:buNone/>
            </a:pPr>
            <a:r>
              <a:rPr lang="en-GB" sz="2800" b="1" dirty="0">
                <a:solidFill>
                  <a:srgbClr val="FF0000"/>
                </a:solidFill>
              </a:rPr>
              <a:t>Step 1  </a:t>
            </a:r>
            <a:endParaRPr lang="en-US" sz="2800" dirty="0"/>
          </a:p>
          <a:p>
            <a:pPr algn="just"/>
            <a:r>
              <a:rPr lang="en-US" sz="2800" dirty="0"/>
              <a:t>To </a:t>
            </a:r>
            <a:r>
              <a:rPr lang="en-US" sz="2800" b="1" dirty="0"/>
              <a:t>decrease the indent level</a:t>
            </a:r>
            <a:r>
              <a:rPr lang="en-US" sz="2800" dirty="0"/>
              <a:t>, place the insertion point at the beginning of the line, then </a:t>
            </a:r>
            <a:r>
              <a:rPr lang="en-US" sz="2800" b="1" dirty="0"/>
              <a:t>hold the Shift key </a:t>
            </a:r>
            <a:r>
              <a:rPr lang="en-US" sz="2800" dirty="0"/>
              <a:t>and </a:t>
            </a:r>
            <a:r>
              <a:rPr lang="en-US" sz="2800" b="1" dirty="0"/>
              <a:t>press the Tab key</a:t>
            </a:r>
            <a:r>
              <a:rPr lang="en-US" sz="2800" dirty="0"/>
              <a:t>.</a:t>
            </a:r>
          </a:p>
        </p:txBody>
      </p:sp>
      <p:pic>
        <p:nvPicPr>
          <p:cNvPr id="6" name="Picture 5">
            <a:extLst>
              <a:ext uri="{FF2B5EF4-FFF2-40B4-BE49-F238E27FC236}">
                <a16:creationId xmlns:a16="http://schemas.microsoft.com/office/drawing/2014/main" id="{A805D873-59F0-404B-B070-B4CE13CB5A68}"/>
              </a:ext>
            </a:extLst>
          </p:cNvPr>
          <p:cNvPicPr>
            <a:picLocks noChangeAspect="1"/>
          </p:cNvPicPr>
          <p:nvPr/>
        </p:nvPicPr>
        <p:blipFill>
          <a:blip r:embed="rId3"/>
          <a:stretch>
            <a:fillRect/>
          </a:stretch>
        </p:blipFill>
        <p:spPr>
          <a:xfrm>
            <a:off x="-13357" y="2276872"/>
            <a:ext cx="9144000" cy="4581128"/>
          </a:xfrm>
          <a:prstGeom prst="rect">
            <a:avLst/>
          </a:prstGeom>
        </p:spPr>
      </p:pic>
      <p:sp>
        <p:nvSpPr>
          <p:cNvPr id="7" name="Arrow: Left 6">
            <a:extLst>
              <a:ext uri="{FF2B5EF4-FFF2-40B4-BE49-F238E27FC236}">
                <a16:creationId xmlns:a16="http://schemas.microsoft.com/office/drawing/2014/main" id="{F7FDB454-6D8B-4020-84F2-1EA303D4E588}"/>
              </a:ext>
            </a:extLst>
          </p:cNvPr>
          <p:cNvSpPr/>
          <p:nvPr/>
        </p:nvSpPr>
        <p:spPr>
          <a:xfrm>
            <a:off x="2483768" y="3933056"/>
            <a:ext cx="1008112" cy="144016"/>
          </a:xfrm>
          <a:prstGeom prst="lef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7839638"/>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15" y="0"/>
            <a:ext cx="9144000" cy="620688"/>
          </a:xfrm>
        </p:spPr>
        <p:txBody>
          <a:bodyPr>
            <a:normAutofit/>
          </a:bodyPr>
          <a:lstStyle/>
          <a:p>
            <a:pPr algn="ctr"/>
            <a:r>
              <a:rPr lang="en-US" sz="2400" dirty="0"/>
              <a:t>How to increase or decrease an indent level  of multilevel list</a:t>
            </a:r>
          </a:p>
        </p:txBody>
      </p:sp>
      <p:sp>
        <p:nvSpPr>
          <p:cNvPr id="3" name="Content Placeholder 2"/>
          <p:cNvSpPr>
            <a:spLocks noGrp="1"/>
          </p:cNvSpPr>
          <p:nvPr>
            <p:ph idx="1"/>
          </p:nvPr>
        </p:nvSpPr>
        <p:spPr>
          <a:xfrm>
            <a:off x="22415" y="476672"/>
            <a:ext cx="8969185" cy="6381328"/>
          </a:xfrm>
        </p:spPr>
        <p:txBody>
          <a:bodyPr>
            <a:normAutofit/>
          </a:bodyPr>
          <a:lstStyle/>
          <a:p>
            <a:pPr marL="0" indent="0" algn="ctr">
              <a:buNone/>
            </a:pPr>
            <a:r>
              <a:rPr lang="en-GB" sz="2800" b="1" dirty="0">
                <a:solidFill>
                  <a:srgbClr val="FF0000"/>
                </a:solidFill>
              </a:rPr>
              <a:t> </a:t>
            </a:r>
            <a:endParaRPr lang="en-US" sz="2800" dirty="0"/>
          </a:p>
          <a:p>
            <a:pPr algn="just"/>
            <a:r>
              <a:rPr lang="en-US" sz="2800" dirty="0"/>
              <a:t>You can also increase or decrease the levels of text by placing the insertion point anywhere in the line and clicking the </a:t>
            </a:r>
            <a:r>
              <a:rPr lang="en-US" sz="2800" b="1" dirty="0"/>
              <a:t>Increase Indent </a:t>
            </a:r>
            <a:r>
              <a:rPr lang="en-US" sz="2800" dirty="0"/>
              <a:t>or Decrease Indent </a:t>
            </a:r>
            <a:r>
              <a:rPr lang="en-US" sz="2800" b="1" dirty="0"/>
              <a:t>commands </a:t>
            </a:r>
            <a:r>
              <a:rPr lang="en-US" sz="2800" dirty="0"/>
              <a:t>on the ribbon as shown below.</a:t>
            </a:r>
          </a:p>
          <a:p>
            <a:pPr algn="just"/>
            <a:endParaRPr lang="en-US" sz="2800" dirty="0"/>
          </a:p>
        </p:txBody>
      </p:sp>
      <p:pic>
        <p:nvPicPr>
          <p:cNvPr id="5" name="Picture 4">
            <a:extLst>
              <a:ext uri="{FF2B5EF4-FFF2-40B4-BE49-F238E27FC236}">
                <a16:creationId xmlns:a16="http://schemas.microsoft.com/office/drawing/2014/main" id="{1B964628-9D27-43F4-87E5-6C76C7C7F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3133936"/>
            <a:ext cx="8496944" cy="2815344"/>
          </a:xfrm>
          <a:prstGeom prst="rect">
            <a:avLst/>
          </a:prstGeom>
        </p:spPr>
      </p:pic>
    </p:spTree>
    <p:extLst>
      <p:ext uri="{BB962C8B-B14F-4D97-AF65-F5344CB8AC3E}">
        <p14:creationId xmlns:p14="http://schemas.microsoft.com/office/powerpoint/2010/main" val="4247523910"/>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Set Line Spacing in Word 2019</a:t>
            </a:r>
            <a:endParaRPr lang="en-US" dirty="0"/>
          </a:p>
        </p:txBody>
      </p:sp>
      <p:sp>
        <p:nvSpPr>
          <p:cNvPr id="3" name="Content Placeholder 2"/>
          <p:cNvSpPr>
            <a:spLocks noGrp="1"/>
          </p:cNvSpPr>
          <p:nvPr>
            <p:ph idx="1"/>
          </p:nvPr>
        </p:nvSpPr>
        <p:spPr>
          <a:xfrm>
            <a:off x="-1" y="620688"/>
            <a:ext cx="9121585" cy="6237312"/>
          </a:xfrm>
        </p:spPr>
        <p:txBody>
          <a:bodyPr>
            <a:normAutofit/>
          </a:bodyPr>
          <a:lstStyle/>
          <a:p>
            <a:pPr algn="just"/>
            <a:r>
              <a:rPr lang="en-US" sz="2800" dirty="0"/>
              <a:t>Line spacing is the space between each line in a paragraph. </a:t>
            </a:r>
          </a:p>
          <a:p>
            <a:pPr algn="just"/>
            <a:endParaRPr lang="en-US" sz="2800" dirty="0"/>
          </a:p>
          <a:p>
            <a:pPr algn="just"/>
            <a:r>
              <a:rPr lang="en-US" sz="2800" dirty="0"/>
              <a:t>Word allows you to customize the line spacing to be </a:t>
            </a:r>
            <a:r>
              <a:rPr lang="en-US" sz="2800" b="1" dirty="0"/>
              <a:t>single spaced (one line high)</a:t>
            </a:r>
            <a:r>
              <a:rPr lang="en-US" sz="2800" dirty="0"/>
              <a:t>, </a:t>
            </a:r>
            <a:r>
              <a:rPr lang="en-US" sz="2800" b="1" dirty="0"/>
              <a:t>double spaced (two lines high)</a:t>
            </a:r>
            <a:r>
              <a:rPr lang="en-US" sz="2800" dirty="0"/>
              <a:t>, or any other amount you want. </a:t>
            </a:r>
          </a:p>
          <a:p>
            <a:pPr algn="just"/>
            <a:endParaRPr lang="en-US" sz="2800" dirty="0"/>
          </a:p>
          <a:p>
            <a:pPr algn="just"/>
            <a:r>
              <a:rPr lang="en-US" sz="2800" dirty="0"/>
              <a:t>The default spacing in Word is </a:t>
            </a:r>
            <a:r>
              <a:rPr lang="en-US" sz="2800" b="1" dirty="0"/>
              <a:t>1.08 lines</a:t>
            </a:r>
            <a:r>
              <a:rPr lang="en-US" sz="2800" dirty="0"/>
              <a:t>, which is slightly larger than single spaced.</a:t>
            </a:r>
          </a:p>
          <a:p>
            <a:pPr algn="just"/>
            <a:endParaRPr lang="en-GB" sz="2800" dirty="0"/>
          </a:p>
        </p:txBody>
      </p:sp>
    </p:spTree>
    <p:extLst>
      <p:ext uri="{BB962C8B-B14F-4D97-AF65-F5344CB8AC3E}">
        <p14:creationId xmlns:p14="http://schemas.microsoft.com/office/powerpoint/2010/main" val="4201960946"/>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Spacing between Lines</a:t>
            </a:r>
            <a:endParaRPr lang="en-US" dirty="0"/>
          </a:p>
        </p:txBody>
      </p:sp>
      <p:sp>
        <p:nvSpPr>
          <p:cNvPr id="3" name="Content Placeholder 2"/>
          <p:cNvSpPr>
            <a:spLocks noGrp="1"/>
          </p:cNvSpPr>
          <p:nvPr>
            <p:ph idx="1"/>
          </p:nvPr>
        </p:nvSpPr>
        <p:spPr>
          <a:xfrm>
            <a:off x="22415" y="476672"/>
            <a:ext cx="9121585" cy="6381328"/>
          </a:xfrm>
        </p:spPr>
        <p:txBody>
          <a:bodyPr>
            <a:normAutofit/>
          </a:bodyPr>
          <a:lstStyle/>
          <a:p>
            <a:pPr marL="0" indent="0" algn="ctr">
              <a:buNone/>
            </a:pPr>
            <a:r>
              <a:rPr lang="en-GB" sz="2800" b="1" dirty="0">
                <a:solidFill>
                  <a:srgbClr val="FF0000"/>
                </a:solidFill>
              </a:rPr>
              <a:t>Step 1  </a:t>
            </a:r>
          </a:p>
          <a:p>
            <a:pPr algn="just"/>
            <a:r>
              <a:rPr lang="en-GB" sz="2800" dirty="0"/>
              <a:t>Select the paragraph or paragraphs for which you want to define spacing. You can use any of the text selection method to select the paragraph(s).</a:t>
            </a:r>
          </a:p>
          <a:p>
            <a:pPr marL="0" indent="0" algn="ctr">
              <a:buNone/>
            </a:pPr>
            <a:r>
              <a:rPr lang="en-GB" sz="2800" b="1" dirty="0">
                <a:solidFill>
                  <a:srgbClr val="FF0000"/>
                </a:solidFill>
              </a:rPr>
              <a:t>Step 2</a:t>
            </a:r>
          </a:p>
          <a:p>
            <a:pPr algn="just"/>
            <a:r>
              <a:rPr lang="en-GB" sz="2800" dirty="0"/>
              <a:t>Click the </a:t>
            </a:r>
            <a:r>
              <a:rPr lang="en-GB" sz="2800" b="1" dirty="0"/>
              <a:t>Line and Paragraph Spacing Button triangle </a:t>
            </a:r>
            <a:r>
              <a:rPr lang="en-GB" sz="2800" dirty="0"/>
              <a:t>to display a list of options to adjust space between the lines.</a:t>
            </a:r>
          </a:p>
          <a:p>
            <a:pPr algn="just"/>
            <a:r>
              <a:rPr lang="en-GB" sz="2800" dirty="0"/>
              <a:t>You can select any of the option available by simply clicking over it.</a:t>
            </a:r>
          </a:p>
        </p:txBody>
      </p:sp>
      <p:pic>
        <p:nvPicPr>
          <p:cNvPr id="6" name="Picture 5">
            <a:extLst>
              <a:ext uri="{FF2B5EF4-FFF2-40B4-BE49-F238E27FC236}">
                <a16:creationId xmlns:a16="http://schemas.microsoft.com/office/drawing/2014/main" id="{949BAAE5-0024-4EE6-9EB5-D8C33C87B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4293096"/>
            <a:ext cx="5324475" cy="2568065"/>
          </a:xfrm>
          <a:prstGeom prst="rect">
            <a:avLst/>
          </a:prstGeom>
        </p:spPr>
      </p:pic>
    </p:spTree>
    <p:extLst>
      <p:ext uri="{BB962C8B-B14F-4D97-AF65-F5344CB8AC3E}">
        <p14:creationId xmlns:p14="http://schemas.microsoft.com/office/powerpoint/2010/main" val="3203490652"/>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Lines</a:t>
            </a:r>
            <a:endParaRPr lang="en-US" dirty="0"/>
          </a:p>
        </p:txBody>
      </p:sp>
      <p:pic>
        <p:nvPicPr>
          <p:cNvPr id="5" name="Content Placeholder 4">
            <a:extLst>
              <a:ext uri="{FF2B5EF4-FFF2-40B4-BE49-F238E27FC236}">
                <a16:creationId xmlns:a16="http://schemas.microsoft.com/office/drawing/2014/main" id="{4F7286E2-44FE-4784-BCE6-2A46DE42873B}"/>
              </a:ext>
            </a:extLst>
          </p:cNvPr>
          <p:cNvPicPr>
            <a:picLocks noGrp="1" noChangeAspect="1"/>
          </p:cNvPicPr>
          <p:nvPr>
            <p:ph idx="1"/>
          </p:nvPr>
        </p:nvPicPr>
        <p:blipFill>
          <a:blip r:embed="rId3"/>
          <a:stretch>
            <a:fillRect/>
          </a:stretch>
        </p:blipFill>
        <p:spPr>
          <a:xfrm>
            <a:off x="0" y="908720"/>
            <a:ext cx="9143999" cy="5949280"/>
          </a:xfrm>
          <a:prstGeom prst="rect">
            <a:avLst/>
          </a:prstGeom>
        </p:spPr>
      </p:pic>
      <p:sp>
        <p:nvSpPr>
          <p:cNvPr id="6" name="Arrow: Right 5">
            <a:extLst>
              <a:ext uri="{FF2B5EF4-FFF2-40B4-BE49-F238E27FC236}">
                <a16:creationId xmlns:a16="http://schemas.microsoft.com/office/drawing/2014/main" id="{A3A82B46-8AE7-4EA6-B294-682D03CF877A}"/>
              </a:ext>
            </a:extLst>
          </p:cNvPr>
          <p:cNvSpPr/>
          <p:nvPr/>
        </p:nvSpPr>
        <p:spPr>
          <a:xfrm>
            <a:off x="1907704" y="3068960"/>
            <a:ext cx="432048" cy="45719"/>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9403847"/>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Adjusting line spacing</a:t>
            </a:r>
            <a:endParaRPr lang="en-US" dirty="0"/>
          </a:p>
        </p:txBody>
      </p:sp>
      <p:sp>
        <p:nvSpPr>
          <p:cNvPr id="3" name="Content Placeholder 2"/>
          <p:cNvSpPr>
            <a:spLocks noGrp="1"/>
          </p:cNvSpPr>
          <p:nvPr>
            <p:ph idx="1"/>
          </p:nvPr>
        </p:nvSpPr>
        <p:spPr>
          <a:xfrm>
            <a:off x="22415" y="476672"/>
            <a:ext cx="9121585" cy="6381328"/>
          </a:xfrm>
        </p:spPr>
        <p:txBody>
          <a:bodyPr>
            <a:normAutofit/>
          </a:bodyPr>
          <a:lstStyle/>
          <a:p>
            <a:r>
              <a:rPr lang="en-US" sz="2800" dirty="0"/>
              <a:t>Your line spacing options aren't limited to the ones in the Line and Paragraph Spacing menu.</a:t>
            </a:r>
          </a:p>
          <a:p>
            <a:endParaRPr lang="en-US" sz="2800" dirty="0"/>
          </a:p>
          <a:p>
            <a:r>
              <a:rPr lang="en-US" sz="2800" dirty="0"/>
              <a:t>To adjust spacing with more precision, select </a:t>
            </a:r>
            <a:r>
              <a:rPr lang="en-US" sz="2800" b="1" dirty="0"/>
              <a:t>Line Spacing Options</a:t>
            </a:r>
            <a:r>
              <a:rPr lang="en-US" sz="2800" dirty="0"/>
              <a:t> from the menu to access the </a:t>
            </a:r>
            <a:r>
              <a:rPr lang="en-US" sz="2800" b="1" dirty="0"/>
              <a:t>Paragraph dialog box</a:t>
            </a:r>
            <a:r>
              <a:rPr lang="en-US" sz="2800" dirty="0"/>
              <a:t>.</a:t>
            </a:r>
          </a:p>
          <a:p>
            <a:endParaRPr lang="en-US" sz="2800" dirty="0"/>
          </a:p>
        </p:txBody>
      </p:sp>
      <p:pic>
        <p:nvPicPr>
          <p:cNvPr id="5" name="Picture 4">
            <a:extLst>
              <a:ext uri="{FF2B5EF4-FFF2-40B4-BE49-F238E27FC236}">
                <a16:creationId xmlns:a16="http://schemas.microsoft.com/office/drawing/2014/main" id="{71680E31-B962-4F9D-943B-46340860A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3254" y="2852936"/>
            <a:ext cx="4337491" cy="4005064"/>
          </a:xfrm>
          <a:prstGeom prst="rect">
            <a:avLst/>
          </a:prstGeom>
        </p:spPr>
      </p:pic>
    </p:spTree>
    <p:extLst>
      <p:ext uri="{BB962C8B-B14F-4D97-AF65-F5344CB8AC3E}">
        <p14:creationId xmlns:p14="http://schemas.microsoft.com/office/powerpoint/2010/main" val="825449886"/>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Adjusting line spacing</a:t>
            </a:r>
            <a:endParaRPr lang="en-US" dirty="0"/>
          </a:p>
        </p:txBody>
      </p:sp>
      <p:sp>
        <p:nvSpPr>
          <p:cNvPr id="3" name="Content Placeholder 2"/>
          <p:cNvSpPr>
            <a:spLocks noGrp="1"/>
          </p:cNvSpPr>
          <p:nvPr>
            <p:ph idx="1"/>
          </p:nvPr>
        </p:nvSpPr>
        <p:spPr>
          <a:xfrm>
            <a:off x="22415" y="476672"/>
            <a:ext cx="9121585" cy="6381328"/>
          </a:xfrm>
        </p:spPr>
        <p:txBody>
          <a:bodyPr>
            <a:normAutofit lnSpcReduction="10000"/>
          </a:bodyPr>
          <a:lstStyle/>
          <a:p>
            <a:pPr algn="just"/>
            <a:r>
              <a:rPr lang="en-US" sz="2800" b="1" dirty="0"/>
              <a:t>EXACTLY</a:t>
            </a:r>
            <a:r>
              <a:rPr lang="en-US" sz="2800" dirty="0"/>
              <a:t>: When you choose this option, the line spacing is measured in points, just like font size. For example, if you're using 12-point text, you could use 15-point spacing.</a:t>
            </a:r>
          </a:p>
          <a:p>
            <a:pPr algn="just"/>
            <a:endParaRPr lang="en-US" sz="2800" dirty="0"/>
          </a:p>
          <a:p>
            <a:pPr algn="just"/>
            <a:r>
              <a:rPr lang="en-US" sz="2800" b="1" dirty="0"/>
              <a:t>AT LEAST</a:t>
            </a:r>
            <a:r>
              <a:rPr lang="en-US" sz="2800" dirty="0"/>
              <a:t>: Like the Exactly option, this lets you choose how many points of spacing you want. However, if you have different sizes of text on the same line, the spacing will expand to fit the larger text.</a:t>
            </a:r>
          </a:p>
          <a:p>
            <a:pPr algn="just"/>
            <a:endParaRPr lang="en-US" sz="2800" dirty="0"/>
          </a:p>
          <a:p>
            <a:pPr algn="just"/>
            <a:r>
              <a:rPr lang="en-US" sz="2800" b="1" dirty="0"/>
              <a:t>MULTIPLE</a:t>
            </a:r>
            <a:r>
              <a:rPr lang="en-US" sz="2800" dirty="0"/>
              <a:t>: This option lets you type the number of lines of spacing you want. For example, choosing Multiple and changing the spacing to </a:t>
            </a:r>
            <a:r>
              <a:rPr lang="en-US" sz="2800" b="1" dirty="0"/>
              <a:t>1.2</a:t>
            </a:r>
            <a:r>
              <a:rPr lang="en-US" sz="2800" dirty="0"/>
              <a:t> will make the text slightly more spread out than single-spaced text. If you want the lines to be closer together, you can choose a smaller value, like </a:t>
            </a:r>
            <a:r>
              <a:rPr lang="en-US" sz="2800" b="1" dirty="0"/>
              <a:t>0.9</a:t>
            </a:r>
            <a:r>
              <a:rPr lang="en-US" sz="2800" dirty="0"/>
              <a:t>.</a:t>
            </a:r>
          </a:p>
        </p:txBody>
      </p:sp>
    </p:spTree>
    <p:extLst>
      <p:ext uri="{BB962C8B-B14F-4D97-AF65-F5344CB8AC3E}">
        <p14:creationId xmlns:p14="http://schemas.microsoft.com/office/powerpoint/2010/main" val="3676255828"/>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476672"/>
          </a:xfrm>
        </p:spPr>
        <p:txBody>
          <a:bodyPr>
            <a:normAutofit fontScale="90000"/>
          </a:bodyPr>
          <a:lstStyle/>
          <a:p>
            <a:pPr algn="ctr"/>
            <a:r>
              <a:rPr lang="en-GB" dirty="0"/>
              <a:t>Spacing between Paragraphs</a:t>
            </a:r>
            <a:endParaRPr lang="en-US" dirty="0"/>
          </a:p>
        </p:txBody>
      </p:sp>
      <p:sp>
        <p:nvSpPr>
          <p:cNvPr id="3" name="Content Placeholder 2"/>
          <p:cNvSpPr>
            <a:spLocks noGrp="1"/>
          </p:cNvSpPr>
          <p:nvPr>
            <p:ph idx="1"/>
          </p:nvPr>
        </p:nvSpPr>
        <p:spPr>
          <a:xfrm>
            <a:off x="22415" y="476672"/>
            <a:ext cx="9121585" cy="6381328"/>
          </a:xfrm>
        </p:spPr>
        <p:txBody>
          <a:bodyPr>
            <a:normAutofit/>
          </a:bodyPr>
          <a:lstStyle/>
          <a:p>
            <a:pPr marL="0" indent="0" algn="ctr">
              <a:buNone/>
            </a:pPr>
            <a:r>
              <a:rPr lang="en-GB" sz="2800" b="1" dirty="0">
                <a:solidFill>
                  <a:srgbClr val="FF0000"/>
                </a:solidFill>
              </a:rPr>
              <a:t>Step 1  </a:t>
            </a:r>
          </a:p>
          <a:p>
            <a:pPr algn="just"/>
            <a:r>
              <a:rPr lang="en-GB" sz="2800" dirty="0"/>
              <a:t>Select the paragraph or paragraphs for which you want to define spacing </a:t>
            </a:r>
          </a:p>
          <a:p>
            <a:pPr marL="0" indent="0" algn="ctr">
              <a:buNone/>
            </a:pPr>
            <a:r>
              <a:rPr lang="en-GB" sz="2800" b="1" dirty="0">
                <a:solidFill>
                  <a:srgbClr val="FF0000"/>
                </a:solidFill>
              </a:rPr>
              <a:t>Step 2</a:t>
            </a:r>
          </a:p>
          <a:p>
            <a:pPr algn="just"/>
            <a:r>
              <a:rPr lang="en-US" sz="2800" dirty="0"/>
              <a:t>On the Home tab, click the Line and Paragraph Spacing command. </a:t>
            </a:r>
            <a:r>
              <a:rPr lang="en-US" sz="2800" b="1" dirty="0"/>
              <a:t>Click Add Space Before Paragraph </a:t>
            </a:r>
            <a:r>
              <a:rPr lang="en-US" sz="2800" dirty="0"/>
              <a:t>or </a:t>
            </a:r>
            <a:r>
              <a:rPr lang="en-US" sz="2800" b="1" dirty="0"/>
              <a:t>Remove Space After Paragrap</a:t>
            </a:r>
            <a:r>
              <a:rPr lang="en-US" sz="2800" dirty="0"/>
              <a:t>h from the drop-down menu. In our example, we'll select Add Space Before Paragraph.</a:t>
            </a:r>
            <a:endParaRPr lang="en-GB" sz="2800" dirty="0"/>
          </a:p>
        </p:txBody>
      </p:sp>
      <p:pic>
        <p:nvPicPr>
          <p:cNvPr id="5" name="Picture 4">
            <a:extLst>
              <a:ext uri="{FF2B5EF4-FFF2-40B4-BE49-F238E27FC236}">
                <a16:creationId xmlns:a16="http://schemas.microsoft.com/office/drawing/2014/main" id="{593603C2-2EF7-497D-898F-2C31622E3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4149080"/>
            <a:ext cx="5610225" cy="2677021"/>
          </a:xfrm>
          <a:prstGeom prst="rect">
            <a:avLst/>
          </a:prstGeom>
        </p:spPr>
      </p:pic>
    </p:spTree>
    <p:extLst>
      <p:ext uri="{BB962C8B-B14F-4D97-AF65-F5344CB8AC3E}">
        <p14:creationId xmlns:p14="http://schemas.microsoft.com/office/powerpoint/2010/main" val="2759457498"/>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Paragraphs</a:t>
            </a:r>
            <a:endParaRPr lang="en-US" dirty="0"/>
          </a:p>
        </p:txBody>
      </p:sp>
      <p:sp>
        <p:nvSpPr>
          <p:cNvPr id="4" name="Content Placeholder 3">
            <a:extLst>
              <a:ext uri="{FF2B5EF4-FFF2-40B4-BE49-F238E27FC236}">
                <a16:creationId xmlns:a16="http://schemas.microsoft.com/office/drawing/2014/main" id="{82760D48-C944-4545-B786-6A3CADA21DCA}"/>
              </a:ext>
            </a:extLst>
          </p:cNvPr>
          <p:cNvSpPr>
            <a:spLocks noGrp="1"/>
          </p:cNvSpPr>
          <p:nvPr>
            <p:ph idx="1"/>
          </p:nvPr>
        </p:nvSpPr>
        <p:spPr>
          <a:xfrm>
            <a:off x="0" y="620688"/>
            <a:ext cx="9144000" cy="6237312"/>
          </a:xfrm>
        </p:spPr>
        <p:txBody>
          <a:bodyPr/>
          <a:lstStyle/>
          <a:p>
            <a:r>
              <a:rPr lang="en-US" dirty="0"/>
              <a:t>The paragraph spacing will change in the document as shown below.</a:t>
            </a:r>
          </a:p>
          <a:p>
            <a:endParaRPr lang="en-US" dirty="0"/>
          </a:p>
        </p:txBody>
      </p:sp>
      <p:pic>
        <p:nvPicPr>
          <p:cNvPr id="5" name="Picture 4">
            <a:extLst>
              <a:ext uri="{FF2B5EF4-FFF2-40B4-BE49-F238E27FC236}">
                <a16:creationId xmlns:a16="http://schemas.microsoft.com/office/drawing/2014/main" id="{77E468A5-5F70-4036-A34F-E85E3C24320F}"/>
              </a:ext>
            </a:extLst>
          </p:cNvPr>
          <p:cNvPicPr>
            <a:picLocks noChangeAspect="1"/>
          </p:cNvPicPr>
          <p:nvPr/>
        </p:nvPicPr>
        <p:blipFill>
          <a:blip r:embed="rId3"/>
          <a:stretch>
            <a:fillRect/>
          </a:stretch>
        </p:blipFill>
        <p:spPr>
          <a:xfrm>
            <a:off x="-22415" y="1717010"/>
            <a:ext cx="9144000" cy="5140990"/>
          </a:xfrm>
          <a:prstGeom prst="rect">
            <a:avLst/>
          </a:prstGeom>
        </p:spPr>
      </p:pic>
    </p:spTree>
    <p:extLst>
      <p:ext uri="{BB962C8B-B14F-4D97-AF65-F5344CB8AC3E}">
        <p14:creationId xmlns:p14="http://schemas.microsoft.com/office/powerpoint/2010/main" val="3349902148"/>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Spacing between Paragraphs</a:t>
            </a:r>
            <a:endParaRPr lang="en-US" dirty="0"/>
          </a:p>
        </p:txBody>
      </p:sp>
      <p:sp>
        <p:nvSpPr>
          <p:cNvPr id="4" name="Content Placeholder 3">
            <a:extLst>
              <a:ext uri="{FF2B5EF4-FFF2-40B4-BE49-F238E27FC236}">
                <a16:creationId xmlns:a16="http://schemas.microsoft.com/office/drawing/2014/main" id="{82760D48-C944-4545-B786-6A3CADA21DCA}"/>
              </a:ext>
            </a:extLst>
          </p:cNvPr>
          <p:cNvSpPr>
            <a:spLocks noGrp="1"/>
          </p:cNvSpPr>
          <p:nvPr>
            <p:ph idx="1"/>
          </p:nvPr>
        </p:nvSpPr>
        <p:spPr>
          <a:xfrm>
            <a:off x="0" y="620688"/>
            <a:ext cx="9144000" cy="6237312"/>
          </a:xfrm>
        </p:spPr>
        <p:txBody>
          <a:bodyPr/>
          <a:lstStyle/>
          <a:p>
            <a:r>
              <a:rPr lang="en-US" dirty="0"/>
              <a:t>From the drop-down menu, you can also select </a:t>
            </a:r>
            <a:r>
              <a:rPr lang="en-US" b="1" dirty="0"/>
              <a:t>Line Spacing Options</a:t>
            </a:r>
            <a:r>
              <a:rPr lang="en-US" dirty="0"/>
              <a:t> to open the </a:t>
            </a:r>
            <a:r>
              <a:rPr lang="en-US" b="1" dirty="0"/>
              <a:t>Paragraph dialog box</a:t>
            </a:r>
            <a:r>
              <a:rPr lang="en-US" dirty="0"/>
              <a:t>. From here, you can control how much space there is </a:t>
            </a:r>
            <a:r>
              <a:rPr lang="en-US" b="1" dirty="0"/>
              <a:t>before</a:t>
            </a:r>
            <a:r>
              <a:rPr lang="en-US" dirty="0"/>
              <a:t> and </a:t>
            </a:r>
            <a:r>
              <a:rPr lang="en-US" b="1" dirty="0"/>
              <a:t>after</a:t>
            </a:r>
            <a:r>
              <a:rPr lang="en-US" dirty="0"/>
              <a:t> the paragraph.</a:t>
            </a:r>
          </a:p>
          <a:p>
            <a:endParaRPr lang="en-US" dirty="0"/>
          </a:p>
        </p:txBody>
      </p:sp>
      <p:pic>
        <p:nvPicPr>
          <p:cNvPr id="6" name="Picture 5">
            <a:extLst>
              <a:ext uri="{FF2B5EF4-FFF2-40B4-BE49-F238E27FC236}">
                <a16:creationId xmlns:a16="http://schemas.microsoft.com/office/drawing/2014/main" id="{3106C832-4DDB-4714-977B-4035AE546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3104" y="2708920"/>
            <a:ext cx="5799256" cy="4149080"/>
          </a:xfrm>
          <a:prstGeom prst="rect">
            <a:avLst/>
          </a:prstGeom>
        </p:spPr>
      </p:pic>
    </p:spTree>
    <p:extLst>
      <p:ext uri="{BB962C8B-B14F-4D97-AF65-F5344CB8AC3E}">
        <p14:creationId xmlns:p14="http://schemas.microsoft.com/office/powerpoint/2010/main" val="4079808457"/>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Borders and Shades in Word 2019</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buNone/>
            </a:pPr>
            <a:r>
              <a:rPr lang="en-GB" sz="2800" b="1" dirty="0">
                <a:solidFill>
                  <a:srgbClr val="FF0000"/>
                </a:solidFill>
              </a:rPr>
              <a:t>  </a:t>
            </a:r>
          </a:p>
          <a:p>
            <a:pPr algn="just"/>
            <a:r>
              <a:rPr lang="en-GB" sz="2800" dirty="0"/>
              <a:t>Microsoft Word allows you to place a border on any or all of the four sides of selected text, paragraphs, and pages.</a:t>
            </a:r>
          </a:p>
          <a:p>
            <a:pPr algn="just"/>
            <a:endParaRPr lang="en-GB" sz="2800" dirty="0"/>
          </a:p>
          <a:p>
            <a:pPr algn="just"/>
            <a:r>
              <a:rPr lang="en-GB" sz="2800" dirty="0"/>
              <a:t>You can also add different shades to the space occupied by the selected text, paragraphs, and pages. </a:t>
            </a:r>
          </a:p>
        </p:txBody>
      </p:sp>
    </p:spTree>
    <p:extLst>
      <p:ext uri="{BB962C8B-B14F-4D97-AF65-F5344CB8AC3E}">
        <p14:creationId xmlns:p14="http://schemas.microsoft.com/office/powerpoint/2010/main" val="48321806"/>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Text in a Paragraph</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p>
          <a:p>
            <a:pPr algn="just"/>
            <a:r>
              <a:rPr lang="en-GB" sz="2800" dirty="0"/>
              <a:t> Select the portion of text or paragraph to which you want to add border. You can use any of the text selection method to select the paragraph(s). </a:t>
            </a:r>
          </a:p>
          <a:p>
            <a:pPr algn="just"/>
            <a:endParaRPr lang="en-GB" sz="2800" dirty="0"/>
          </a:p>
          <a:p>
            <a:pPr marL="0" indent="0" algn="ctr">
              <a:buNone/>
            </a:pPr>
            <a:r>
              <a:rPr lang="en-GB" sz="2800" b="1" dirty="0">
                <a:solidFill>
                  <a:srgbClr val="FF0000"/>
                </a:solidFill>
              </a:rPr>
              <a:t>Step 2</a:t>
            </a:r>
          </a:p>
          <a:p>
            <a:pPr algn="just"/>
            <a:r>
              <a:rPr lang="en-GB" sz="2800" dirty="0"/>
              <a:t>Click the </a:t>
            </a:r>
            <a:r>
              <a:rPr lang="en-GB" sz="2800" b="1" dirty="0"/>
              <a:t>Border Button</a:t>
            </a:r>
            <a:r>
              <a:rPr lang="en-GB" sz="2800" dirty="0"/>
              <a:t> to display a list of options to put a border around the selected text or paragraph.</a:t>
            </a:r>
          </a:p>
          <a:p>
            <a:pPr algn="just"/>
            <a:endParaRPr lang="en-GB" sz="2800" dirty="0"/>
          </a:p>
          <a:p>
            <a:pPr algn="just"/>
            <a:r>
              <a:rPr lang="en-GB" sz="2800" dirty="0"/>
              <a:t>You can select any of the option available by simply clicking over it.</a:t>
            </a:r>
          </a:p>
        </p:txBody>
      </p:sp>
    </p:spTree>
    <p:extLst>
      <p:ext uri="{BB962C8B-B14F-4D97-AF65-F5344CB8AC3E}">
        <p14:creationId xmlns:p14="http://schemas.microsoft.com/office/powerpoint/2010/main" val="2784133486"/>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US" dirty="0"/>
              <a:t>Add Borders to Text in a Paragraph</a:t>
            </a:r>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endParaRPr lang="en-GB" sz="2800" dirty="0"/>
          </a:p>
          <a:p>
            <a:pPr algn="just"/>
            <a:endParaRPr lang="en-GB" sz="2800" dirty="0"/>
          </a:p>
          <a:p>
            <a:pPr algn="just"/>
            <a:endParaRPr lang="en-GB" sz="2800" dirty="0"/>
          </a:p>
          <a:p>
            <a:pPr algn="just"/>
            <a:endParaRPr lang="en-GB" sz="2800" dirty="0"/>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400" b="1" dirty="0">
              <a:solidFill>
                <a:srgbClr val="FF0000"/>
              </a:solidFill>
            </a:endParaRPr>
          </a:p>
          <a:p>
            <a:pPr marL="0" indent="0" algn="ctr">
              <a:buNone/>
            </a:pPr>
            <a:r>
              <a:rPr lang="en-GB" sz="2400" b="1" dirty="0">
                <a:solidFill>
                  <a:srgbClr val="FF0000"/>
                </a:solidFill>
              </a:rPr>
              <a:t>Step 3</a:t>
            </a:r>
          </a:p>
          <a:p>
            <a:pPr algn="just"/>
            <a:r>
              <a:rPr lang="en-GB" sz="2400" dirty="0"/>
              <a:t>Try to add different borders like left, right top or bottom by selecting different options from the border options.</a:t>
            </a:r>
          </a:p>
        </p:txBody>
      </p:sp>
      <p:pic>
        <p:nvPicPr>
          <p:cNvPr id="4" name="Picture 3">
            <a:extLst>
              <a:ext uri="{FF2B5EF4-FFF2-40B4-BE49-F238E27FC236}">
                <a16:creationId xmlns:a16="http://schemas.microsoft.com/office/drawing/2014/main" id="{F71EC7AC-1A01-43D6-B0E8-5255D9D0DDE9}"/>
              </a:ext>
            </a:extLst>
          </p:cNvPr>
          <p:cNvPicPr>
            <a:picLocks noChangeAspect="1"/>
          </p:cNvPicPr>
          <p:nvPr/>
        </p:nvPicPr>
        <p:blipFill>
          <a:blip r:embed="rId3"/>
          <a:stretch>
            <a:fillRect/>
          </a:stretch>
        </p:blipFill>
        <p:spPr>
          <a:xfrm>
            <a:off x="0" y="620688"/>
            <a:ext cx="9144000" cy="4464496"/>
          </a:xfrm>
          <a:prstGeom prst="rect">
            <a:avLst/>
          </a:prstGeom>
        </p:spPr>
      </p:pic>
    </p:spTree>
    <p:extLst>
      <p:ext uri="{BB962C8B-B14F-4D97-AF65-F5344CB8AC3E}">
        <p14:creationId xmlns:p14="http://schemas.microsoft.com/office/powerpoint/2010/main" val="3906093230"/>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algn="just"/>
            <a:endParaRPr lang="en-GB" sz="2800" dirty="0"/>
          </a:p>
          <a:p>
            <a:pPr algn="just"/>
            <a:endParaRPr lang="en-GB" sz="2800" dirty="0"/>
          </a:p>
          <a:p>
            <a:pPr algn="just"/>
            <a:endParaRPr lang="en-GB" sz="2800" dirty="0"/>
          </a:p>
          <a:p>
            <a:pPr algn="just"/>
            <a:endParaRPr lang="en-GB" sz="2800" dirty="0"/>
          </a:p>
          <a:p>
            <a:pPr algn="just"/>
            <a:endParaRPr lang="en-GB" sz="2800" dirty="0"/>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400" b="1" dirty="0">
              <a:solidFill>
                <a:srgbClr val="FF0000"/>
              </a:solidFill>
            </a:endParaRPr>
          </a:p>
          <a:p>
            <a:pPr marL="0" indent="0" algn="ctr">
              <a:buNone/>
            </a:pPr>
            <a:r>
              <a:rPr lang="en-GB" sz="2400" b="1" dirty="0">
                <a:solidFill>
                  <a:srgbClr val="FF0000"/>
                </a:solidFill>
              </a:rPr>
              <a:t>Step 4</a:t>
            </a:r>
          </a:p>
          <a:p>
            <a:pPr algn="just"/>
            <a:r>
              <a:rPr lang="en-GB" sz="2400" dirty="0"/>
              <a:t>To delete the existing border, simply select the No Border option from the border options.</a:t>
            </a:r>
          </a:p>
        </p:txBody>
      </p:sp>
      <p:pic>
        <p:nvPicPr>
          <p:cNvPr id="4" name="Picture 3">
            <a:extLst>
              <a:ext uri="{FF2B5EF4-FFF2-40B4-BE49-F238E27FC236}">
                <a16:creationId xmlns:a16="http://schemas.microsoft.com/office/drawing/2014/main" id="{2687E464-24B0-42B5-ABE2-793BB4ADD337}"/>
              </a:ext>
            </a:extLst>
          </p:cNvPr>
          <p:cNvPicPr>
            <a:picLocks noChangeAspect="1"/>
          </p:cNvPicPr>
          <p:nvPr/>
        </p:nvPicPr>
        <p:blipFill>
          <a:blip r:embed="rId3"/>
          <a:stretch>
            <a:fillRect/>
          </a:stretch>
        </p:blipFill>
        <p:spPr>
          <a:xfrm>
            <a:off x="0" y="620689"/>
            <a:ext cx="9144000" cy="4320480"/>
          </a:xfrm>
          <a:prstGeom prst="rect">
            <a:avLst/>
          </a:prstGeom>
        </p:spPr>
      </p:pic>
    </p:spTree>
    <p:extLst>
      <p:ext uri="{BB962C8B-B14F-4D97-AF65-F5344CB8AC3E}">
        <p14:creationId xmlns:p14="http://schemas.microsoft.com/office/powerpoint/2010/main" val="609857033"/>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p>
          <a:p>
            <a:pPr algn="just"/>
            <a:r>
              <a:rPr lang="en-GB" sz="2800" dirty="0"/>
              <a:t>Click the </a:t>
            </a:r>
            <a:r>
              <a:rPr lang="en-GB" sz="2800" b="1" dirty="0"/>
              <a:t>Border Button </a:t>
            </a:r>
            <a:r>
              <a:rPr lang="en-GB" sz="2800" dirty="0"/>
              <a:t>to display a list of options to put a border. </a:t>
            </a:r>
          </a:p>
          <a:p>
            <a:pPr algn="just"/>
            <a:endParaRPr lang="en-GB" sz="2800" dirty="0"/>
          </a:p>
          <a:p>
            <a:pPr algn="just"/>
            <a:r>
              <a:rPr lang="en-GB" sz="2800" dirty="0"/>
              <a:t>Select the </a:t>
            </a:r>
            <a:r>
              <a:rPr lang="en-GB" sz="2800" b="1" dirty="0"/>
              <a:t>Border and Shading option </a:t>
            </a:r>
            <a:r>
              <a:rPr lang="en-GB" sz="2800" dirty="0"/>
              <a:t>available at the bottom of the list of options as shown in the  screenshot.</a:t>
            </a:r>
          </a:p>
          <a:p>
            <a:pPr algn="just"/>
            <a:endParaRPr lang="en-GB" sz="2800" dirty="0"/>
          </a:p>
          <a:p>
            <a:pPr algn="just"/>
            <a:r>
              <a:rPr lang="en-GB" sz="2800" dirty="0"/>
              <a:t> This will display a </a:t>
            </a:r>
            <a:r>
              <a:rPr lang="en-GB" sz="2800" b="1" dirty="0"/>
              <a:t>Border and Shading dialog box</a:t>
            </a:r>
            <a:r>
              <a:rPr lang="en-GB" sz="2800" dirty="0"/>
              <a:t>.</a:t>
            </a:r>
          </a:p>
          <a:p>
            <a:pPr algn="just"/>
            <a:endParaRPr lang="en-GB" sz="2800" dirty="0"/>
          </a:p>
          <a:p>
            <a:pPr algn="just"/>
            <a:endParaRPr lang="en-GB" sz="2800" dirty="0"/>
          </a:p>
        </p:txBody>
      </p:sp>
    </p:spTree>
    <p:extLst>
      <p:ext uri="{BB962C8B-B14F-4D97-AF65-F5344CB8AC3E}">
        <p14:creationId xmlns:p14="http://schemas.microsoft.com/office/powerpoint/2010/main" val="144628438"/>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52400" y="620688"/>
            <a:ext cx="8839200" cy="6048672"/>
          </a:xfrm>
        </p:spPr>
        <p:txBody>
          <a:bodyPr>
            <a:normAutofit lnSpcReduction="10000"/>
          </a:bodyPr>
          <a:lstStyle/>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endParaRPr lang="en-GB" sz="2800" b="1" dirty="0">
              <a:solidFill>
                <a:srgbClr val="FF0000"/>
              </a:solidFill>
            </a:endParaRPr>
          </a:p>
          <a:p>
            <a:pPr marL="0" indent="0" algn="ctr">
              <a:buNone/>
            </a:pPr>
            <a:r>
              <a:rPr lang="en-GB" sz="2200" b="1" dirty="0">
                <a:solidFill>
                  <a:srgbClr val="FF0000"/>
                </a:solidFill>
              </a:rPr>
              <a:t>Step 2</a:t>
            </a:r>
          </a:p>
          <a:p>
            <a:pPr algn="just"/>
            <a:r>
              <a:rPr lang="en-GB" sz="2200" dirty="0"/>
              <a:t>Click the Page Border tab which will display a list of border settings, styles and options whether this border should be applied to the whole document or just one page or the first page.. </a:t>
            </a:r>
          </a:p>
          <a:p>
            <a:pPr algn="just"/>
            <a:endParaRPr lang="en-GB" sz="2800" dirty="0"/>
          </a:p>
          <a:p>
            <a:pPr algn="just"/>
            <a:endParaRPr lang="en-GB" sz="2800" dirty="0"/>
          </a:p>
          <a:p>
            <a:pPr algn="just"/>
            <a:endParaRPr lang="en-GB" sz="2800" dirty="0"/>
          </a:p>
        </p:txBody>
      </p:sp>
      <p:pic>
        <p:nvPicPr>
          <p:cNvPr id="4" name="Picture 3">
            <a:extLst>
              <a:ext uri="{FF2B5EF4-FFF2-40B4-BE49-F238E27FC236}">
                <a16:creationId xmlns:a16="http://schemas.microsoft.com/office/drawing/2014/main" id="{BAAA701A-EF72-48A0-AB53-1446BFEA5762}"/>
              </a:ext>
            </a:extLst>
          </p:cNvPr>
          <p:cNvPicPr>
            <a:picLocks noChangeAspect="1"/>
          </p:cNvPicPr>
          <p:nvPr/>
        </p:nvPicPr>
        <p:blipFill>
          <a:blip r:embed="rId3"/>
          <a:stretch>
            <a:fillRect/>
          </a:stretch>
        </p:blipFill>
        <p:spPr>
          <a:xfrm>
            <a:off x="0" y="620688"/>
            <a:ext cx="9144000" cy="4104455"/>
          </a:xfrm>
          <a:prstGeom prst="rect">
            <a:avLst/>
          </a:prstGeom>
        </p:spPr>
      </p:pic>
    </p:spTree>
    <p:extLst>
      <p:ext uri="{BB962C8B-B14F-4D97-AF65-F5344CB8AC3E}">
        <p14:creationId xmlns:p14="http://schemas.microsoft.com/office/powerpoint/2010/main" val="2373835004"/>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sp>
        <p:nvSpPr>
          <p:cNvPr id="3" name="Content Placeholder 2"/>
          <p:cNvSpPr>
            <a:spLocks noGrp="1"/>
          </p:cNvSpPr>
          <p:nvPr>
            <p:ph idx="1"/>
          </p:nvPr>
        </p:nvSpPr>
        <p:spPr>
          <a:xfrm>
            <a:off x="107504" y="476672"/>
            <a:ext cx="8928992" cy="6381328"/>
          </a:xfrm>
        </p:spPr>
        <p:txBody>
          <a:bodyPr>
            <a:normAutofit/>
          </a:bodyPr>
          <a:lstStyle/>
          <a:p>
            <a:pPr marL="0" indent="0" algn="ctr">
              <a:buNone/>
            </a:pPr>
            <a:r>
              <a:rPr lang="en-GB" sz="2200" b="1" dirty="0">
                <a:solidFill>
                  <a:srgbClr val="FF0000"/>
                </a:solidFill>
              </a:rPr>
              <a:t>Step 3</a:t>
            </a:r>
          </a:p>
          <a:p>
            <a:pPr algn="just"/>
            <a:r>
              <a:rPr lang="en-GB" sz="2000" dirty="0"/>
              <a:t>You can use the </a:t>
            </a:r>
            <a:r>
              <a:rPr lang="en-GB" sz="2000" b="1" dirty="0"/>
              <a:t>Preview section </a:t>
            </a:r>
            <a:r>
              <a:rPr lang="en-GB" sz="2000" dirty="0"/>
              <a:t>to disable or enable left, right, top or bottom borders of the page. Follow the instruction given in the preview section itself.</a:t>
            </a:r>
          </a:p>
          <a:p>
            <a:pPr marL="0" indent="0" algn="ctr">
              <a:buNone/>
            </a:pPr>
            <a:r>
              <a:rPr lang="en-GB" sz="2000" b="1" dirty="0">
                <a:solidFill>
                  <a:srgbClr val="FF0000"/>
                </a:solidFill>
              </a:rPr>
              <a:t>Step 4</a:t>
            </a:r>
          </a:p>
          <a:p>
            <a:pPr algn="just"/>
            <a:r>
              <a:rPr lang="en-GB" sz="2000" dirty="0"/>
              <a:t>You can customize your border by setting its colour, width by using different art available under the style section.</a:t>
            </a:r>
          </a:p>
          <a:p>
            <a:pPr algn="just"/>
            <a:endParaRPr lang="en-GB" sz="2000" dirty="0"/>
          </a:p>
        </p:txBody>
      </p:sp>
      <p:pic>
        <p:nvPicPr>
          <p:cNvPr id="4" name="Picture 3">
            <a:extLst>
              <a:ext uri="{FF2B5EF4-FFF2-40B4-BE49-F238E27FC236}">
                <a16:creationId xmlns:a16="http://schemas.microsoft.com/office/drawing/2014/main" id="{3E9230A5-1118-414C-9976-119A4479D8C7}"/>
              </a:ext>
            </a:extLst>
          </p:cNvPr>
          <p:cNvPicPr>
            <a:picLocks noChangeAspect="1"/>
          </p:cNvPicPr>
          <p:nvPr/>
        </p:nvPicPr>
        <p:blipFill>
          <a:blip r:embed="rId3"/>
          <a:stretch>
            <a:fillRect/>
          </a:stretch>
        </p:blipFill>
        <p:spPr>
          <a:xfrm>
            <a:off x="0" y="2636913"/>
            <a:ext cx="9144000" cy="4221088"/>
          </a:xfrm>
          <a:prstGeom prst="rect">
            <a:avLst/>
          </a:prstGeom>
        </p:spPr>
      </p:pic>
    </p:spTree>
    <p:extLst>
      <p:ext uri="{BB962C8B-B14F-4D97-AF65-F5344CB8AC3E}">
        <p14:creationId xmlns:p14="http://schemas.microsoft.com/office/powerpoint/2010/main" val="2636983371"/>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Borders to Page</a:t>
            </a:r>
            <a:endParaRPr lang="en-US" dirty="0"/>
          </a:p>
        </p:txBody>
      </p:sp>
      <p:pic>
        <p:nvPicPr>
          <p:cNvPr id="5" name="Content Placeholder 4">
            <a:extLst>
              <a:ext uri="{FF2B5EF4-FFF2-40B4-BE49-F238E27FC236}">
                <a16:creationId xmlns:a16="http://schemas.microsoft.com/office/drawing/2014/main" id="{F553613A-F315-4788-BACD-C73F11A7FE0B}"/>
              </a:ext>
            </a:extLst>
          </p:cNvPr>
          <p:cNvPicPr>
            <a:picLocks noGrp="1" noChangeAspect="1"/>
          </p:cNvPicPr>
          <p:nvPr>
            <p:ph idx="1"/>
          </p:nvPr>
        </p:nvPicPr>
        <p:blipFill>
          <a:blip r:embed="rId3"/>
          <a:stretch>
            <a:fillRect/>
          </a:stretch>
        </p:blipFill>
        <p:spPr>
          <a:xfrm>
            <a:off x="1" y="764704"/>
            <a:ext cx="9121584" cy="6093296"/>
          </a:xfrm>
          <a:prstGeom prst="rect">
            <a:avLst/>
          </a:prstGeom>
        </p:spPr>
      </p:pic>
    </p:spTree>
    <p:extLst>
      <p:ext uri="{BB962C8B-B14F-4D97-AF65-F5344CB8AC3E}">
        <p14:creationId xmlns:p14="http://schemas.microsoft.com/office/powerpoint/2010/main" val="1296730773"/>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1 </a:t>
            </a:r>
          </a:p>
          <a:p>
            <a:pPr algn="just"/>
            <a:r>
              <a:rPr lang="en-GB" sz="2400" dirty="0"/>
              <a:t>Click the Border Button to display a list of options to put a border. </a:t>
            </a:r>
          </a:p>
          <a:p>
            <a:pPr algn="just"/>
            <a:r>
              <a:rPr lang="en-GB" sz="2400" dirty="0"/>
              <a:t>Select the Border and Shading option available at the bottom of the list of options as shown in the  screenshot.</a:t>
            </a:r>
          </a:p>
          <a:p>
            <a:pPr algn="just"/>
            <a:endParaRPr lang="en-GB" sz="2800" dirty="0"/>
          </a:p>
        </p:txBody>
      </p:sp>
      <p:pic>
        <p:nvPicPr>
          <p:cNvPr id="4" name="Picture 3">
            <a:extLst>
              <a:ext uri="{FF2B5EF4-FFF2-40B4-BE49-F238E27FC236}">
                <a16:creationId xmlns:a16="http://schemas.microsoft.com/office/drawing/2014/main" id="{263B436E-CF78-43BC-A58C-E27F00C8D775}"/>
              </a:ext>
            </a:extLst>
          </p:cNvPr>
          <p:cNvPicPr>
            <a:picLocks noChangeAspect="1"/>
          </p:cNvPicPr>
          <p:nvPr/>
        </p:nvPicPr>
        <p:blipFill>
          <a:blip r:embed="rId3"/>
          <a:stretch>
            <a:fillRect/>
          </a:stretch>
        </p:blipFill>
        <p:spPr>
          <a:xfrm>
            <a:off x="19788" y="2420887"/>
            <a:ext cx="9144000" cy="4425959"/>
          </a:xfrm>
          <a:prstGeom prst="rect">
            <a:avLst/>
          </a:prstGeom>
        </p:spPr>
      </p:pic>
    </p:spTree>
    <p:extLst>
      <p:ext uri="{BB962C8B-B14F-4D97-AF65-F5344CB8AC3E}">
        <p14:creationId xmlns:p14="http://schemas.microsoft.com/office/powerpoint/2010/main" val="1871178699"/>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sp>
        <p:nvSpPr>
          <p:cNvPr id="3" name="Content Placeholder 2"/>
          <p:cNvSpPr>
            <a:spLocks noGrp="1"/>
          </p:cNvSpPr>
          <p:nvPr>
            <p:ph idx="1"/>
          </p:nvPr>
        </p:nvSpPr>
        <p:spPr>
          <a:xfrm>
            <a:off x="152400" y="620688"/>
            <a:ext cx="8839200" cy="6048672"/>
          </a:xfrm>
        </p:spPr>
        <p:txBody>
          <a:bodyPr>
            <a:normAutofit/>
          </a:bodyPr>
          <a:lstStyle/>
          <a:p>
            <a:pPr marL="0" indent="0" algn="ctr">
              <a:buNone/>
            </a:pPr>
            <a:r>
              <a:rPr lang="en-GB" sz="2800" b="1" dirty="0">
                <a:solidFill>
                  <a:srgbClr val="FF0000"/>
                </a:solidFill>
              </a:rPr>
              <a:t>Step 2 </a:t>
            </a:r>
          </a:p>
          <a:p>
            <a:pPr algn="just"/>
            <a:r>
              <a:rPr lang="en-GB" sz="2400" dirty="0"/>
              <a:t>Click the Shading tab; this tab will display the options to select fill, colour and style and whether this border should be applied to a paragraph or a portion of text.</a:t>
            </a:r>
          </a:p>
          <a:p>
            <a:pPr algn="just"/>
            <a:endParaRPr lang="en-GB" sz="2800" dirty="0"/>
          </a:p>
          <a:p>
            <a:pPr marL="0" indent="0" algn="ctr">
              <a:buNone/>
            </a:pPr>
            <a:r>
              <a:rPr lang="en-GB" sz="2800" b="1" dirty="0">
                <a:solidFill>
                  <a:srgbClr val="FF0000"/>
                </a:solidFill>
              </a:rPr>
              <a:t>Step 3 </a:t>
            </a:r>
          </a:p>
          <a:p>
            <a:pPr algn="just"/>
            <a:r>
              <a:rPr lang="en-GB" sz="2800" dirty="0"/>
              <a:t>You can use the Preview section to have an idea about the expected result. Once you are done, click the OK button to apply the result.</a:t>
            </a:r>
          </a:p>
          <a:p>
            <a:pPr algn="just"/>
            <a:endParaRPr lang="en-GB" sz="2800" dirty="0"/>
          </a:p>
        </p:txBody>
      </p:sp>
    </p:spTree>
    <p:extLst>
      <p:ext uri="{BB962C8B-B14F-4D97-AF65-F5344CB8AC3E}">
        <p14:creationId xmlns:p14="http://schemas.microsoft.com/office/powerpoint/2010/main" val="3334924706"/>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385" y="0"/>
            <a:ext cx="8839200" cy="620688"/>
          </a:xfrm>
        </p:spPr>
        <p:txBody>
          <a:bodyPr>
            <a:normAutofit fontScale="90000"/>
          </a:bodyPr>
          <a:lstStyle/>
          <a:p>
            <a:pPr algn="ctr"/>
            <a:r>
              <a:rPr lang="en-GB" dirty="0"/>
              <a:t>Add Shades to Text</a:t>
            </a:r>
            <a:endParaRPr lang="en-US" dirty="0"/>
          </a:p>
        </p:txBody>
      </p:sp>
      <p:pic>
        <p:nvPicPr>
          <p:cNvPr id="5" name="Content Placeholder 4">
            <a:extLst>
              <a:ext uri="{FF2B5EF4-FFF2-40B4-BE49-F238E27FC236}">
                <a16:creationId xmlns:a16="http://schemas.microsoft.com/office/drawing/2014/main" id="{1CD62500-99FA-4B94-89DD-76E90F6967BB}"/>
              </a:ext>
            </a:extLst>
          </p:cNvPr>
          <p:cNvPicPr>
            <a:picLocks noGrp="1" noChangeAspect="1"/>
          </p:cNvPicPr>
          <p:nvPr>
            <p:ph idx="1"/>
          </p:nvPr>
        </p:nvPicPr>
        <p:blipFill>
          <a:blip r:embed="rId3"/>
          <a:stretch>
            <a:fillRect/>
          </a:stretch>
        </p:blipFill>
        <p:spPr>
          <a:xfrm>
            <a:off x="0" y="764704"/>
            <a:ext cx="9143999" cy="6093296"/>
          </a:xfrm>
          <a:prstGeom prst="rect">
            <a:avLst/>
          </a:prstGeom>
        </p:spPr>
      </p:pic>
    </p:spTree>
    <p:extLst>
      <p:ext uri="{BB962C8B-B14F-4D97-AF65-F5344CB8AC3E}">
        <p14:creationId xmlns:p14="http://schemas.microsoft.com/office/powerpoint/2010/main" val="1383240439"/>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GB" dirty="0"/>
              <a:t>Apply Quick Styles</a:t>
            </a:r>
            <a:endParaRPr lang="en-US" dirty="0"/>
          </a:p>
        </p:txBody>
      </p:sp>
      <p:sp>
        <p:nvSpPr>
          <p:cNvPr id="3" name="Content Placeholder 2"/>
          <p:cNvSpPr>
            <a:spLocks noGrp="1"/>
          </p:cNvSpPr>
          <p:nvPr>
            <p:ph idx="1"/>
          </p:nvPr>
        </p:nvSpPr>
        <p:spPr>
          <a:xfrm>
            <a:off x="152400" y="764704"/>
            <a:ext cx="8839200" cy="5636096"/>
          </a:xfrm>
        </p:spPr>
        <p:txBody>
          <a:bodyPr>
            <a:normAutofit fontScale="92500" lnSpcReduction="10000"/>
          </a:bodyPr>
          <a:lstStyle/>
          <a:p>
            <a:pPr marL="0" indent="0" algn="ctr">
              <a:buNone/>
            </a:pPr>
            <a:r>
              <a:rPr lang="en-GB" sz="2800" b="1" dirty="0">
                <a:solidFill>
                  <a:srgbClr val="FF0000"/>
                </a:solidFill>
              </a:rPr>
              <a:t>Step 1 </a:t>
            </a:r>
          </a:p>
          <a:p>
            <a:pPr algn="just"/>
            <a:r>
              <a:rPr lang="en-GB" sz="2800" dirty="0"/>
              <a:t>Select a portion of text to which you want to apply some style. </a:t>
            </a:r>
          </a:p>
          <a:p>
            <a:pPr algn="just"/>
            <a:r>
              <a:rPr lang="en-GB" sz="2800" dirty="0"/>
              <a:t>Using style, you can change the selected portion of text as a heading or subheading or title of the document. </a:t>
            </a:r>
          </a:p>
          <a:p>
            <a:pPr algn="just"/>
            <a:endParaRPr lang="en-GB" sz="2800" dirty="0"/>
          </a:p>
          <a:p>
            <a:pPr marL="0" indent="0" algn="ctr">
              <a:buNone/>
            </a:pPr>
            <a:r>
              <a:rPr lang="en-GB" sz="2800" b="1" dirty="0">
                <a:solidFill>
                  <a:srgbClr val="FF0000"/>
                </a:solidFill>
              </a:rPr>
              <a:t>Step 2  </a:t>
            </a:r>
          </a:p>
          <a:p>
            <a:pPr algn="just"/>
            <a:r>
              <a:rPr lang="en-GB" sz="2800" dirty="0"/>
              <a:t>Click the </a:t>
            </a:r>
            <a:r>
              <a:rPr lang="en-GB" sz="2800" b="1" dirty="0"/>
              <a:t>Home tab </a:t>
            </a:r>
            <a:r>
              <a:rPr lang="en-GB" sz="2800" dirty="0"/>
              <a:t>and then move your mouse pointer over the available styles in the Style Gallery. </a:t>
            </a:r>
          </a:p>
          <a:p>
            <a:pPr algn="just"/>
            <a:r>
              <a:rPr lang="en-GB" sz="2800" dirty="0"/>
              <a:t>You will see that the selected portion of text will change its style based on the selected style. </a:t>
            </a:r>
          </a:p>
          <a:p>
            <a:pPr algn="just"/>
            <a:r>
              <a:rPr lang="en-GB" sz="2800" dirty="0"/>
              <a:t>You can display more available styles by clicking the </a:t>
            </a:r>
            <a:r>
              <a:rPr lang="en-GB" sz="2800" b="1" dirty="0"/>
              <a:t>More Style button</a:t>
            </a:r>
            <a:r>
              <a:rPr lang="en-GB" sz="2800" dirty="0"/>
              <a:t>.</a:t>
            </a:r>
            <a:endParaRPr lang="en-US" sz="2800" dirty="0"/>
          </a:p>
        </p:txBody>
      </p:sp>
    </p:spTree>
    <p:extLst>
      <p:ext uri="{BB962C8B-B14F-4D97-AF65-F5344CB8AC3E}">
        <p14:creationId xmlns:p14="http://schemas.microsoft.com/office/powerpoint/2010/main" val="3399480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5000"/>
                            </p:stCondLst>
                            <p:childTnLst>
                              <p:par>
                                <p:cTn id="13" presetID="22" presetClass="entr" presetSubtype="8" fill="hold" grpId="0" nodeType="afterEffect">
                                  <p:stCondLst>
                                    <p:cond delay="200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200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GB" dirty="0"/>
              <a:t>Apply Quick Styles</a:t>
            </a:r>
            <a:endParaRPr lang="en-US" dirty="0"/>
          </a:p>
        </p:txBody>
      </p:sp>
      <p:sp>
        <p:nvSpPr>
          <p:cNvPr id="3" name="Content Placeholder 2"/>
          <p:cNvSpPr>
            <a:spLocks noGrp="1"/>
          </p:cNvSpPr>
          <p:nvPr>
            <p:ph idx="1"/>
          </p:nvPr>
        </p:nvSpPr>
        <p:spPr>
          <a:xfrm>
            <a:off x="152400" y="764704"/>
            <a:ext cx="8839200" cy="5636096"/>
          </a:xfrm>
        </p:spPr>
        <p:txBody>
          <a:bodyPr>
            <a:normAutofit/>
          </a:bodyPr>
          <a:lstStyle/>
          <a:p>
            <a:pPr algn="just"/>
            <a:endParaRPr lang="en-GB" sz="2800" dirty="0"/>
          </a:p>
          <a:p>
            <a:pPr algn="just"/>
            <a:endParaRPr lang="en-GB" sz="2800" dirty="0"/>
          </a:p>
          <a:p>
            <a:pPr algn="just"/>
            <a:endParaRPr lang="en-GB" sz="2800" dirty="0"/>
          </a:p>
          <a:p>
            <a:pPr algn="just"/>
            <a:endParaRPr lang="en-GB" sz="2800" dirty="0"/>
          </a:p>
          <a:p>
            <a:pPr algn="just"/>
            <a:endParaRPr lang="en-GB" sz="2800" dirty="0"/>
          </a:p>
          <a:p>
            <a:pPr algn="just"/>
            <a:endParaRPr lang="en-GB" sz="2800" dirty="0"/>
          </a:p>
          <a:p>
            <a:pPr marL="0" indent="0" algn="ctr">
              <a:buNone/>
            </a:pPr>
            <a:endParaRPr lang="en-GB" sz="2800" b="1" dirty="0">
              <a:solidFill>
                <a:srgbClr val="FF0000"/>
              </a:solidFill>
            </a:endParaRPr>
          </a:p>
          <a:p>
            <a:pPr marL="0" indent="0" algn="ctr">
              <a:buNone/>
            </a:pPr>
            <a:endParaRPr lang="en-US" sz="2800" dirty="0"/>
          </a:p>
        </p:txBody>
      </p:sp>
      <p:pic>
        <p:nvPicPr>
          <p:cNvPr id="4" name="Picture 3">
            <a:extLst>
              <a:ext uri="{FF2B5EF4-FFF2-40B4-BE49-F238E27FC236}">
                <a16:creationId xmlns:a16="http://schemas.microsoft.com/office/drawing/2014/main" id="{0C192C53-705F-4CEB-91C5-ADFA280E4481}"/>
              </a:ext>
            </a:extLst>
          </p:cNvPr>
          <p:cNvPicPr>
            <a:picLocks noChangeAspect="1"/>
          </p:cNvPicPr>
          <p:nvPr/>
        </p:nvPicPr>
        <p:blipFill>
          <a:blip r:embed="rId3"/>
          <a:stretch>
            <a:fillRect/>
          </a:stretch>
        </p:blipFill>
        <p:spPr>
          <a:xfrm>
            <a:off x="0" y="980728"/>
            <a:ext cx="9129686" cy="5877272"/>
          </a:xfrm>
          <a:prstGeom prst="rect">
            <a:avLst/>
          </a:prstGeom>
        </p:spPr>
      </p:pic>
      <p:sp>
        <p:nvSpPr>
          <p:cNvPr id="5" name="Arrow: Right 4">
            <a:extLst>
              <a:ext uri="{FF2B5EF4-FFF2-40B4-BE49-F238E27FC236}">
                <a16:creationId xmlns:a16="http://schemas.microsoft.com/office/drawing/2014/main" id="{30FB2B80-3E2B-442B-8A02-1D3C24BE904D}"/>
              </a:ext>
            </a:extLst>
          </p:cNvPr>
          <p:cNvSpPr/>
          <p:nvPr/>
        </p:nvSpPr>
        <p:spPr>
          <a:xfrm>
            <a:off x="2051720" y="3717032"/>
            <a:ext cx="288032" cy="45719"/>
          </a:xfrm>
          <a:prstGeom prst="rightArrow">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1597212"/>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GB" dirty="0"/>
              <a:t>Apply Quick Styles</a:t>
            </a:r>
            <a:endParaRPr lang="en-US" dirty="0"/>
          </a:p>
        </p:txBody>
      </p:sp>
      <p:sp>
        <p:nvSpPr>
          <p:cNvPr id="3" name="Content Placeholder 2"/>
          <p:cNvSpPr>
            <a:spLocks noGrp="1"/>
          </p:cNvSpPr>
          <p:nvPr>
            <p:ph idx="1"/>
          </p:nvPr>
        </p:nvSpPr>
        <p:spPr>
          <a:xfrm>
            <a:off x="0" y="548680"/>
            <a:ext cx="9144000" cy="6309320"/>
          </a:xfrm>
        </p:spPr>
        <p:txBody>
          <a:bodyPr>
            <a:normAutofit/>
          </a:bodyPr>
          <a:lstStyle/>
          <a:p>
            <a:pPr marL="0" indent="0" algn="ctr">
              <a:buNone/>
            </a:pPr>
            <a:r>
              <a:rPr lang="en-GB" sz="2800" b="1" dirty="0">
                <a:solidFill>
                  <a:srgbClr val="FF0000"/>
                </a:solidFill>
              </a:rPr>
              <a:t>Step 3 </a:t>
            </a:r>
          </a:p>
          <a:p>
            <a:pPr algn="just"/>
            <a:r>
              <a:rPr lang="en-GB" sz="2800" dirty="0"/>
              <a:t>Finally, to apply a selected style, click over the style and you will find that it is has been applied on the selected portion of text.</a:t>
            </a:r>
          </a:p>
          <a:p>
            <a:pPr algn="just"/>
            <a:endParaRPr lang="en-GB" sz="2800" dirty="0"/>
          </a:p>
        </p:txBody>
      </p:sp>
      <p:pic>
        <p:nvPicPr>
          <p:cNvPr id="4" name="Picture 3">
            <a:extLst>
              <a:ext uri="{FF2B5EF4-FFF2-40B4-BE49-F238E27FC236}">
                <a16:creationId xmlns:a16="http://schemas.microsoft.com/office/drawing/2014/main" id="{8E21B080-ED06-4556-AE7C-03846964197F}"/>
              </a:ext>
            </a:extLst>
          </p:cNvPr>
          <p:cNvPicPr>
            <a:picLocks noChangeAspect="1"/>
          </p:cNvPicPr>
          <p:nvPr/>
        </p:nvPicPr>
        <p:blipFill>
          <a:blip r:embed="rId3"/>
          <a:stretch>
            <a:fillRect/>
          </a:stretch>
        </p:blipFill>
        <p:spPr>
          <a:xfrm>
            <a:off x="0" y="2564904"/>
            <a:ext cx="9144000" cy="4293096"/>
          </a:xfrm>
          <a:prstGeom prst="rect">
            <a:avLst/>
          </a:prstGeom>
        </p:spPr>
      </p:pic>
    </p:spTree>
    <p:extLst>
      <p:ext uri="{BB962C8B-B14F-4D97-AF65-F5344CB8AC3E}">
        <p14:creationId xmlns:p14="http://schemas.microsoft.com/office/powerpoint/2010/main" val="35225651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 Using Find and Replace</a:t>
            </a:r>
            <a:endParaRPr lang="en-US"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sz="2800" dirty="0"/>
              <a:t>When you're working with longer documents, it can be difficult and time consuming to locate a specific word or phrase. </a:t>
            </a:r>
          </a:p>
          <a:p>
            <a:pPr algn="just"/>
            <a:endParaRPr lang="en-US" sz="2800" dirty="0"/>
          </a:p>
          <a:p>
            <a:pPr marL="0" indent="0" algn="just">
              <a:buNone/>
            </a:pPr>
            <a:endParaRPr lang="en-US" sz="2800" dirty="0"/>
          </a:p>
          <a:p>
            <a:pPr algn="just"/>
            <a:r>
              <a:rPr lang="en-US" sz="2800" dirty="0"/>
              <a:t>Word can automatically search your document using the </a:t>
            </a:r>
            <a:r>
              <a:rPr lang="en-US" sz="2800" b="1" dirty="0"/>
              <a:t>Find</a:t>
            </a:r>
            <a:r>
              <a:rPr lang="en-US" sz="2800" dirty="0"/>
              <a:t> feature, and it allows you to quickly change words or phrases using </a:t>
            </a:r>
            <a:r>
              <a:rPr lang="en-US" sz="2800" b="1" dirty="0"/>
              <a:t>Replace</a:t>
            </a:r>
            <a:r>
              <a:rPr lang="en-US" sz="2800" dirty="0"/>
              <a:t>.</a:t>
            </a:r>
            <a:endParaRPr lang="en-GB" sz="2800" dirty="0"/>
          </a:p>
        </p:txBody>
      </p:sp>
    </p:spTree>
    <p:extLst>
      <p:ext uri="{BB962C8B-B14F-4D97-AF65-F5344CB8AC3E}">
        <p14:creationId xmlns:p14="http://schemas.microsoft.com/office/powerpoint/2010/main" val="7370897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200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wipe(left)">
                                      <p:cBhvr>
                                        <p:cTn id="1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 To find text</a:t>
            </a:r>
            <a:endParaRPr lang="en-US"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sz="2800" dirty="0"/>
              <a:t>From the </a:t>
            </a:r>
            <a:r>
              <a:rPr lang="en-US" sz="2800" b="1" dirty="0"/>
              <a:t>Home tab</a:t>
            </a:r>
            <a:r>
              <a:rPr lang="en-US" sz="2800" dirty="0"/>
              <a:t>, click the </a:t>
            </a:r>
            <a:r>
              <a:rPr lang="en-US" sz="2800" b="1" dirty="0"/>
              <a:t>Find</a:t>
            </a:r>
            <a:r>
              <a:rPr lang="en-US" sz="2800" dirty="0"/>
              <a:t> command. You can also press </a:t>
            </a:r>
            <a:r>
              <a:rPr lang="en-US" sz="2800" b="1" dirty="0"/>
              <a:t>Ctrl + F</a:t>
            </a:r>
            <a:r>
              <a:rPr lang="en-US" sz="2800" dirty="0"/>
              <a:t> on your keyboard.</a:t>
            </a:r>
          </a:p>
          <a:p>
            <a:pPr algn="just"/>
            <a:endParaRPr lang="en-US" sz="2800" dirty="0"/>
          </a:p>
          <a:p>
            <a:pPr algn="just"/>
            <a:endParaRPr lang="en-US" sz="2800" dirty="0"/>
          </a:p>
        </p:txBody>
      </p:sp>
      <p:pic>
        <p:nvPicPr>
          <p:cNvPr id="5" name="Picture 4">
            <a:extLst>
              <a:ext uri="{FF2B5EF4-FFF2-40B4-BE49-F238E27FC236}">
                <a16:creationId xmlns:a16="http://schemas.microsoft.com/office/drawing/2014/main" id="{D2243A08-7454-461F-8F8B-4A233A2888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1916832"/>
            <a:ext cx="7344815" cy="4392488"/>
          </a:xfrm>
          <a:prstGeom prst="rect">
            <a:avLst/>
          </a:prstGeom>
        </p:spPr>
      </p:pic>
    </p:spTree>
    <p:extLst>
      <p:ext uri="{BB962C8B-B14F-4D97-AF65-F5344CB8AC3E}">
        <p14:creationId xmlns:p14="http://schemas.microsoft.com/office/powerpoint/2010/main" val="3405054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 To find text</a:t>
            </a:r>
            <a:endParaRPr lang="en-US" dirty="0"/>
          </a:p>
        </p:txBody>
      </p:sp>
      <p:sp>
        <p:nvSpPr>
          <p:cNvPr id="3" name="Content Placeholder 2"/>
          <p:cNvSpPr>
            <a:spLocks noGrp="1"/>
          </p:cNvSpPr>
          <p:nvPr>
            <p:ph idx="1"/>
          </p:nvPr>
        </p:nvSpPr>
        <p:spPr>
          <a:xfrm>
            <a:off x="0" y="548680"/>
            <a:ext cx="9144000" cy="6309320"/>
          </a:xfrm>
        </p:spPr>
        <p:txBody>
          <a:bodyPr>
            <a:normAutofit/>
          </a:bodyPr>
          <a:lstStyle/>
          <a:p>
            <a:pPr algn="just"/>
            <a:r>
              <a:rPr lang="en-US" sz="2800" dirty="0"/>
              <a:t>The navigation pane will appear on the </a:t>
            </a:r>
            <a:r>
              <a:rPr lang="en-US" sz="2800" b="1" dirty="0"/>
              <a:t>left side of the screen</a:t>
            </a:r>
            <a:r>
              <a:rPr lang="en-US" sz="2800" dirty="0"/>
              <a:t>.</a:t>
            </a:r>
          </a:p>
          <a:p>
            <a:pPr algn="just"/>
            <a:endParaRPr lang="en-US" sz="2800" dirty="0"/>
          </a:p>
          <a:p>
            <a:pPr algn="just"/>
            <a:r>
              <a:rPr lang="en-US" sz="2800" dirty="0"/>
              <a:t>Type the text you want to </a:t>
            </a:r>
            <a:r>
              <a:rPr lang="en-US" sz="2800" b="1" dirty="0"/>
              <a:t>find</a:t>
            </a:r>
            <a:r>
              <a:rPr lang="en-US" sz="2800" dirty="0"/>
              <a:t> in the field at the top of the navigation pane. In our example, we'll type the word we're looking for.</a:t>
            </a:r>
          </a:p>
          <a:p>
            <a:pPr algn="just"/>
            <a:endParaRPr lang="en-US" sz="2800" dirty="0"/>
          </a:p>
        </p:txBody>
      </p:sp>
      <p:pic>
        <p:nvPicPr>
          <p:cNvPr id="4" name="Picture 3">
            <a:extLst>
              <a:ext uri="{FF2B5EF4-FFF2-40B4-BE49-F238E27FC236}">
                <a16:creationId xmlns:a16="http://schemas.microsoft.com/office/drawing/2014/main" id="{47681062-E4E6-41C6-B757-F152AD9B3DD4}"/>
              </a:ext>
            </a:extLst>
          </p:cNvPr>
          <p:cNvPicPr>
            <a:picLocks noChangeAspect="1"/>
          </p:cNvPicPr>
          <p:nvPr/>
        </p:nvPicPr>
        <p:blipFill rotWithShape="1">
          <a:blip r:embed="rId3"/>
          <a:srcRect r="83075"/>
          <a:stretch/>
        </p:blipFill>
        <p:spPr>
          <a:xfrm>
            <a:off x="2627784" y="2996952"/>
            <a:ext cx="4392488" cy="3861047"/>
          </a:xfrm>
          <a:prstGeom prst="rect">
            <a:avLst/>
          </a:prstGeom>
        </p:spPr>
      </p:pic>
    </p:spTree>
    <p:extLst>
      <p:ext uri="{BB962C8B-B14F-4D97-AF65-F5344CB8AC3E}">
        <p14:creationId xmlns:p14="http://schemas.microsoft.com/office/powerpoint/2010/main" val="13581201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 To find text</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If the text is found in the document, it will be highlighted in </a:t>
            </a:r>
            <a:r>
              <a:rPr lang="en-US" sz="2800" b="1" dirty="0"/>
              <a:t>yellow</a:t>
            </a:r>
            <a:r>
              <a:rPr lang="en-US" sz="2800" dirty="0"/>
              <a:t> and a preview of the results will appear in the </a:t>
            </a:r>
            <a:r>
              <a:rPr lang="en-US" sz="2800" b="1" dirty="0"/>
              <a:t>navigation pane</a:t>
            </a:r>
            <a:r>
              <a:rPr lang="en-US" sz="2800" dirty="0"/>
              <a:t>. You can also click one of the results below the arrows to jump to it.</a:t>
            </a:r>
          </a:p>
          <a:p>
            <a:pPr algn="just"/>
            <a:r>
              <a:rPr lang="en-US" sz="2800" dirty="0"/>
              <a:t>When you're finished, click </a:t>
            </a:r>
            <a:r>
              <a:rPr lang="en-US" sz="2800" b="1" dirty="0"/>
              <a:t>X</a:t>
            </a:r>
            <a:r>
              <a:rPr lang="en-US" sz="2800" dirty="0"/>
              <a:t> to close the navigation pane. The highlight will disappear.</a:t>
            </a:r>
          </a:p>
          <a:p>
            <a:pPr algn="just"/>
            <a:endParaRPr lang="en-US" sz="2800" dirty="0"/>
          </a:p>
          <a:p>
            <a:pPr algn="just"/>
            <a:endParaRPr lang="en-US" sz="2800" dirty="0"/>
          </a:p>
        </p:txBody>
      </p:sp>
      <p:pic>
        <p:nvPicPr>
          <p:cNvPr id="4" name="Picture 3">
            <a:extLst>
              <a:ext uri="{FF2B5EF4-FFF2-40B4-BE49-F238E27FC236}">
                <a16:creationId xmlns:a16="http://schemas.microsoft.com/office/drawing/2014/main" id="{47681062-E4E6-41C6-B757-F152AD9B3DD4}"/>
              </a:ext>
            </a:extLst>
          </p:cNvPr>
          <p:cNvPicPr>
            <a:picLocks noChangeAspect="1"/>
          </p:cNvPicPr>
          <p:nvPr/>
        </p:nvPicPr>
        <p:blipFill>
          <a:blip r:embed="rId3"/>
          <a:stretch>
            <a:fillRect/>
          </a:stretch>
        </p:blipFill>
        <p:spPr>
          <a:xfrm>
            <a:off x="0" y="3080825"/>
            <a:ext cx="9144000" cy="3921192"/>
          </a:xfrm>
          <a:prstGeom prst="rect">
            <a:avLst/>
          </a:prstGeom>
        </p:spPr>
      </p:pic>
    </p:spTree>
    <p:extLst>
      <p:ext uri="{BB962C8B-B14F-4D97-AF65-F5344CB8AC3E}">
        <p14:creationId xmlns:p14="http://schemas.microsoft.com/office/powerpoint/2010/main" val="32265149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To replace text</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From the </a:t>
            </a:r>
            <a:r>
              <a:rPr lang="en-US" sz="2800" b="1" dirty="0"/>
              <a:t>Home tab</a:t>
            </a:r>
            <a:r>
              <a:rPr lang="en-US" sz="2800" dirty="0"/>
              <a:t>, click the </a:t>
            </a:r>
            <a:r>
              <a:rPr lang="en-US" sz="2800" b="1" dirty="0"/>
              <a:t>Replace </a:t>
            </a:r>
            <a:r>
              <a:rPr lang="en-US" sz="2800" dirty="0"/>
              <a:t>command. You can also press </a:t>
            </a:r>
            <a:r>
              <a:rPr lang="en-US" sz="2800" b="1" dirty="0"/>
              <a:t>Ctrl + H</a:t>
            </a:r>
            <a:r>
              <a:rPr lang="en-US" sz="2800" dirty="0"/>
              <a:t> on your keyboard.</a:t>
            </a:r>
          </a:p>
          <a:p>
            <a:pPr algn="just"/>
            <a:endParaRPr lang="en-US" sz="2800" dirty="0"/>
          </a:p>
          <a:p>
            <a:pPr algn="just"/>
            <a:endParaRPr lang="en-US" sz="2800" dirty="0"/>
          </a:p>
        </p:txBody>
      </p:sp>
      <p:pic>
        <p:nvPicPr>
          <p:cNvPr id="6" name="Picture 5">
            <a:extLst>
              <a:ext uri="{FF2B5EF4-FFF2-40B4-BE49-F238E27FC236}">
                <a16:creationId xmlns:a16="http://schemas.microsoft.com/office/drawing/2014/main" id="{0A51AB60-BB4A-49F5-AB9D-66F18389E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1628800"/>
            <a:ext cx="5616624" cy="4824536"/>
          </a:xfrm>
          <a:prstGeom prst="rect">
            <a:avLst/>
          </a:prstGeom>
        </p:spPr>
      </p:pic>
    </p:spTree>
    <p:extLst>
      <p:ext uri="{BB962C8B-B14F-4D97-AF65-F5344CB8AC3E}">
        <p14:creationId xmlns:p14="http://schemas.microsoft.com/office/powerpoint/2010/main" val="4274851649"/>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To replace text</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The Find and Replace dialog box will appear.</a:t>
            </a:r>
          </a:p>
          <a:p>
            <a:pPr algn="just"/>
            <a:r>
              <a:rPr lang="en-US" sz="2800" dirty="0"/>
              <a:t>Type the text you want to find in the Find what: field.</a:t>
            </a:r>
          </a:p>
          <a:p>
            <a:pPr algn="just"/>
            <a:r>
              <a:rPr lang="en-US" sz="2800" dirty="0"/>
              <a:t>Type the text you want to replace it with in the Replace with: field, then click </a:t>
            </a:r>
            <a:r>
              <a:rPr lang="en-US" sz="2800" b="1" dirty="0"/>
              <a:t>Find Next</a:t>
            </a:r>
            <a:r>
              <a:rPr lang="en-US" sz="2800" dirty="0"/>
              <a:t>.</a:t>
            </a:r>
          </a:p>
        </p:txBody>
      </p:sp>
      <p:pic>
        <p:nvPicPr>
          <p:cNvPr id="4" name="Picture 3">
            <a:extLst>
              <a:ext uri="{FF2B5EF4-FFF2-40B4-BE49-F238E27FC236}">
                <a16:creationId xmlns:a16="http://schemas.microsoft.com/office/drawing/2014/main" id="{E997239E-7D8A-44D5-BDEB-AC2651B1B012}"/>
              </a:ext>
            </a:extLst>
          </p:cNvPr>
          <p:cNvPicPr>
            <a:picLocks noChangeAspect="1"/>
          </p:cNvPicPr>
          <p:nvPr/>
        </p:nvPicPr>
        <p:blipFill rotWithShape="1">
          <a:blip r:embed="rId3"/>
          <a:srcRect l="31101" t="25774" r="27950" b="45073"/>
          <a:stretch/>
        </p:blipFill>
        <p:spPr>
          <a:xfrm>
            <a:off x="611560" y="2934501"/>
            <a:ext cx="7560840" cy="3518835"/>
          </a:xfrm>
          <a:prstGeom prst="rect">
            <a:avLst/>
          </a:prstGeom>
        </p:spPr>
      </p:pic>
    </p:spTree>
    <p:extLst>
      <p:ext uri="{BB962C8B-B14F-4D97-AF65-F5344CB8AC3E}">
        <p14:creationId xmlns:p14="http://schemas.microsoft.com/office/powerpoint/2010/main" val="3133631654"/>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To replace text</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Word will find the first instance of the text and highlight it in </a:t>
            </a:r>
            <a:r>
              <a:rPr lang="en-US" sz="2800" b="1" dirty="0"/>
              <a:t>gray</a:t>
            </a:r>
            <a:r>
              <a:rPr lang="en-US" sz="2800" dirty="0"/>
              <a:t>. </a:t>
            </a:r>
          </a:p>
          <a:p>
            <a:pPr algn="just"/>
            <a:r>
              <a:rPr lang="en-US" sz="2800" dirty="0"/>
              <a:t>If you want to replace it, you can click </a:t>
            </a:r>
            <a:r>
              <a:rPr lang="en-US" sz="2800" b="1" dirty="0"/>
              <a:t>Replace</a:t>
            </a:r>
            <a:r>
              <a:rPr lang="en-US" sz="2800" dirty="0"/>
              <a:t> to change individual instances of text. You can also click </a:t>
            </a:r>
            <a:r>
              <a:rPr lang="en-US" sz="2800" b="1" dirty="0"/>
              <a:t>Replace All </a:t>
            </a:r>
            <a:r>
              <a:rPr lang="en-US" sz="2800" dirty="0"/>
              <a:t>to replace every instance of the text throughout the document.</a:t>
            </a:r>
          </a:p>
        </p:txBody>
      </p:sp>
      <p:pic>
        <p:nvPicPr>
          <p:cNvPr id="5" name="Picture 4">
            <a:extLst>
              <a:ext uri="{FF2B5EF4-FFF2-40B4-BE49-F238E27FC236}">
                <a16:creationId xmlns:a16="http://schemas.microsoft.com/office/drawing/2014/main" id="{130E138D-9794-4AC6-9BE5-648C6F4F8672}"/>
              </a:ext>
            </a:extLst>
          </p:cNvPr>
          <p:cNvPicPr>
            <a:picLocks noChangeAspect="1"/>
          </p:cNvPicPr>
          <p:nvPr/>
        </p:nvPicPr>
        <p:blipFill>
          <a:blip r:embed="rId3"/>
          <a:stretch>
            <a:fillRect/>
          </a:stretch>
        </p:blipFill>
        <p:spPr>
          <a:xfrm>
            <a:off x="0" y="3212976"/>
            <a:ext cx="9144000" cy="3772838"/>
          </a:xfrm>
          <a:prstGeom prst="rect">
            <a:avLst/>
          </a:prstGeom>
        </p:spPr>
      </p:pic>
    </p:spTree>
    <p:extLst>
      <p:ext uri="{BB962C8B-B14F-4D97-AF65-F5344CB8AC3E}">
        <p14:creationId xmlns:p14="http://schemas.microsoft.com/office/powerpoint/2010/main" val="2082941309"/>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To replace text</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The word document will be replaced </a:t>
            </a:r>
            <a:r>
              <a:rPr lang="en-US" sz="2800"/>
              <a:t>with paper </a:t>
            </a:r>
            <a:r>
              <a:rPr lang="en-US" sz="2800" dirty="0"/>
              <a:t>as shown below.</a:t>
            </a:r>
          </a:p>
        </p:txBody>
      </p:sp>
      <p:pic>
        <p:nvPicPr>
          <p:cNvPr id="4" name="Picture 3">
            <a:extLst>
              <a:ext uri="{FF2B5EF4-FFF2-40B4-BE49-F238E27FC236}">
                <a16:creationId xmlns:a16="http://schemas.microsoft.com/office/drawing/2014/main" id="{72E77B1B-DBB0-4A50-A290-A8718EC424FD}"/>
              </a:ext>
            </a:extLst>
          </p:cNvPr>
          <p:cNvPicPr>
            <a:picLocks noChangeAspect="1"/>
          </p:cNvPicPr>
          <p:nvPr/>
        </p:nvPicPr>
        <p:blipFill>
          <a:blip r:embed="rId3"/>
          <a:stretch>
            <a:fillRect/>
          </a:stretch>
        </p:blipFill>
        <p:spPr>
          <a:xfrm>
            <a:off x="27112" y="1268760"/>
            <a:ext cx="9144000" cy="5589240"/>
          </a:xfrm>
          <a:prstGeom prst="rect">
            <a:avLst/>
          </a:prstGeom>
        </p:spPr>
      </p:pic>
    </p:spTree>
    <p:extLst>
      <p:ext uri="{BB962C8B-B14F-4D97-AF65-F5344CB8AC3E}">
        <p14:creationId xmlns:p14="http://schemas.microsoft.com/office/powerpoint/2010/main" val="2506201545"/>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Understanding hyperlinks in Word</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Adding hyperlinks, also known as links, to text can provide access to websites and email addresses directly from your document. </a:t>
            </a:r>
          </a:p>
          <a:p>
            <a:pPr algn="just"/>
            <a:endParaRPr lang="en-US" sz="2800" dirty="0"/>
          </a:p>
          <a:p>
            <a:pPr algn="just"/>
            <a:r>
              <a:rPr lang="en-US" sz="2800" dirty="0"/>
              <a:t>There are a few ways to insert a hyperlink into your document. Depending on how you want the link to appear, you can use </a:t>
            </a:r>
            <a:r>
              <a:rPr lang="en-US" sz="2800" b="1" dirty="0"/>
              <a:t>Word's automatic link formatting </a:t>
            </a:r>
            <a:r>
              <a:rPr lang="en-US" sz="2800" dirty="0"/>
              <a:t>or </a:t>
            </a:r>
            <a:r>
              <a:rPr lang="en-US" sz="2800" b="1" dirty="0"/>
              <a:t>convert text</a:t>
            </a:r>
            <a:r>
              <a:rPr lang="en-US" sz="2800" dirty="0"/>
              <a:t> into a link.</a:t>
            </a:r>
          </a:p>
        </p:txBody>
      </p:sp>
    </p:spTree>
    <p:extLst>
      <p:ext uri="{BB962C8B-B14F-4D97-AF65-F5344CB8AC3E}">
        <p14:creationId xmlns:p14="http://schemas.microsoft.com/office/powerpoint/2010/main" val="3344904393"/>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Understanding hyperlinks in Word</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Word often recognizes email and web addresses as you type and will automatically format them as hyperlinks after you press </a:t>
            </a:r>
            <a:r>
              <a:rPr lang="en-US" sz="2800" b="1" dirty="0"/>
              <a:t>Enter</a:t>
            </a:r>
            <a:r>
              <a:rPr lang="en-US" sz="2800" dirty="0"/>
              <a:t> or the </a:t>
            </a:r>
            <a:r>
              <a:rPr lang="en-US" sz="2800" b="1" dirty="0"/>
              <a:t>spacebar </a:t>
            </a:r>
            <a:r>
              <a:rPr lang="en-US" sz="2800" dirty="0"/>
              <a:t>on the computer keyboard.</a:t>
            </a:r>
          </a:p>
          <a:p>
            <a:pPr algn="just"/>
            <a:endParaRPr lang="en-US" sz="2800" dirty="0"/>
          </a:p>
        </p:txBody>
      </p:sp>
      <p:pic>
        <p:nvPicPr>
          <p:cNvPr id="4" name="Picture 3">
            <a:extLst>
              <a:ext uri="{FF2B5EF4-FFF2-40B4-BE49-F238E27FC236}">
                <a16:creationId xmlns:a16="http://schemas.microsoft.com/office/drawing/2014/main" id="{65AA8BA8-FA83-4836-8900-0FE93D1557E4}"/>
              </a:ext>
            </a:extLst>
          </p:cNvPr>
          <p:cNvPicPr>
            <a:picLocks noChangeAspect="1"/>
          </p:cNvPicPr>
          <p:nvPr/>
        </p:nvPicPr>
        <p:blipFill>
          <a:blip r:embed="rId3"/>
          <a:stretch>
            <a:fillRect/>
          </a:stretch>
        </p:blipFill>
        <p:spPr>
          <a:xfrm>
            <a:off x="0" y="2780928"/>
            <a:ext cx="4572000" cy="4077072"/>
          </a:xfrm>
          <a:prstGeom prst="rect">
            <a:avLst/>
          </a:prstGeom>
        </p:spPr>
      </p:pic>
      <p:pic>
        <p:nvPicPr>
          <p:cNvPr id="5" name="Picture 4">
            <a:extLst>
              <a:ext uri="{FF2B5EF4-FFF2-40B4-BE49-F238E27FC236}">
                <a16:creationId xmlns:a16="http://schemas.microsoft.com/office/drawing/2014/main" id="{32075650-9114-4D33-A84F-3B63B571C498}"/>
              </a:ext>
            </a:extLst>
          </p:cNvPr>
          <p:cNvPicPr>
            <a:picLocks noChangeAspect="1"/>
          </p:cNvPicPr>
          <p:nvPr/>
        </p:nvPicPr>
        <p:blipFill>
          <a:blip r:embed="rId4"/>
          <a:stretch>
            <a:fillRect/>
          </a:stretch>
        </p:blipFill>
        <p:spPr>
          <a:xfrm>
            <a:off x="4644008" y="2780927"/>
            <a:ext cx="4499992" cy="4077073"/>
          </a:xfrm>
          <a:prstGeom prst="rect">
            <a:avLst/>
          </a:prstGeom>
        </p:spPr>
      </p:pic>
    </p:spTree>
    <p:extLst>
      <p:ext uri="{BB962C8B-B14F-4D97-AF65-F5344CB8AC3E}">
        <p14:creationId xmlns:p14="http://schemas.microsoft.com/office/powerpoint/2010/main" val="414464379"/>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Understanding hyperlinks in Word</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To follow a hyperlink in Word, hold the </a:t>
            </a:r>
            <a:r>
              <a:rPr lang="en-US" sz="2800" b="1" dirty="0"/>
              <a:t>Ctrl key </a:t>
            </a:r>
            <a:r>
              <a:rPr lang="en-US" sz="2800" dirty="0"/>
              <a:t>and click the </a:t>
            </a:r>
            <a:r>
              <a:rPr lang="en-US" sz="2800" b="1" dirty="0"/>
              <a:t>hyperlink.</a:t>
            </a:r>
          </a:p>
        </p:txBody>
      </p:sp>
      <p:pic>
        <p:nvPicPr>
          <p:cNvPr id="4" name="Picture 3">
            <a:extLst>
              <a:ext uri="{FF2B5EF4-FFF2-40B4-BE49-F238E27FC236}">
                <a16:creationId xmlns:a16="http://schemas.microsoft.com/office/drawing/2014/main" id="{65AA8BA8-FA83-4836-8900-0FE93D1557E4}"/>
              </a:ext>
            </a:extLst>
          </p:cNvPr>
          <p:cNvPicPr>
            <a:picLocks noChangeAspect="1"/>
          </p:cNvPicPr>
          <p:nvPr/>
        </p:nvPicPr>
        <p:blipFill>
          <a:blip r:embed="rId3"/>
          <a:stretch>
            <a:fillRect/>
          </a:stretch>
        </p:blipFill>
        <p:spPr>
          <a:xfrm>
            <a:off x="0" y="2780928"/>
            <a:ext cx="4572000" cy="4077072"/>
          </a:xfrm>
          <a:prstGeom prst="rect">
            <a:avLst/>
          </a:prstGeom>
        </p:spPr>
      </p:pic>
      <p:pic>
        <p:nvPicPr>
          <p:cNvPr id="5" name="Picture 4">
            <a:extLst>
              <a:ext uri="{FF2B5EF4-FFF2-40B4-BE49-F238E27FC236}">
                <a16:creationId xmlns:a16="http://schemas.microsoft.com/office/drawing/2014/main" id="{32075650-9114-4D33-A84F-3B63B571C498}"/>
              </a:ext>
            </a:extLst>
          </p:cNvPr>
          <p:cNvPicPr>
            <a:picLocks noChangeAspect="1"/>
          </p:cNvPicPr>
          <p:nvPr/>
        </p:nvPicPr>
        <p:blipFill>
          <a:blip r:embed="rId4"/>
          <a:stretch>
            <a:fillRect/>
          </a:stretch>
        </p:blipFill>
        <p:spPr>
          <a:xfrm>
            <a:off x="4644008" y="2780927"/>
            <a:ext cx="4499992" cy="4077073"/>
          </a:xfrm>
          <a:prstGeom prst="rect">
            <a:avLst/>
          </a:prstGeom>
        </p:spPr>
      </p:pic>
    </p:spTree>
    <p:extLst>
      <p:ext uri="{BB962C8B-B14F-4D97-AF65-F5344CB8AC3E}">
        <p14:creationId xmlns:p14="http://schemas.microsoft.com/office/powerpoint/2010/main" val="1550538481"/>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How to format text with a hyperlink</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Select the text you want to format as a hyperlink.</a:t>
            </a:r>
          </a:p>
          <a:p>
            <a:pPr algn="just"/>
            <a:endParaRPr lang="en-US" sz="2800" dirty="0"/>
          </a:p>
          <a:p>
            <a:pPr algn="just"/>
            <a:endParaRPr lang="en-US" sz="2800" dirty="0"/>
          </a:p>
          <a:p>
            <a:pPr algn="just"/>
            <a:endParaRPr lang="en-US" sz="2800" dirty="0"/>
          </a:p>
          <a:p>
            <a:pPr algn="just"/>
            <a:endParaRPr lang="en-US" sz="2800" dirty="0"/>
          </a:p>
          <a:p>
            <a:pPr algn="just"/>
            <a:endParaRPr lang="en-US" sz="2800" dirty="0"/>
          </a:p>
          <a:p>
            <a:pPr algn="just"/>
            <a:endParaRPr lang="en-US" sz="2800" dirty="0"/>
          </a:p>
          <a:p>
            <a:pPr algn="just"/>
            <a:endParaRPr lang="en-US" sz="2800" dirty="0"/>
          </a:p>
          <a:p>
            <a:pPr algn="just"/>
            <a:r>
              <a:rPr lang="en-US" sz="2800" dirty="0"/>
              <a:t>Select the </a:t>
            </a:r>
            <a:r>
              <a:rPr lang="en-US" sz="2800" b="1" dirty="0"/>
              <a:t>Insert tab</a:t>
            </a:r>
            <a:r>
              <a:rPr lang="en-US" sz="2800" dirty="0"/>
              <a:t>, then click the </a:t>
            </a:r>
            <a:r>
              <a:rPr lang="en-US" sz="2800" b="1" dirty="0"/>
              <a:t>Link</a:t>
            </a:r>
            <a:r>
              <a:rPr lang="en-US" sz="2800" dirty="0"/>
              <a:t> command.</a:t>
            </a:r>
          </a:p>
          <a:p>
            <a:pPr algn="just"/>
            <a:endParaRPr lang="en-US" sz="2800" b="1" dirty="0"/>
          </a:p>
        </p:txBody>
      </p:sp>
      <p:pic>
        <p:nvPicPr>
          <p:cNvPr id="6" name="Picture 5">
            <a:extLst>
              <a:ext uri="{FF2B5EF4-FFF2-40B4-BE49-F238E27FC236}">
                <a16:creationId xmlns:a16="http://schemas.microsoft.com/office/drawing/2014/main" id="{098022A3-1951-4E90-B93B-A48A00E7928E}"/>
              </a:ext>
            </a:extLst>
          </p:cNvPr>
          <p:cNvPicPr>
            <a:picLocks noChangeAspect="1"/>
          </p:cNvPicPr>
          <p:nvPr/>
        </p:nvPicPr>
        <p:blipFill>
          <a:blip r:embed="rId3"/>
          <a:stretch>
            <a:fillRect/>
          </a:stretch>
        </p:blipFill>
        <p:spPr>
          <a:xfrm>
            <a:off x="0" y="1196751"/>
            <a:ext cx="9144000" cy="3240361"/>
          </a:xfrm>
          <a:prstGeom prst="rect">
            <a:avLst/>
          </a:prstGeom>
        </p:spPr>
      </p:pic>
      <p:pic>
        <p:nvPicPr>
          <p:cNvPr id="8" name="Picture 7">
            <a:extLst>
              <a:ext uri="{FF2B5EF4-FFF2-40B4-BE49-F238E27FC236}">
                <a16:creationId xmlns:a16="http://schemas.microsoft.com/office/drawing/2014/main" id="{9FE38F3A-6632-4CC5-9E6E-B6ED3C55EA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576" y="5085184"/>
            <a:ext cx="7848872" cy="1656184"/>
          </a:xfrm>
          <a:prstGeom prst="rect">
            <a:avLst/>
          </a:prstGeom>
        </p:spPr>
      </p:pic>
    </p:spTree>
    <p:extLst>
      <p:ext uri="{BB962C8B-B14F-4D97-AF65-F5344CB8AC3E}">
        <p14:creationId xmlns:p14="http://schemas.microsoft.com/office/powerpoint/2010/main" val="344838676"/>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How to format text with a hyperlink</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You can also open the Insert Hyperlink dialog box by </a:t>
            </a:r>
            <a:r>
              <a:rPr lang="en-US" sz="2800" b="1" dirty="0"/>
              <a:t>right-clicking the selected text</a:t>
            </a:r>
            <a:r>
              <a:rPr lang="en-US" sz="2800" dirty="0"/>
              <a:t> and selecting </a:t>
            </a:r>
            <a:r>
              <a:rPr lang="en-US" sz="2800" b="1" dirty="0"/>
              <a:t>Link</a:t>
            </a:r>
            <a:r>
              <a:rPr lang="en-US" sz="2800" dirty="0"/>
              <a:t>... from the menu that appears.</a:t>
            </a:r>
          </a:p>
          <a:p>
            <a:pPr algn="just"/>
            <a:endParaRPr lang="en-US" sz="2800" dirty="0"/>
          </a:p>
          <a:p>
            <a:pPr algn="just"/>
            <a:endParaRPr lang="en-US" sz="2800" dirty="0"/>
          </a:p>
          <a:p>
            <a:pPr algn="just"/>
            <a:r>
              <a:rPr lang="en-US" sz="2800" dirty="0"/>
              <a:t>The Insert Hyperlink dialog box will appear. Using the options on the left side, you can choose to link to a </a:t>
            </a:r>
            <a:r>
              <a:rPr lang="en-US" sz="2800" b="1" dirty="0"/>
              <a:t>file</a:t>
            </a:r>
            <a:r>
              <a:rPr lang="en-US" sz="2800" dirty="0"/>
              <a:t>, </a:t>
            </a:r>
            <a:r>
              <a:rPr lang="en-US" sz="2800" b="1" dirty="0"/>
              <a:t>webpage</a:t>
            </a:r>
            <a:r>
              <a:rPr lang="en-US" sz="2800" dirty="0"/>
              <a:t>, </a:t>
            </a:r>
            <a:r>
              <a:rPr lang="en-US" sz="2800" b="1" dirty="0"/>
              <a:t>email address</a:t>
            </a:r>
            <a:r>
              <a:rPr lang="en-US" sz="2800" dirty="0"/>
              <a:t>, </a:t>
            </a:r>
            <a:r>
              <a:rPr lang="en-US" sz="2800" b="1" dirty="0"/>
              <a:t>document</a:t>
            </a:r>
            <a:r>
              <a:rPr lang="en-US" sz="2800" dirty="0"/>
              <a:t>, or a </a:t>
            </a:r>
            <a:r>
              <a:rPr lang="en-US" sz="2800" b="1" dirty="0"/>
              <a:t>place in the current document</a:t>
            </a:r>
            <a:r>
              <a:rPr lang="en-US" sz="2800" dirty="0"/>
              <a:t>.</a:t>
            </a:r>
          </a:p>
          <a:p>
            <a:pPr algn="just"/>
            <a:endParaRPr lang="en-US" sz="2800" b="1" dirty="0"/>
          </a:p>
        </p:txBody>
      </p:sp>
    </p:spTree>
    <p:extLst>
      <p:ext uri="{BB962C8B-B14F-4D97-AF65-F5344CB8AC3E}">
        <p14:creationId xmlns:p14="http://schemas.microsoft.com/office/powerpoint/2010/main" val="1002842726"/>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How to format text with a hyperlink</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The text will then be formatted as a hyperlink.</a:t>
            </a:r>
          </a:p>
          <a:p>
            <a:pPr algn="just"/>
            <a:endParaRPr lang="en-US" sz="2800" b="1" dirty="0"/>
          </a:p>
          <a:p>
            <a:pPr algn="just"/>
            <a:endParaRPr lang="en-US" sz="2800" b="1" dirty="0"/>
          </a:p>
        </p:txBody>
      </p:sp>
      <p:pic>
        <p:nvPicPr>
          <p:cNvPr id="5" name="Picture 4">
            <a:extLst>
              <a:ext uri="{FF2B5EF4-FFF2-40B4-BE49-F238E27FC236}">
                <a16:creationId xmlns:a16="http://schemas.microsoft.com/office/drawing/2014/main" id="{34987378-4ECF-4B85-A4E1-F0A30B802A56}"/>
              </a:ext>
            </a:extLst>
          </p:cNvPr>
          <p:cNvPicPr>
            <a:picLocks noChangeAspect="1"/>
          </p:cNvPicPr>
          <p:nvPr/>
        </p:nvPicPr>
        <p:blipFill>
          <a:blip r:embed="rId3"/>
          <a:stretch>
            <a:fillRect/>
          </a:stretch>
        </p:blipFill>
        <p:spPr>
          <a:xfrm>
            <a:off x="-125288" y="1196752"/>
            <a:ext cx="9144000" cy="5789062"/>
          </a:xfrm>
          <a:prstGeom prst="rect">
            <a:avLst/>
          </a:prstGeom>
        </p:spPr>
      </p:pic>
    </p:spTree>
    <p:extLst>
      <p:ext uri="{BB962C8B-B14F-4D97-AF65-F5344CB8AC3E}">
        <p14:creationId xmlns:p14="http://schemas.microsoft.com/office/powerpoint/2010/main" val="2304626347"/>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How to format text with a hyperlink</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The selected text will appear in the Text to display: field at the top. You can change this text if you want.</a:t>
            </a:r>
          </a:p>
          <a:p>
            <a:pPr algn="just"/>
            <a:r>
              <a:rPr lang="en-US" sz="2800" dirty="0"/>
              <a:t>In the Address: field, type the address you want to link to, then click OK.</a:t>
            </a:r>
            <a:endParaRPr lang="en-US" sz="2800" b="1" dirty="0"/>
          </a:p>
        </p:txBody>
      </p:sp>
      <p:pic>
        <p:nvPicPr>
          <p:cNvPr id="4" name="Picture 3">
            <a:extLst>
              <a:ext uri="{FF2B5EF4-FFF2-40B4-BE49-F238E27FC236}">
                <a16:creationId xmlns:a16="http://schemas.microsoft.com/office/drawing/2014/main" id="{BC5E94DF-72A1-43EA-ACC3-CEFDA6764F9A}"/>
              </a:ext>
            </a:extLst>
          </p:cNvPr>
          <p:cNvPicPr>
            <a:picLocks noChangeAspect="1"/>
          </p:cNvPicPr>
          <p:nvPr/>
        </p:nvPicPr>
        <p:blipFill>
          <a:blip r:embed="rId3"/>
          <a:stretch>
            <a:fillRect/>
          </a:stretch>
        </p:blipFill>
        <p:spPr>
          <a:xfrm>
            <a:off x="0" y="2204865"/>
            <a:ext cx="9144000" cy="4675590"/>
          </a:xfrm>
          <a:prstGeom prst="rect">
            <a:avLst/>
          </a:prstGeom>
        </p:spPr>
      </p:pic>
    </p:spTree>
    <p:extLst>
      <p:ext uri="{BB962C8B-B14F-4D97-AF65-F5344CB8AC3E}">
        <p14:creationId xmlns:p14="http://schemas.microsoft.com/office/powerpoint/2010/main" val="2869422610"/>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Editing and removing hyperlinks</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Once you've inserted a hyperlink, you can right-click the hyperlink to edit, open, copy, or remove it.</a:t>
            </a:r>
            <a:endParaRPr lang="en-US" sz="2800" b="1" dirty="0"/>
          </a:p>
        </p:txBody>
      </p:sp>
      <p:pic>
        <p:nvPicPr>
          <p:cNvPr id="5" name="Picture 4">
            <a:extLst>
              <a:ext uri="{FF2B5EF4-FFF2-40B4-BE49-F238E27FC236}">
                <a16:creationId xmlns:a16="http://schemas.microsoft.com/office/drawing/2014/main" id="{B37FF50F-987B-441A-A7C5-69AC266DF0B7}"/>
              </a:ext>
            </a:extLst>
          </p:cNvPr>
          <p:cNvPicPr>
            <a:picLocks noChangeAspect="1"/>
          </p:cNvPicPr>
          <p:nvPr/>
        </p:nvPicPr>
        <p:blipFill>
          <a:blip r:embed="rId3"/>
          <a:stretch>
            <a:fillRect/>
          </a:stretch>
        </p:blipFill>
        <p:spPr>
          <a:xfrm>
            <a:off x="0" y="1713000"/>
            <a:ext cx="9144000" cy="5140990"/>
          </a:xfrm>
          <a:prstGeom prst="rect">
            <a:avLst/>
          </a:prstGeom>
        </p:spPr>
      </p:pic>
    </p:spTree>
    <p:extLst>
      <p:ext uri="{BB962C8B-B14F-4D97-AF65-F5344CB8AC3E}">
        <p14:creationId xmlns:p14="http://schemas.microsoft.com/office/powerpoint/2010/main" val="787229051"/>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US" dirty="0"/>
              <a:t>Editing and removing hyperlinks</a:t>
            </a:r>
          </a:p>
        </p:txBody>
      </p:sp>
      <p:sp>
        <p:nvSpPr>
          <p:cNvPr id="3" name="Content Placeholder 2"/>
          <p:cNvSpPr>
            <a:spLocks noGrp="1"/>
          </p:cNvSpPr>
          <p:nvPr>
            <p:ph idx="1"/>
          </p:nvPr>
        </p:nvSpPr>
        <p:spPr>
          <a:xfrm>
            <a:off x="0" y="404664"/>
            <a:ext cx="9144000" cy="6453336"/>
          </a:xfrm>
        </p:spPr>
        <p:txBody>
          <a:bodyPr>
            <a:normAutofit/>
          </a:bodyPr>
          <a:lstStyle/>
          <a:p>
            <a:pPr algn="just"/>
            <a:r>
              <a:rPr lang="en-US" sz="2800" dirty="0"/>
              <a:t>To remove a hyperlink, </a:t>
            </a:r>
            <a:r>
              <a:rPr lang="en-US" sz="2800" b="1" dirty="0"/>
              <a:t>right-click the hyperlink </a:t>
            </a:r>
            <a:r>
              <a:rPr lang="en-US" sz="2800" dirty="0"/>
              <a:t>and select </a:t>
            </a:r>
            <a:r>
              <a:rPr lang="en-US" sz="2800" b="1" dirty="0"/>
              <a:t>Remove Hyperlink </a:t>
            </a:r>
            <a:r>
              <a:rPr lang="en-US" sz="2800" dirty="0"/>
              <a:t>from the pop-up menu that appears.</a:t>
            </a:r>
          </a:p>
          <a:p>
            <a:pPr algn="just"/>
            <a:endParaRPr lang="en-US" sz="2800" dirty="0"/>
          </a:p>
        </p:txBody>
      </p:sp>
      <p:pic>
        <p:nvPicPr>
          <p:cNvPr id="4" name="Picture 3">
            <a:extLst>
              <a:ext uri="{FF2B5EF4-FFF2-40B4-BE49-F238E27FC236}">
                <a16:creationId xmlns:a16="http://schemas.microsoft.com/office/drawing/2014/main" id="{35DD30DC-2180-4942-8F4B-626DFC8C0046}"/>
              </a:ext>
            </a:extLst>
          </p:cNvPr>
          <p:cNvPicPr>
            <a:picLocks noChangeAspect="1"/>
          </p:cNvPicPr>
          <p:nvPr/>
        </p:nvPicPr>
        <p:blipFill>
          <a:blip r:embed="rId3"/>
          <a:stretch>
            <a:fillRect/>
          </a:stretch>
        </p:blipFill>
        <p:spPr>
          <a:xfrm>
            <a:off x="-958" y="1556792"/>
            <a:ext cx="9144000" cy="5301208"/>
          </a:xfrm>
          <a:prstGeom prst="rect">
            <a:avLst/>
          </a:prstGeom>
        </p:spPr>
      </p:pic>
    </p:spTree>
    <p:extLst>
      <p:ext uri="{BB962C8B-B14F-4D97-AF65-F5344CB8AC3E}">
        <p14:creationId xmlns:p14="http://schemas.microsoft.com/office/powerpoint/2010/main" val="2657594211"/>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26468</TotalTime>
  <Words>7157</Words>
  <Application>Microsoft Office PowerPoint</Application>
  <PresentationFormat>On-screen Show (4:3)</PresentationFormat>
  <Paragraphs>968</Paragraphs>
  <Slides>177</Slides>
  <Notes>177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177</vt:i4>
      </vt:variant>
    </vt:vector>
  </HeadingPairs>
  <TitlesOfParts>
    <vt:vector size="182" baseType="lpstr">
      <vt:lpstr>Arial</vt:lpstr>
      <vt:lpstr>Arial Black</vt:lpstr>
      <vt:lpstr>Calibri</vt:lpstr>
      <vt:lpstr>Wingdings</vt:lpstr>
      <vt:lpstr>Office Theme</vt:lpstr>
      <vt:lpstr>PowerPoint Presentation</vt:lpstr>
      <vt:lpstr>Objectives Overview</vt:lpstr>
      <vt:lpstr>Objectives Overview</vt:lpstr>
      <vt:lpstr>Using the insertion point to add text</vt:lpstr>
      <vt:lpstr>Using the insertion point to add text</vt:lpstr>
      <vt:lpstr>Using the insertion point to add text</vt:lpstr>
      <vt:lpstr>Using the insertion point to add text</vt:lpstr>
      <vt:lpstr>Using the insertion point to add text</vt:lpstr>
      <vt:lpstr>Selecting text</vt:lpstr>
      <vt:lpstr>Selecting text</vt:lpstr>
      <vt:lpstr>Selecting text</vt:lpstr>
      <vt:lpstr>Selecting text</vt:lpstr>
      <vt:lpstr>Select Text Using the Keyboard</vt:lpstr>
      <vt:lpstr>Select Text Using the Keyboard</vt:lpstr>
      <vt:lpstr>How to drag and drop text</vt:lpstr>
      <vt:lpstr>How to drag and drop text</vt:lpstr>
      <vt:lpstr>How to drag and drop text</vt:lpstr>
      <vt:lpstr>Move within different documents</vt:lpstr>
      <vt:lpstr>Move within different documents</vt:lpstr>
      <vt:lpstr>Move within different documents</vt:lpstr>
      <vt:lpstr>Move within different documents</vt:lpstr>
      <vt:lpstr>Move within different documents</vt:lpstr>
      <vt:lpstr>Move within different documents</vt:lpstr>
      <vt:lpstr>Copying and moving text</vt:lpstr>
      <vt:lpstr>Copying and moving text</vt:lpstr>
      <vt:lpstr>How to copy and paste text</vt:lpstr>
      <vt:lpstr>How to copy and paste text</vt:lpstr>
      <vt:lpstr>How to copy and paste text</vt:lpstr>
      <vt:lpstr>How to copy and paste text</vt:lpstr>
      <vt:lpstr>How to cut and paste text</vt:lpstr>
      <vt:lpstr>How to cut and paste text</vt:lpstr>
      <vt:lpstr>How to cut and paste text</vt:lpstr>
      <vt:lpstr>How to copy and paste text</vt:lpstr>
      <vt:lpstr>How to copy and paste text</vt:lpstr>
      <vt:lpstr>How to copy and paste text</vt:lpstr>
      <vt:lpstr>How to copy and paste text</vt:lpstr>
      <vt:lpstr>How Cut and paste items from the Clipboard</vt:lpstr>
      <vt:lpstr>How Cut and paste items from the Clipboard</vt:lpstr>
      <vt:lpstr>How Cut and paste items from the Clipboard</vt:lpstr>
      <vt:lpstr>How Cut and paste items from the Clipboard</vt:lpstr>
      <vt:lpstr>Delete items from the Clipboard</vt:lpstr>
      <vt:lpstr>Close the Clipboard</vt:lpstr>
      <vt:lpstr>To delete text</vt:lpstr>
      <vt:lpstr>What is Paste Special</vt:lpstr>
      <vt:lpstr>What is Paste Special</vt:lpstr>
      <vt:lpstr>What is Paste Special</vt:lpstr>
      <vt:lpstr>What is Paste Special</vt:lpstr>
      <vt:lpstr>Difference Between Paste and Paste Special</vt:lpstr>
      <vt:lpstr>Difference Between Paste and Paste Special</vt:lpstr>
      <vt:lpstr>How to use the Format Painter</vt:lpstr>
      <vt:lpstr>How to use the Format Painter</vt:lpstr>
      <vt:lpstr>How to use the Format Painter</vt:lpstr>
      <vt:lpstr>How to use the Format Painter</vt:lpstr>
      <vt:lpstr>Undo and Redo</vt:lpstr>
      <vt:lpstr>Undo and Redo</vt:lpstr>
      <vt:lpstr>Undo and Redo</vt:lpstr>
      <vt:lpstr>Text Basics</vt:lpstr>
      <vt:lpstr>Setting Text Fonts in Word 2019</vt:lpstr>
      <vt:lpstr>Change the Font Size</vt:lpstr>
      <vt:lpstr>Change the Font Size</vt:lpstr>
      <vt:lpstr>Change the Font Size</vt:lpstr>
      <vt:lpstr>Change the Font Type </vt:lpstr>
      <vt:lpstr>Change the Font Type </vt:lpstr>
      <vt:lpstr>Change the Font Type </vt:lpstr>
      <vt:lpstr>To change the font color</vt:lpstr>
      <vt:lpstr>To change the font color</vt:lpstr>
      <vt:lpstr>To change the font color</vt:lpstr>
      <vt:lpstr>To change the font color</vt:lpstr>
      <vt:lpstr>Highlight Text with Colors</vt:lpstr>
      <vt:lpstr>Remove Highlight Text with Colors</vt:lpstr>
      <vt:lpstr>Clear All Formatting Options</vt:lpstr>
      <vt:lpstr>Text Decoration in Word 2010</vt:lpstr>
      <vt:lpstr>Making text bold</vt:lpstr>
      <vt:lpstr>Making Text Italic</vt:lpstr>
      <vt:lpstr>Underline the Text</vt:lpstr>
      <vt:lpstr>Strikethrough the Text</vt:lpstr>
      <vt:lpstr>Change Text Case in Word 2019</vt:lpstr>
      <vt:lpstr>Change Text to Sentence Case</vt:lpstr>
      <vt:lpstr>Change Text to Lowercase</vt:lpstr>
      <vt:lpstr>Change Text to Uppercase</vt:lpstr>
      <vt:lpstr>Capitalize Text</vt:lpstr>
      <vt:lpstr>Toggle the Text</vt:lpstr>
      <vt:lpstr>Apply Text Effects</vt:lpstr>
      <vt:lpstr>Format text as superscript or subscript in Word</vt:lpstr>
      <vt:lpstr>Format text as  subscript in Word</vt:lpstr>
      <vt:lpstr>Format text as  subscript in Word</vt:lpstr>
      <vt:lpstr>Format text as  superscript in Word</vt:lpstr>
      <vt:lpstr>Format text as  superscript in Word</vt:lpstr>
      <vt:lpstr>Format text as  superscript in Word</vt:lpstr>
      <vt:lpstr>Text Alignments in Word 2019</vt:lpstr>
      <vt:lpstr>Left-Aligned Text</vt:lpstr>
      <vt:lpstr>Center Aligned Text</vt:lpstr>
      <vt:lpstr>Right-Aligned Text</vt:lpstr>
      <vt:lpstr>Justified Text</vt:lpstr>
      <vt:lpstr>Indent Paragraphs in Word 2019</vt:lpstr>
      <vt:lpstr>Left Indentation</vt:lpstr>
      <vt:lpstr>Left Indentation</vt:lpstr>
      <vt:lpstr>To indent using the Tab key</vt:lpstr>
      <vt:lpstr>To indent using the Tab key</vt:lpstr>
      <vt:lpstr>Indent markers</vt:lpstr>
      <vt:lpstr>Indent markers</vt:lpstr>
      <vt:lpstr>To indent using the indent markers</vt:lpstr>
      <vt:lpstr>To indent using the indent markers</vt:lpstr>
      <vt:lpstr>Tabs</vt:lpstr>
      <vt:lpstr>Tabs</vt:lpstr>
      <vt:lpstr>Show or hide tab marks in Word</vt:lpstr>
      <vt:lpstr>Show or hide tab marks in Word</vt:lpstr>
      <vt:lpstr>Create Bullets in Word 2019</vt:lpstr>
      <vt:lpstr>Create a List from Existing Text</vt:lpstr>
      <vt:lpstr>Create a List from Existing Text</vt:lpstr>
      <vt:lpstr>Create a List from Existing Text</vt:lpstr>
      <vt:lpstr>Create a List as You Type</vt:lpstr>
      <vt:lpstr>Create a List as You Type</vt:lpstr>
      <vt:lpstr>Customizing bullets</vt:lpstr>
      <vt:lpstr>To use a symbol as a bullet</vt:lpstr>
      <vt:lpstr>To use a symbol as a bullet</vt:lpstr>
      <vt:lpstr>To use a symbol as a bullet</vt:lpstr>
      <vt:lpstr>To use a symbol as a bullet</vt:lpstr>
      <vt:lpstr>To use a symbol as a bullet</vt:lpstr>
      <vt:lpstr>To use a symbol as a bullet</vt:lpstr>
      <vt:lpstr>To change the bullet color</vt:lpstr>
      <vt:lpstr>To change the bullet color</vt:lpstr>
      <vt:lpstr>To change the bullet color</vt:lpstr>
      <vt:lpstr>To change the bullet color</vt:lpstr>
      <vt:lpstr>To change the bullet color</vt:lpstr>
      <vt:lpstr>To change the bullet color</vt:lpstr>
      <vt:lpstr>Sorting in word 2019</vt:lpstr>
      <vt:lpstr>Sorting in word 2019</vt:lpstr>
      <vt:lpstr>Sorting in word 2019</vt:lpstr>
      <vt:lpstr>Multilevel lists</vt:lpstr>
      <vt:lpstr>How to create a multilevel list</vt:lpstr>
      <vt:lpstr>How to create a multilevel list</vt:lpstr>
      <vt:lpstr>How to increase or decrease an indent level  of multilevel list</vt:lpstr>
      <vt:lpstr>How to increase or decrease an indent level  of multilevel list</vt:lpstr>
      <vt:lpstr>How to increase or decrease an indent level  of multilevel list</vt:lpstr>
      <vt:lpstr>How to increase or decrease an indent level  of multilevel list</vt:lpstr>
      <vt:lpstr>Set Line Spacing in Word 2019</vt:lpstr>
      <vt:lpstr>Spacing between Lines</vt:lpstr>
      <vt:lpstr>Spacing between Lines</vt:lpstr>
      <vt:lpstr>Adjusting line spacing</vt:lpstr>
      <vt:lpstr>Adjusting line spacing</vt:lpstr>
      <vt:lpstr>Spacing between Paragraphs</vt:lpstr>
      <vt:lpstr>Spacing between Paragraphs</vt:lpstr>
      <vt:lpstr>Spacing between Paragraphs</vt:lpstr>
      <vt:lpstr>Borders and Shades in Word 2019</vt:lpstr>
      <vt:lpstr>Add Borders to Text in a Paragraph</vt:lpstr>
      <vt:lpstr>Add Borders to Text in a Paragraph</vt:lpstr>
      <vt:lpstr>Add Borders to Text</vt:lpstr>
      <vt:lpstr>Add Borders to Page</vt:lpstr>
      <vt:lpstr>Add Borders to Page</vt:lpstr>
      <vt:lpstr>Add Borders to Page</vt:lpstr>
      <vt:lpstr>Add Borders to Page</vt:lpstr>
      <vt:lpstr>Add Shades to Text</vt:lpstr>
      <vt:lpstr>Add Shades to Text</vt:lpstr>
      <vt:lpstr>Add Shades to Text</vt:lpstr>
      <vt:lpstr>Apply Quick Styles</vt:lpstr>
      <vt:lpstr>Apply Quick Styles</vt:lpstr>
      <vt:lpstr>Apply Quick Styles</vt:lpstr>
      <vt:lpstr> Using Find and Replace</vt:lpstr>
      <vt:lpstr> To find text</vt:lpstr>
      <vt:lpstr> To find text</vt:lpstr>
      <vt:lpstr> To find text</vt:lpstr>
      <vt:lpstr>To replace text</vt:lpstr>
      <vt:lpstr>To replace text</vt:lpstr>
      <vt:lpstr>To replace text</vt:lpstr>
      <vt:lpstr>To replace text</vt:lpstr>
      <vt:lpstr>Understanding hyperlinks in Word</vt:lpstr>
      <vt:lpstr>Understanding hyperlinks in Word</vt:lpstr>
      <vt:lpstr>Understanding hyperlinks in Word</vt:lpstr>
      <vt:lpstr>How to format text with a hyperlink</vt:lpstr>
      <vt:lpstr>How to format text with a hyperlink</vt:lpstr>
      <vt:lpstr>How to format text with a hyperlink</vt:lpstr>
      <vt:lpstr>How to format text with a hyperlink</vt:lpstr>
      <vt:lpstr>Editing and removing hyperlinks</vt:lpstr>
      <vt:lpstr>Editing and removing hyperlinks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USER</cp:lastModifiedBy>
  <cp:revision>421</cp:revision>
  <dcterms:created xsi:type="dcterms:W3CDTF">2008-12-18T17:11:12Z</dcterms:created>
  <dcterms:modified xsi:type="dcterms:W3CDTF">2023-01-29T22:59:29Z</dcterms:modified>
</cp:coreProperties>
</file>