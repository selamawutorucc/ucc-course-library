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95"/>
  </p:notesMasterIdLst>
  <p:sldIdLst>
    <p:sldId id="260" r:id="rId2"/>
    <p:sldId id="385" r:id="rId3"/>
    <p:sldId id="294" r:id="rId4"/>
    <p:sldId id="261" r:id="rId5"/>
    <p:sldId id="264" r:id="rId6"/>
    <p:sldId id="386" r:id="rId7"/>
    <p:sldId id="387" r:id="rId8"/>
    <p:sldId id="310" r:id="rId9"/>
    <p:sldId id="388" r:id="rId10"/>
    <p:sldId id="311" r:id="rId11"/>
    <p:sldId id="389" r:id="rId12"/>
    <p:sldId id="390" r:id="rId13"/>
    <p:sldId id="391" r:id="rId14"/>
    <p:sldId id="392" r:id="rId15"/>
    <p:sldId id="393" r:id="rId16"/>
    <p:sldId id="394" r:id="rId17"/>
    <p:sldId id="395" r:id="rId18"/>
    <p:sldId id="397" r:id="rId19"/>
    <p:sldId id="398" r:id="rId20"/>
    <p:sldId id="399" r:id="rId21"/>
    <p:sldId id="400" r:id="rId22"/>
    <p:sldId id="401" r:id="rId23"/>
    <p:sldId id="402" r:id="rId24"/>
    <p:sldId id="403" r:id="rId25"/>
    <p:sldId id="404" r:id="rId26"/>
    <p:sldId id="405" r:id="rId27"/>
    <p:sldId id="406" r:id="rId28"/>
    <p:sldId id="407" r:id="rId29"/>
    <p:sldId id="408" r:id="rId30"/>
    <p:sldId id="409" r:id="rId31"/>
    <p:sldId id="410" r:id="rId32"/>
    <p:sldId id="411" r:id="rId33"/>
    <p:sldId id="412" r:id="rId34"/>
    <p:sldId id="413" r:id="rId35"/>
    <p:sldId id="414" r:id="rId36"/>
    <p:sldId id="415" r:id="rId37"/>
    <p:sldId id="416" r:id="rId38"/>
    <p:sldId id="417" r:id="rId39"/>
    <p:sldId id="418" r:id="rId40"/>
    <p:sldId id="419" r:id="rId41"/>
    <p:sldId id="420" r:id="rId42"/>
    <p:sldId id="421" r:id="rId43"/>
    <p:sldId id="422" r:id="rId44"/>
    <p:sldId id="423" r:id="rId45"/>
    <p:sldId id="424" r:id="rId46"/>
    <p:sldId id="425" r:id="rId47"/>
    <p:sldId id="426" r:id="rId48"/>
    <p:sldId id="427" r:id="rId49"/>
    <p:sldId id="428" r:id="rId50"/>
    <p:sldId id="429" r:id="rId51"/>
    <p:sldId id="430" r:id="rId52"/>
    <p:sldId id="431" r:id="rId53"/>
    <p:sldId id="432" r:id="rId54"/>
    <p:sldId id="433" r:id="rId55"/>
    <p:sldId id="434" r:id="rId56"/>
    <p:sldId id="435" r:id="rId57"/>
    <p:sldId id="436" r:id="rId58"/>
    <p:sldId id="437" r:id="rId59"/>
    <p:sldId id="438" r:id="rId60"/>
    <p:sldId id="439" r:id="rId61"/>
    <p:sldId id="441" r:id="rId62"/>
    <p:sldId id="442" r:id="rId63"/>
    <p:sldId id="443" r:id="rId64"/>
    <p:sldId id="444" r:id="rId65"/>
    <p:sldId id="445" r:id="rId66"/>
    <p:sldId id="446" r:id="rId67"/>
    <p:sldId id="447" r:id="rId68"/>
    <p:sldId id="448" r:id="rId69"/>
    <p:sldId id="449" r:id="rId70"/>
    <p:sldId id="450" r:id="rId71"/>
    <p:sldId id="451" r:id="rId72"/>
    <p:sldId id="452" r:id="rId73"/>
    <p:sldId id="453" r:id="rId74"/>
    <p:sldId id="454" r:id="rId75"/>
    <p:sldId id="455" r:id="rId76"/>
    <p:sldId id="456" r:id="rId77"/>
    <p:sldId id="457" r:id="rId78"/>
    <p:sldId id="458" r:id="rId79"/>
    <p:sldId id="459" r:id="rId80"/>
    <p:sldId id="460" r:id="rId81"/>
    <p:sldId id="461" r:id="rId82"/>
    <p:sldId id="462" r:id="rId83"/>
    <p:sldId id="463" r:id="rId84"/>
    <p:sldId id="464" r:id="rId85"/>
    <p:sldId id="465" r:id="rId86"/>
    <p:sldId id="466" r:id="rId87"/>
    <p:sldId id="467" r:id="rId88"/>
    <p:sldId id="468" r:id="rId89"/>
    <p:sldId id="469" r:id="rId90"/>
    <p:sldId id="470" r:id="rId91"/>
    <p:sldId id="471" r:id="rId92"/>
    <p:sldId id="440" r:id="rId93"/>
    <p:sldId id="384" r:id="rId9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B7531"/>
    <a:srgbClr val="EEEBC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68" d="100"/>
          <a:sy n="68" d="100"/>
        </p:scale>
        <p:origin x="-1446" y="-108"/>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97"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iagrams/colors1.xml><?xml version="1.0" encoding="utf-8"?>
<dgm:colorsDef xmlns:dgm="http://schemas.openxmlformats.org/drawingml/2006/diagram" xmlns:a="http://schemas.openxmlformats.org/drawingml/2006/main" uniqueId="urn:microsoft.com/office/officeart/2005/8/colors/accent4_3">
  <dgm:title val=""/>
  <dgm:desc val=""/>
  <dgm:catLst>
    <dgm:cat type="accent4" pri="11300"/>
  </dgm:catLst>
  <dgm:styleLbl name="node0">
    <dgm:fillClrLst meth="repeat">
      <a:schemeClr val="accent4">
        <a:shade val="80000"/>
      </a:schemeClr>
    </dgm:fillClrLst>
    <dgm:linClrLst meth="repeat">
      <a:schemeClr val="lt1"/>
    </dgm:linClrLst>
    <dgm:effectClrLst/>
    <dgm:txLinClrLst/>
    <dgm:txFillClrLst/>
    <dgm:txEffectClrLst/>
  </dgm:styleLbl>
  <dgm:styleLbl name="node1">
    <dgm:fillClrLst>
      <a:schemeClr val="accent4">
        <a:shade val="80000"/>
      </a:schemeClr>
      <a:schemeClr val="accent4">
        <a:tint val="70000"/>
      </a:schemeClr>
    </dgm:fillClrLst>
    <dgm:linClrLst meth="repeat">
      <a:schemeClr val="lt1"/>
    </dgm:linClrLst>
    <dgm:effectClrLst/>
    <dgm:txLinClrLst/>
    <dgm:txFillClrLst/>
    <dgm:txEffectClrLst/>
  </dgm:styleLbl>
  <dgm:styleLbl name="alignNode1">
    <dgm:fillClrLst>
      <a:schemeClr val="accent4">
        <a:shade val="80000"/>
      </a:schemeClr>
      <a:schemeClr val="accent4">
        <a:tint val="70000"/>
      </a:schemeClr>
    </dgm:fillClrLst>
    <dgm:linClrLst>
      <a:schemeClr val="accent4">
        <a:shade val="80000"/>
      </a:schemeClr>
      <a:schemeClr val="accent4">
        <a:tint val="70000"/>
      </a:schemeClr>
    </dgm:linClrLst>
    <dgm:effectClrLst/>
    <dgm:txLinClrLst/>
    <dgm:txFillClrLst/>
    <dgm:txEffectClrLst/>
  </dgm:styleLbl>
  <dgm:styleLbl name="lnNode1">
    <dgm:fillClrLst>
      <a:schemeClr val="accent4">
        <a:shade val="80000"/>
      </a:schemeClr>
      <a:schemeClr val="accent4">
        <a:tint val="70000"/>
      </a:schemeClr>
    </dgm:fillClrLst>
    <dgm:linClrLst meth="repeat">
      <a:schemeClr val="lt1"/>
    </dgm:linClrLst>
    <dgm:effectClrLst/>
    <dgm:txLinClrLst/>
    <dgm:txFillClrLst/>
    <dgm:txEffectClrLst/>
  </dgm:styleLbl>
  <dgm:styleLbl name="vennNode1">
    <dgm:fillClrLst>
      <a:schemeClr val="accent4">
        <a:shade val="80000"/>
        <a:alpha val="50000"/>
      </a:schemeClr>
      <a:schemeClr val="accent4">
        <a:tint val="70000"/>
        <a:alpha val="50000"/>
      </a:schemeClr>
    </dgm:fillClrLst>
    <dgm:linClrLst meth="repeat">
      <a:schemeClr val="lt1"/>
    </dgm:linClrLst>
    <dgm:effectClrLst/>
    <dgm:txLinClrLst/>
    <dgm:txFillClrLst/>
    <dgm:txEffectClrLst/>
  </dgm:styleLbl>
  <dgm:styleLbl name="node2">
    <dgm:fillClrLst>
      <a:schemeClr val="accent4">
        <a:tint val="99000"/>
      </a:schemeClr>
    </dgm:fillClrLst>
    <dgm:linClrLst meth="repeat">
      <a:schemeClr val="lt1"/>
    </dgm:linClrLst>
    <dgm:effectClrLst/>
    <dgm:txLinClrLst/>
    <dgm:txFillClrLst/>
    <dgm:txEffectClrLst/>
  </dgm:styleLbl>
  <dgm:styleLbl name="node3">
    <dgm:fillClrLst>
      <a:schemeClr val="accent4">
        <a:tint val="80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dgm:txEffectClrLst/>
  </dgm:styleLbl>
  <dgm:styleLbl name="f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b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sibTrans1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9000"/>
      </a:schemeClr>
    </dgm:fillClrLst>
    <dgm:linClrLst meth="repeat">
      <a:schemeClr val="lt1"/>
    </dgm:linClrLst>
    <dgm:effectClrLst/>
    <dgm:txLinClrLst/>
    <dgm:txFillClrLst/>
    <dgm:txEffectClrLst/>
  </dgm:styleLbl>
  <dgm:styleLbl name="asst3">
    <dgm:fillClrLst>
      <a:schemeClr val="accent4">
        <a:tint val="80000"/>
      </a:schemeClr>
    </dgm:fillClrLst>
    <dgm:linClrLst meth="repeat">
      <a:schemeClr val="lt1"/>
    </dgm:linClrLst>
    <dgm:effectClrLst/>
    <dgm:txLinClrLst/>
    <dgm:txFillClrLst/>
    <dgm:txEffectClrLst/>
  </dgm:styleLbl>
  <dgm:styleLbl name="asst4">
    <dgm:fillClrLst>
      <a:schemeClr val="accent4">
        <a:tint val="7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lt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9000"/>
      </a:schemeClr>
    </dgm:fillClrLst>
    <dgm:linClrLst meth="repeat">
      <a:schemeClr val="accent4">
        <a:tint val="99000"/>
      </a:schemeClr>
    </dgm:linClrLst>
    <dgm:effectClrLst/>
    <dgm:txLinClrLst/>
    <dgm:txFillClrLst meth="repeat">
      <a:schemeClr val="tx1"/>
    </dgm:txFillClrLst>
    <dgm:txEffectClrLst/>
  </dgm:styleLbl>
  <dgm:styleLbl name="parChTrans1D3">
    <dgm:fillClrLst meth="repeat">
      <a:schemeClr val="accent4">
        <a:tint val="80000"/>
      </a:schemeClr>
    </dgm:fillClrLst>
    <dgm:linClrLst meth="repeat">
      <a:schemeClr val="accent4">
        <a:tint val="80000"/>
      </a:schemeClr>
    </dgm:linClrLst>
    <dgm:effectClrLst/>
    <dgm:txLinClrLst/>
    <dgm:txFillClrLst meth="repeat">
      <a:schemeClr val="tx1"/>
    </dgm:txFillClrLst>
    <dgm:txEffectClrLst/>
  </dgm:styleLbl>
  <dgm:styleLbl name="parChTrans1D4">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4_3">
  <dgm:title val=""/>
  <dgm:desc val=""/>
  <dgm:catLst>
    <dgm:cat type="accent4" pri="11300"/>
  </dgm:catLst>
  <dgm:styleLbl name="node0">
    <dgm:fillClrLst meth="repeat">
      <a:schemeClr val="accent4">
        <a:shade val="80000"/>
      </a:schemeClr>
    </dgm:fillClrLst>
    <dgm:linClrLst meth="repeat">
      <a:schemeClr val="lt1"/>
    </dgm:linClrLst>
    <dgm:effectClrLst/>
    <dgm:txLinClrLst/>
    <dgm:txFillClrLst/>
    <dgm:txEffectClrLst/>
  </dgm:styleLbl>
  <dgm:styleLbl name="node1">
    <dgm:fillClrLst>
      <a:schemeClr val="accent4">
        <a:shade val="80000"/>
      </a:schemeClr>
      <a:schemeClr val="accent4">
        <a:tint val="70000"/>
      </a:schemeClr>
    </dgm:fillClrLst>
    <dgm:linClrLst meth="repeat">
      <a:schemeClr val="lt1"/>
    </dgm:linClrLst>
    <dgm:effectClrLst/>
    <dgm:txLinClrLst/>
    <dgm:txFillClrLst/>
    <dgm:txEffectClrLst/>
  </dgm:styleLbl>
  <dgm:styleLbl name="alignNode1">
    <dgm:fillClrLst>
      <a:schemeClr val="accent4">
        <a:shade val="80000"/>
      </a:schemeClr>
      <a:schemeClr val="accent4">
        <a:tint val="70000"/>
      </a:schemeClr>
    </dgm:fillClrLst>
    <dgm:linClrLst>
      <a:schemeClr val="accent4">
        <a:shade val="80000"/>
      </a:schemeClr>
      <a:schemeClr val="accent4">
        <a:tint val="70000"/>
      </a:schemeClr>
    </dgm:linClrLst>
    <dgm:effectClrLst/>
    <dgm:txLinClrLst/>
    <dgm:txFillClrLst/>
    <dgm:txEffectClrLst/>
  </dgm:styleLbl>
  <dgm:styleLbl name="lnNode1">
    <dgm:fillClrLst>
      <a:schemeClr val="accent4">
        <a:shade val="80000"/>
      </a:schemeClr>
      <a:schemeClr val="accent4">
        <a:tint val="70000"/>
      </a:schemeClr>
    </dgm:fillClrLst>
    <dgm:linClrLst meth="repeat">
      <a:schemeClr val="lt1"/>
    </dgm:linClrLst>
    <dgm:effectClrLst/>
    <dgm:txLinClrLst/>
    <dgm:txFillClrLst/>
    <dgm:txEffectClrLst/>
  </dgm:styleLbl>
  <dgm:styleLbl name="vennNode1">
    <dgm:fillClrLst>
      <a:schemeClr val="accent4">
        <a:shade val="80000"/>
        <a:alpha val="50000"/>
      </a:schemeClr>
      <a:schemeClr val="accent4">
        <a:tint val="70000"/>
        <a:alpha val="50000"/>
      </a:schemeClr>
    </dgm:fillClrLst>
    <dgm:linClrLst meth="repeat">
      <a:schemeClr val="lt1"/>
    </dgm:linClrLst>
    <dgm:effectClrLst/>
    <dgm:txLinClrLst/>
    <dgm:txFillClrLst/>
    <dgm:txEffectClrLst/>
  </dgm:styleLbl>
  <dgm:styleLbl name="node2">
    <dgm:fillClrLst>
      <a:schemeClr val="accent4">
        <a:tint val="99000"/>
      </a:schemeClr>
    </dgm:fillClrLst>
    <dgm:linClrLst meth="repeat">
      <a:schemeClr val="lt1"/>
    </dgm:linClrLst>
    <dgm:effectClrLst/>
    <dgm:txLinClrLst/>
    <dgm:txFillClrLst/>
    <dgm:txEffectClrLst/>
  </dgm:styleLbl>
  <dgm:styleLbl name="node3">
    <dgm:fillClrLst>
      <a:schemeClr val="accent4">
        <a:tint val="80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dgm:txEffectClrLst/>
  </dgm:styleLbl>
  <dgm:styleLbl name="f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b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sibTrans1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9000"/>
      </a:schemeClr>
    </dgm:fillClrLst>
    <dgm:linClrLst meth="repeat">
      <a:schemeClr val="lt1"/>
    </dgm:linClrLst>
    <dgm:effectClrLst/>
    <dgm:txLinClrLst/>
    <dgm:txFillClrLst/>
    <dgm:txEffectClrLst/>
  </dgm:styleLbl>
  <dgm:styleLbl name="asst3">
    <dgm:fillClrLst>
      <a:schemeClr val="accent4">
        <a:tint val="80000"/>
      </a:schemeClr>
    </dgm:fillClrLst>
    <dgm:linClrLst meth="repeat">
      <a:schemeClr val="lt1"/>
    </dgm:linClrLst>
    <dgm:effectClrLst/>
    <dgm:txLinClrLst/>
    <dgm:txFillClrLst/>
    <dgm:txEffectClrLst/>
  </dgm:styleLbl>
  <dgm:styleLbl name="asst4">
    <dgm:fillClrLst>
      <a:schemeClr val="accent4">
        <a:tint val="7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lt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9000"/>
      </a:schemeClr>
    </dgm:fillClrLst>
    <dgm:linClrLst meth="repeat">
      <a:schemeClr val="accent4">
        <a:tint val="99000"/>
      </a:schemeClr>
    </dgm:linClrLst>
    <dgm:effectClrLst/>
    <dgm:txLinClrLst/>
    <dgm:txFillClrLst meth="repeat">
      <a:schemeClr val="tx1"/>
    </dgm:txFillClrLst>
    <dgm:txEffectClrLst/>
  </dgm:styleLbl>
  <dgm:styleLbl name="parChTrans1D3">
    <dgm:fillClrLst meth="repeat">
      <a:schemeClr val="accent4">
        <a:tint val="80000"/>
      </a:schemeClr>
    </dgm:fillClrLst>
    <dgm:linClrLst meth="repeat">
      <a:schemeClr val="accent4">
        <a:tint val="80000"/>
      </a:schemeClr>
    </dgm:linClrLst>
    <dgm:effectClrLst/>
    <dgm:txLinClrLst/>
    <dgm:txFillClrLst meth="repeat">
      <a:schemeClr val="tx1"/>
    </dgm:txFillClrLst>
    <dgm:txEffectClrLst/>
  </dgm:styleLbl>
  <dgm:styleLbl name="parChTrans1D4">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4_3">
  <dgm:title val=""/>
  <dgm:desc val=""/>
  <dgm:catLst>
    <dgm:cat type="accent4" pri="11300"/>
  </dgm:catLst>
  <dgm:styleLbl name="node0">
    <dgm:fillClrLst meth="repeat">
      <a:schemeClr val="accent4">
        <a:shade val="80000"/>
      </a:schemeClr>
    </dgm:fillClrLst>
    <dgm:linClrLst meth="repeat">
      <a:schemeClr val="lt1"/>
    </dgm:linClrLst>
    <dgm:effectClrLst/>
    <dgm:txLinClrLst/>
    <dgm:txFillClrLst/>
    <dgm:txEffectClrLst/>
  </dgm:styleLbl>
  <dgm:styleLbl name="node1">
    <dgm:fillClrLst>
      <a:schemeClr val="accent4">
        <a:shade val="80000"/>
      </a:schemeClr>
      <a:schemeClr val="accent4">
        <a:tint val="70000"/>
      </a:schemeClr>
    </dgm:fillClrLst>
    <dgm:linClrLst meth="repeat">
      <a:schemeClr val="lt1"/>
    </dgm:linClrLst>
    <dgm:effectClrLst/>
    <dgm:txLinClrLst/>
    <dgm:txFillClrLst/>
    <dgm:txEffectClrLst/>
  </dgm:styleLbl>
  <dgm:styleLbl name="alignNode1">
    <dgm:fillClrLst>
      <a:schemeClr val="accent4">
        <a:shade val="80000"/>
      </a:schemeClr>
      <a:schemeClr val="accent4">
        <a:tint val="70000"/>
      </a:schemeClr>
    </dgm:fillClrLst>
    <dgm:linClrLst>
      <a:schemeClr val="accent4">
        <a:shade val="80000"/>
      </a:schemeClr>
      <a:schemeClr val="accent4">
        <a:tint val="70000"/>
      </a:schemeClr>
    </dgm:linClrLst>
    <dgm:effectClrLst/>
    <dgm:txLinClrLst/>
    <dgm:txFillClrLst/>
    <dgm:txEffectClrLst/>
  </dgm:styleLbl>
  <dgm:styleLbl name="lnNode1">
    <dgm:fillClrLst>
      <a:schemeClr val="accent4">
        <a:shade val="80000"/>
      </a:schemeClr>
      <a:schemeClr val="accent4">
        <a:tint val="70000"/>
      </a:schemeClr>
    </dgm:fillClrLst>
    <dgm:linClrLst meth="repeat">
      <a:schemeClr val="lt1"/>
    </dgm:linClrLst>
    <dgm:effectClrLst/>
    <dgm:txLinClrLst/>
    <dgm:txFillClrLst/>
    <dgm:txEffectClrLst/>
  </dgm:styleLbl>
  <dgm:styleLbl name="vennNode1">
    <dgm:fillClrLst>
      <a:schemeClr val="accent4">
        <a:shade val="80000"/>
        <a:alpha val="50000"/>
      </a:schemeClr>
      <a:schemeClr val="accent4">
        <a:tint val="70000"/>
        <a:alpha val="50000"/>
      </a:schemeClr>
    </dgm:fillClrLst>
    <dgm:linClrLst meth="repeat">
      <a:schemeClr val="lt1"/>
    </dgm:linClrLst>
    <dgm:effectClrLst/>
    <dgm:txLinClrLst/>
    <dgm:txFillClrLst/>
    <dgm:txEffectClrLst/>
  </dgm:styleLbl>
  <dgm:styleLbl name="node2">
    <dgm:fillClrLst>
      <a:schemeClr val="accent4">
        <a:tint val="99000"/>
      </a:schemeClr>
    </dgm:fillClrLst>
    <dgm:linClrLst meth="repeat">
      <a:schemeClr val="lt1"/>
    </dgm:linClrLst>
    <dgm:effectClrLst/>
    <dgm:txLinClrLst/>
    <dgm:txFillClrLst/>
    <dgm:txEffectClrLst/>
  </dgm:styleLbl>
  <dgm:styleLbl name="node3">
    <dgm:fillClrLst>
      <a:schemeClr val="accent4">
        <a:tint val="80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dgm:txEffectClrLst/>
  </dgm:styleLbl>
  <dgm:styleLbl name="f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b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sibTrans1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9000"/>
      </a:schemeClr>
    </dgm:fillClrLst>
    <dgm:linClrLst meth="repeat">
      <a:schemeClr val="lt1"/>
    </dgm:linClrLst>
    <dgm:effectClrLst/>
    <dgm:txLinClrLst/>
    <dgm:txFillClrLst/>
    <dgm:txEffectClrLst/>
  </dgm:styleLbl>
  <dgm:styleLbl name="asst3">
    <dgm:fillClrLst>
      <a:schemeClr val="accent4">
        <a:tint val="80000"/>
      </a:schemeClr>
    </dgm:fillClrLst>
    <dgm:linClrLst meth="repeat">
      <a:schemeClr val="lt1"/>
    </dgm:linClrLst>
    <dgm:effectClrLst/>
    <dgm:txLinClrLst/>
    <dgm:txFillClrLst/>
    <dgm:txEffectClrLst/>
  </dgm:styleLbl>
  <dgm:styleLbl name="asst4">
    <dgm:fillClrLst>
      <a:schemeClr val="accent4">
        <a:tint val="7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lt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9000"/>
      </a:schemeClr>
    </dgm:fillClrLst>
    <dgm:linClrLst meth="repeat">
      <a:schemeClr val="accent4">
        <a:tint val="99000"/>
      </a:schemeClr>
    </dgm:linClrLst>
    <dgm:effectClrLst/>
    <dgm:txLinClrLst/>
    <dgm:txFillClrLst meth="repeat">
      <a:schemeClr val="tx1"/>
    </dgm:txFillClrLst>
    <dgm:txEffectClrLst/>
  </dgm:styleLbl>
  <dgm:styleLbl name="parChTrans1D3">
    <dgm:fillClrLst meth="repeat">
      <a:schemeClr val="accent4">
        <a:tint val="80000"/>
      </a:schemeClr>
    </dgm:fillClrLst>
    <dgm:linClrLst meth="repeat">
      <a:schemeClr val="accent4">
        <a:tint val="80000"/>
      </a:schemeClr>
    </dgm:linClrLst>
    <dgm:effectClrLst/>
    <dgm:txLinClrLst/>
    <dgm:txFillClrLst meth="repeat">
      <a:schemeClr val="tx1"/>
    </dgm:txFillClrLst>
    <dgm:txEffectClrLst/>
  </dgm:styleLbl>
  <dgm:styleLbl name="parChTrans1D4">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4_3">
  <dgm:title val=""/>
  <dgm:desc val=""/>
  <dgm:catLst>
    <dgm:cat type="accent4" pri="11300"/>
  </dgm:catLst>
  <dgm:styleLbl name="node0">
    <dgm:fillClrLst meth="repeat">
      <a:schemeClr val="accent4">
        <a:shade val="80000"/>
      </a:schemeClr>
    </dgm:fillClrLst>
    <dgm:linClrLst meth="repeat">
      <a:schemeClr val="lt1"/>
    </dgm:linClrLst>
    <dgm:effectClrLst/>
    <dgm:txLinClrLst/>
    <dgm:txFillClrLst/>
    <dgm:txEffectClrLst/>
  </dgm:styleLbl>
  <dgm:styleLbl name="node1">
    <dgm:fillClrLst>
      <a:schemeClr val="accent4">
        <a:shade val="80000"/>
      </a:schemeClr>
      <a:schemeClr val="accent4">
        <a:tint val="70000"/>
      </a:schemeClr>
    </dgm:fillClrLst>
    <dgm:linClrLst meth="repeat">
      <a:schemeClr val="lt1"/>
    </dgm:linClrLst>
    <dgm:effectClrLst/>
    <dgm:txLinClrLst/>
    <dgm:txFillClrLst/>
    <dgm:txEffectClrLst/>
  </dgm:styleLbl>
  <dgm:styleLbl name="alignNode1">
    <dgm:fillClrLst>
      <a:schemeClr val="accent4">
        <a:shade val="80000"/>
      </a:schemeClr>
      <a:schemeClr val="accent4">
        <a:tint val="70000"/>
      </a:schemeClr>
    </dgm:fillClrLst>
    <dgm:linClrLst>
      <a:schemeClr val="accent4">
        <a:shade val="80000"/>
      </a:schemeClr>
      <a:schemeClr val="accent4">
        <a:tint val="70000"/>
      </a:schemeClr>
    </dgm:linClrLst>
    <dgm:effectClrLst/>
    <dgm:txLinClrLst/>
    <dgm:txFillClrLst/>
    <dgm:txEffectClrLst/>
  </dgm:styleLbl>
  <dgm:styleLbl name="lnNode1">
    <dgm:fillClrLst>
      <a:schemeClr val="accent4">
        <a:shade val="80000"/>
      </a:schemeClr>
      <a:schemeClr val="accent4">
        <a:tint val="70000"/>
      </a:schemeClr>
    </dgm:fillClrLst>
    <dgm:linClrLst meth="repeat">
      <a:schemeClr val="lt1"/>
    </dgm:linClrLst>
    <dgm:effectClrLst/>
    <dgm:txLinClrLst/>
    <dgm:txFillClrLst/>
    <dgm:txEffectClrLst/>
  </dgm:styleLbl>
  <dgm:styleLbl name="vennNode1">
    <dgm:fillClrLst>
      <a:schemeClr val="accent4">
        <a:shade val="80000"/>
        <a:alpha val="50000"/>
      </a:schemeClr>
      <a:schemeClr val="accent4">
        <a:tint val="70000"/>
        <a:alpha val="50000"/>
      </a:schemeClr>
    </dgm:fillClrLst>
    <dgm:linClrLst meth="repeat">
      <a:schemeClr val="lt1"/>
    </dgm:linClrLst>
    <dgm:effectClrLst/>
    <dgm:txLinClrLst/>
    <dgm:txFillClrLst/>
    <dgm:txEffectClrLst/>
  </dgm:styleLbl>
  <dgm:styleLbl name="node2">
    <dgm:fillClrLst>
      <a:schemeClr val="accent4">
        <a:tint val="99000"/>
      </a:schemeClr>
    </dgm:fillClrLst>
    <dgm:linClrLst meth="repeat">
      <a:schemeClr val="lt1"/>
    </dgm:linClrLst>
    <dgm:effectClrLst/>
    <dgm:txLinClrLst/>
    <dgm:txFillClrLst/>
    <dgm:txEffectClrLst/>
  </dgm:styleLbl>
  <dgm:styleLbl name="node3">
    <dgm:fillClrLst>
      <a:schemeClr val="accent4">
        <a:tint val="80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dgm:txEffectClrLst/>
  </dgm:styleLbl>
  <dgm:styleLbl name="f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b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sibTrans1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9000"/>
      </a:schemeClr>
    </dgm:fillClrLst>
    <dgm:linClrLst meth="repeat">
      <a:schemeClr val="lt1"/>
    </dgm:linClrLst>
    <dgm:effectClrLst/>
    <dgm:txLinClrLst/>
    <dgm:txFillClrLst/>
    <dgm:txEffectClrLst/>
  </dgm:styleLbl>
  <dgm:styleLbl name="asst3">
    <dgm:fillClrLst>
      <a:schemeClr val="accent4">
        <a:tint val="80000"/>
      </a:schemeClr>
    </dgm:fillClrLst>
    <dgm:linClrLst meth="repeat">
      <a:schemeClr val="lt1"/>
    </dgm:linClrLst>
    <dgm:effectClrLst/>
    <dgm:txLinClrLst/>
    <dgm:txFillClrLst/>
    <dgm:txEffectClrLst/>
  </dgm:styleLbl>
  <dgm:styleLbl name="asst4">
    <dgm:fillClrLst>
      <a:schemeClr val="accent4">
        <a:tint val="7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lt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9000"/>
      </a:schemeClr>
    </dgm:fillClrLst>
    <dgm:linClrLst meth="repeat">
      <a:schemeClr val="accent4">
        <a:tint val="99000"/>
      </a:schemeClr>
    </dgm:linClrLst>
    <dgm:effectClrLst/>
    <dgm:txLinClrLst/>
    <dgm:txFillClrLst meth="repeat">
      <a:schemeClr val="tx1"/>
    </dgm:txFillClrLst>
    <dgm:txEffectClrLst/>
  </dgm:styleLbl>
  <dgm:styleLbl name="parChTrans1D3">
    <dgm:fillClrLst meth="repeat">
      <a:schemeClr val="accent4">
        <a:tint val="80000"/>
      </a:schemeClr>
    </dgm:fillClrLst>
    <dgm:linClrLst meth="repeat">
      <a:schemeClr val="accent4">
        <a:tint val="80000"/>
      </a:schemeClr>
    </dgm:linClrLst>
    <dgm:effectClrLst/>
    <dgm:txLinClrLst/>
    <dgm:txFillClrLst meth="repeat">
      <a:schemeClr val="tx1"/>
    </dgm:txFillClrLst>
    <dgm:txEffectClrLst/>
  </dgm:styleLbl>
  <dgm:styleLbl name="parChTrans1D4">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DE9E547-3C66-4E5D-9D07-0515EED2B913}" type="doc">
      <dgm:prSet loTypeId="urn:microsoft.com/office/officeart/2005/8/layout/default#1" loCatId="list" qsTypeId="urn:microsoft.com/office/officeart/2005/8/quickstyle/simple5" qsCatId="simple" csTypeId="urn:microsoft.com/office/officeart/2005/8/colors/accent4_3" csCatId="accent4" phldr="1"/>
      <dgm:spPr/>
      <dgm:t>
        <a:bodyPr/>
        <a:lstStyle/>
        <a:p>
          <a:endParaRPr lang="en-US"/>
        </a:p>
      </dgm:t>
    </dgm:pt>
    <dgm:pt modelId="{7D821BC7-213D-4CEC-978A-9CFFE70F3D67}">
      <dgm:prSet/>
      <dgm:spPr/>
      <dgm:t>
        <a:bodyPr/>
        <a:lstStyle/>
        <a:p>
          <a:r>
            <a:rPr lang="en-US" dirty="0"/>
            <a:t>Introduction </a:t>
          </a:r>
        </a:p>
        <a:p>
          <a:r>
            <a:rPr lang="en-US" dirty="0"/>
            <a:t>to </a:t>
          </a:r>
          <a:endParaRPr lang="en-US" dirty="0" smtClean="0"/>
        </a:p>
        <a:p>
          <a:r>
            <a:rPr lang="en-US" dirty="0" smtClean="0"/>
            <a:t>Microsoft word 2010</a:t>
          </a:r>
          <a:endParaRPr lang="en-US" dirty="0"/>
        </a:p>
      </dgm:t>
    </dgm:pt>
    <dgm:pt modelId="{ED2C2DDE-E64A-4045-9DC7-203AF2A63846}" type="parTrans" cxnId="{331EC4E3-DC32-4A83-872F-34DD2D9EAD5A}">
      <dgm:prSet/>
      <dgm:spPr/>
      <dgm:t>
        <a:bodyPr/>
        <a:lstStyle/>
        <a:p>
          <a:endParaRPr lang="en-US"/>
        </a:p>
      </dgm:t>
    </dgm:pt>
    <dgm:pt modelId="{AC409FAE-4704-48A8-9261-8AFBDD18865D}" type="sibTrans" cxnId="{331EC4E3-DC32-4A83-872F-34DD2D9EAD5A}">
      <dgm:prSet/>
      <dgm:spPr/>
      <dgm:t>
        <a:bodyPr/>
        <a:lstStyle/>
        <a:p>
          <a:endParaRPr lang="en-US"/>
        </a:p>
      </dgm:t>
    </dgm:pt>
    <dgm:pt modelId="{46A1C575-DE29-4021-A28C-E1E7FA78085E}" type="pres">
      <dgm:prSet presAssocID="{3DE9E547-3C66-4E5D-9D07-0515EED2B913}" presName="diagram" presStyleCnt="0">
        <dgm:presLayoutVars>
          <dgm:dir/>
          <dgm:resizeHandles val="exact"/>
        </dgm:presLayoutVars>
      </dgm:prSet>
      <dgm:spPr/>
      <dgm:t>
        <a:bodyPr/>
        <a:lstStyle/>
        <a:p>
          <a:endParaRPr lang="en-GB"/>
        </a:p>
      </dgm:t>
    </dgm:pt>
    <dgm:pt modelId="{9972E4C6-FDD6-4F32-8994-B9E0115268C3}" type="pres">
      <dgm:prSet presAssocID="{7D821BC7-213D-4CEC-978A-9CFFE70F3D67}" presName="node" presStyleLbl="node1" presStyleIdx="0" presStyleCnt="1" custScaleX="110222" custLinFactNeighborY="-1666">
        <dgm:presLayoutVars>
          <dgm:bulletEnabled val="1"/>
        </dgm:presLayoutVars>
      </dgm:prSet>
      <dgm:spPr/>
      <dgm:t>
        <a:bodyPr/>
        <a:lstStyle/>
        <a:p>
          <a:endParaRPr lang="en-GB"/>
        </a:p>
      </dgm:t>
    </dgm:pt>
  </dgm:ptLst>
  <dgm:cxnLst>
    <dgm:cxn modelId="{0B62D86B-A0DA-4B75-8C82-CC0B7B67BE45}" type="presOf" srcId="{7D821BC7-213D-4CEC-978A-9CFFE70F3D67}" destId="{9972E4C6-FDD6-4F32-8994-B9E0115268C3}" srcOrd="0" destOrd="0" presId="urn:microsoft.com/office/officeart/2005/8/layout/default#1"/>
    <dgm:cxn modelId="{331EC4E3-DC32-4A83-872F-34DD2D9EAD5A}" srcId="{3DE9E547-3C66-4E5D-9D07-0515EED2B913}" destId="{7D821BC7-213D-4CEC-978A-9CFFE70F3D67}" srcOrd="0" destOrd="0" parTransId="{ED2C2DDE-E64A-4045-9DC7-203AF2A63846}" sibTransId="{AC409FAE-4704-48A8-9261-8AFBDD18865D}"/>
    <dgm:cxn modelId="{36C3BEF2-2DBA-42EB-9810-973BE445D0C7}" type="presOf" srcId="{3DE9E547-3C66-4E5D-9D07-0515EED2B913}" destId="{46A1C575-DE29-4021-A28C-E1E7FA78085E}" srcOrd="0" destOrd="0" presId="urn:microsoft.com/office/officeart/2005/8/layout/default#1"/>
    <dgm:cxn modelId="{9FF98F3C-4B54-499E-81E4-D4C2F1EE2959}" type="presParOf" srcId="{46A1C575-DE29-4021-A28C-E1E7FA78085E}" destId="{9972E4C6-FDD6-4F32-8994-B9E0115268C3}" srcOrd="0" destOrd="0" presId="urn:microsoft.com/office/officeart/2005/8/layout/defaul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DE9E547-3C66-4E5D-9D07-0515EED2B913}" type="doc">
      <dgm:prSet loTypeId="urn:microsoft.com/office/officeart/2005/8/layout/default#1" loCatId="list" qsTypeId="urn:microsoft.com/office/officeart/2005/8/quickstyle/simple5" qsCatId="simple" csTypeId="urn:microsoft.com/office/officeart/2005/8/colors/accent4_3" csCatId="accent4" phldr="1"/>
      <dgm:spPr/>
      <dgm:t>
        <a:bodyPr/>
        <a:lstStyle/>
        <a:p>
          <a:endParaRPr lang="en-US"/>
        </a:p>
      </dgm:t>
    </dgm:pt>
    <dgm:pt modelId="{7D821BC7-213D-4CEC-978A-9CFFE70F3D67}">
      <dgm:prSet/>
      <dgm:spPr/>
      <dgm:t>
        <a:bodyPr/>
        <a:lstStyle/>
        <a:p>
          <a:r>
            <a:rPr lang="en-US" dirty="0" smtClean="0"/>
            <a:t>Editing Documents in word 2010</a:t>
          </a:r>
          <a:endParaRPr lang="en-US" dirty="0"/>
        </a:p>
      </dgm:t>
    </dgm:pt>
    <dgm:pt modelId="{ED2C2DDE-E64A-4045-9DC7-203AF2A63846}" type="parTrans" cxnId="{331EC4E3-DC32-4A83-872F-34DD2D9EAD5A}">
      <dgm:prSet/>
      <dgm:spPr/>
      <dgm:t>
        <a:bodyPr/>
        <a:lstStyle/>
        <a:p>
          <a:endParaRPr lang="en-US"/>
        </a:p>
      </dgm:t>
    </dgm:pt>
    <dgm:pt modelId="{AC409FAE-4704-48A8-9261-8AFBDD18865D}" type="sibTrans" cxnId="{331EC4E3-DC32-4A83-872F-34DD2D9EAD5A}">
      <dgm:prSet/>
      <dgm:spPr/>
      <dgm:t>
        <a:bodyPr/>
        <a:lstStyle/>
        <a:p>
          <a:endParaRPr lang="en-US"/>
        </a:p>
      </dgm:t>
    </dgm:pt>
    <dgm:pt modelId="{46A1C575-DE29-4021-A28C-E1E7FA78085E}" type="pres">
      <dgm:prSet presAssocID="{3DE9E547-3C66-4E5D-9D07-0515EED2B913}" presName="diagram" presStyleCnt="0">
        <dgm:presLayoutVars>
          <dgm:dir/>
          <dgm:resizeHandles val="exact"/>
        </dgm:presLayoutVars>
      </dgm:prSet>
      <dgm:spPr/>
      <dgm:t>
        <a:bodyPr/>
        <a:lstStyle/>
        <a:p>
          <a:endParaRPr lang="en-GB"/>
        </a:p>
      </dgm:t>
    </dgm:pt>
    <dgm:pt modelId="{9972E4C6-FDD6-4F32-8994-B9E0115268C3}" type="pres">
      <dgm:prSet presAssocID="{7D821BC7-213D-4CEC-978A-9CFFE70F3D67}" presName="node" presStyleLbl="node1" presStyleIdx="0" presStyleCnt="1" custScaleX="110222" custLinFactNeighborY="-1666">
        <dgm:presLayoutVars>
          <dgm:bulletEnabled val="1"/>
        </dgm:presLayoutVars>
      </dgm:prSet>
      <dgm:spPr/>
      <dgm:t>
        <a:bodyPr/>
        <a:lstStyle/>
        <a:p>
          <a:endParaRPr lang="en-GB"/>
        </a:p>
      </dgm:t>
    </dgm:pt>
  </dgm:ptLst>
  <dgm:cxnLst>
    <dgm:cxn modelId="{65DCDAFD-8909-4CCC-96D3-23F19B6A2257}" type="presOf" srcId="{7D821BC7-213D-4CEC-978A-9CFFE70F3D67}" destId="{9972E4C6-FDD6-4F32-8994-B9E0115268C3}" srcOrd="0" destOrd="0" presId="urn:microsoft.com/office/officeart/2005/8/layout/default#1"/>
    <dgm:cxn modelId="{88175D38-BFA8-4D43-90FA-3BE39FD3975D}" type="presOf" srcId="{3DE9E547-3C66-4E5D-9D07-0515EED2B913}" destId="{46A1C575-DE29-4021-A28C-E1E7FA78085E}" srcOrd="0" destOrd="0" presId="urn:microsoft.com/office/officeart/2005/8/layout/default#1"/>
    <dgm:cxn modelId="{331EC4E3-DC32-4A83-872F-34DD2D9EAD5A}" srcId="{3DE9E547-3C66-4E5D-9D07-0515EED2B913}" destId="{7D821BC7-213D-4CEC-978A-9CFFE70F3D67}" srcOrd="0" destOrd="0" parTransId="{ED2C2DDE-E64A-4045-9DC7-203AF2A63846}" sibTransId="{AC409FAE-4704-48A8-9261-8AFBDD18865D}"/>
    <dgm:cxn modelId="{D5A03DA0-5C1B-4D49-89F3-846B63674282}" type="presParOf" srcId="{46A1C575-DE29-4021-A28C-E1E7FA78085E}" destId="{9972E4C6-FDD6-4F32-8994-B9E0115268C3}" srcOrd="0" destOrd="0" presId="urn:microsoft.com/office/officeart/2005/8/layout/defaul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DE9E547-3C66-4E5D-9D07-0515EED2B913}" type="doc">
      <dgm:prSet loTypeId="urn:microsoft.com/office/officeart/2005/8/layout/default#1" loCatId="list" qsTypeId="urn:microsoft.com/office/officeart/2005/8/quickstyle/simple5" qsCatId="simple" csTypeId="urn:microsoft.com/office/officeart/2005/8/colors/accent4_3" csCatId="accent4" phldr="1"/>
      <dgm:spPr/>
      <dgm:t>
        <a:bodyPr/>
        <a:lstStyle/>
        <a:p>
          <a:endParaRPr lang="en-US"/>
        </a:p>
      </dgm:t>
    </dgm:pt>
    <dgm:pt modelId="{F9022B54-68C2-4973-9A00-460029290542}">
      <dgm:prSet phldrT="[Text]"/>
      <dgm:spPr/>
      <dgm:t>
        <a:bodyPr/>
        <a:lstStyle/>
        <a:p>
          <a:r>
            <a:rPr lang="en-US" dirty="0" smtClean="0"/>
            <a:t>How to insert text in  word </a:t>
          </a:r>
          <a:endParaRPr lang="en-US" dirty="0"/>
        </a:p>
      </dgm:t>
    </dgm:pt>
    <dgm:pt modelId="{0EBC0F7C-C083-479E-822C-AA3F278D062A}" type="parTrans" cxnId="{A36A33C9-5EC3-4472-82B9-956D1373C0B4}">
      <dgm:prSet/>
      <dgm:spPr/>
      <dgm:t>
        <a:bodyPr/>
        <a:lstStyle/>
        <a:p>
          <a:endParaRPr lang="en-US"/>
        </a:p>
      </dgm:t>
    </dgm:pt>
    <dgm:pt modelId="{AEC43A17-FDDC-4261-BB01-B6005B7A4552}" type="sibTrans" cxnId="{A36A33C9-5EC3-4472-82B9-956D1373C0B4}">
      <dgm:prSet/>
      <dgm:spPr/>
      <dgm:t>
        <a:bodyPr/>
        <a:lstStyle/>
        <a:p>
          <a:endParaRPr lang="en-US"/>
        </a:p>
      </dgm:t>
    </dgm:pt>
    <dgm:pt modelId="{BBBB9B4E-DA71-45DE-92BC-1EF247E5F9B2}">
      <dgm:prSet/>
      <dgm:spPr/>
      <dgm:t>
        <a:bodyPr/>
        <a:lstStyle/>
        <a:p>
          <a:r>
            <a:rPr lang="en-US" dirty="0" smtClean="0"/>
            <a:t>How to select text in word </a:t>
          </a:r>
          <a:endParaRPr lang="en-US" dirty="0"/>
        </a:p>
      </dgm:t>
    </dgm:pt>
    <dgm:pt modelId="{A9ED417C-F968-4650-A07D-E6C8B9F80C83}" type="parTrans" cxnId="{8294D506-3CCF-46C3-9D45-09DDBBAFC9A2}">
      <dgm:prSet/>
      <dgm:spPr/>
      <dgm:t>
        <a:bodyPr/>
        <a:lstStyle/>
        <a:p>
          <a:endParaRPr lang="en-US"/>
        </a:p>
      </dgm:t>
    </dgm:pt>
    <dgm:pt modelId="{8B37F55B-F450-4B0B-98F7-A2B490DAC81A}" type="sibTrans" cxnId="{8294D506-3CCF-46C3-9D45-09DDBBAFC9A2}">
      <dgm:prSet/>
      <dgm:spPr/>
      <dgm:t>
        <a:bodyPr/>
        <a:lstStyle/>
        <a:p>
          <a:endParaRPr lang="en-US"/>
        </a:p>
      </dgm:t>
    </dgm:pt>
    <dgm:pt modelId="{C11B75ED-B46B-4BF2-80F2-DA583A75044E}">
      <dgm:prSet/>
      <dgm:spPr/>
      <dgm:t>
        <a:bodyPr/>
        <a:lstStyle/>
        <a:p>
          <a:r>
            <a:rPr lang="en-US" dirty="0" smtClean="0"/>
            <a:t>How to delete text in word </a:t>
          </a:r>
          <a:endParaRPr lang="en-US" dirty="0"/>
        </a:p>
      </dgm:t>
    </dgm:pt>
    <dgm:pt modelId="{5645C486-8F55-4C5D-BAFE-57B0FB9C1457}" type="parTrans" cxnId="{0DB3BCB8-BFA0-457C-84E0-1D03CDEA15BA}">
      <dgm:prSet/>
      <dgm:spPr/>
      <dgm:t>
        <a:bodyPr/>
        <a:lstStyle/>
        <a:p>
          <a:endParaRPr lang="en-US"/>
        </a:p>
      </dgm:t>
    </dgm:pt>
    <dgm:pt modelId="{0F8F958D-95B3-4287-AB04-371DBF737C1C}" type="sibTrans" cxnId="{0DB3BCB8-BFA0-457C-84E0-1D03CDEA15BA}">
      <dgm:prSet/>
      <dgm:spPr/>
      <dgm:t>
        <a:bodyPr/>
        <a:lstStyle/>
        <a:p>
          <a:endParaRPr lang="en-US"/>
        </a:p>
      </dgm:t>
    </dgm:pt>
    <dgm:pt modelId="{23F2D5E2-61FA-40AD-9F7D-BF405C8CDFAE}">
      <dgm:prSet/>
      <dgm:spPr/>
      <dgm:t>
        <a:bodyPr/>
        <a:lstStyle/>
        <a:p>
          <a:r>
            <a:rPr lang="en-US" dirty="0" smtClean="0"/>
            <a:t>How to move text in word</a:t>
          </a:r>
          <a:endParaRPr lang="en-US" dirty="0"/>
        </a:p>
      </dgm:t>
    </dgm:pt>
    <dgm:pt modelId="{AB5E8461-293C-485A-87B5-1F0B83CE1442}" type="parTrans" cxnId="{FBDBE29A-0A0F-4D97-8A3B-694C132A4FE5}">
      <dgm:prSet/>
      <dgm:spPr/>
      <dgm:t>
        <a:bodyPr/>
        <a:lstStyle/>
        <a:p>
          <a:endParaRPr lang="en-US"/>
        </a:p>
      </dgm:t>
    </dgm:pt>
    <dgm:pt modelId="{2155DDCB-A76B-4506-AD94-A2E4AE9F6F2F}" type="sibTrans" cxnId="{FBDBE29A-0A0F-4D97-8A3B-694C132A4FE5}">
      <dgm:prSet/>
      <dgm:spPr/>
      <dgm:t>
        <a:bodyPr/>
        <a:lstStyle/>
        <a:p>
          <a:endParaRPr lang="en-US"/>
        </a:p>
      </dgm:t>
    </dgm:pt>
    <dgm:pt modelId="{D032DDD3-5BE8-4773-89B2-68CD8965B3E6}">
      <dgm:prSet/>
      <dgm:spPr/>
      <dgm:t>
        <a:bodyPr/>
        <a:lstStyle/>
        <a:p>
          <a:r>
            <a:rPr lang="en-US" dirty="0" smtClean="0"/>
            <a:t>How to copy &amp; paste in word</a:t>
          </a:r>
          <a:endParaRPr lang="en-US" dirty="0"/>
        </a:p>
      </dgm:t>
    </dgm:pt>
    <dgm:pt modelId="{81D33D49-3010-4917-BC50-D44BA8B22DF2}" type="parTrans" cxnId="{864161E3-D902-466F-A23C-0B9201C3B39B}">
      <dgm:prSet/>
      <dgm:spPr/>
      <dgm:t>
        <a:bodyPr/>
        <a:lstStyle/>
        <a:p>
          <a:endParaRPr lang="en-US"/>
        </a:p>
      </dgm:t>
    </dgm:pt>
    <dgm:pt modelId="{C692D208-6BD8-417E-A3C9-418AEBD7A4B3}" type="sibTrans" cxnId="{864161E3-D902-466F-A23C-0B9201C3B39B}">
      <dgm:prSet/>
      <dgm:spPr/>
      <dgm:t>
        <a:bodyPr/>
        <a:lstStyle/>
        <a:p>
          <a:endParaRPr lang="en-US"/>
        </a:p>
      </dgm:t>
    </dgm:pt>
    <dgm:pt modelId="{0C2A3C5A-0AE4-41C1-AA5D-5BC4E760C57F}">
      <dgm:prSet/>
      <dgm:spPr/>
      <dgm:t>
        <a:bodyPr/>
        <a:lstStyle/>
        <a:p>
          <a:r>
            <a:rPr lang="en-US" dirty="0" smtClean="0"/>
            <a:t>How to find &amp; replace in word</a:t>
          </a:r>
          <a:endParaRPr lang="en-US" dirty="0"/>
        </a:p>
      </dgm:t>
    </dgm:pt>
    <dgm:pt modelId="{C63CDA1C-7537-4175-AE85-DCCC8B9595D5}" type="parTrans" cxnId="{86E31C76-0D62-4F6E-AF30-DF0CF87F6868}">
      <dgm:prSet/>
      <dgm:spPr/>
      <dgm:t>
        <a:bodyPr/>
        <a:lstStyle/>
        <a:p>
          <a:endParaRPr lang="en-US"/>
        </a:p>
      </dgm:t>
    </dgm:pt>
    <dgm:pt modelId="{C25ACD3C-6ADA-4FCF-83F9-C46AF1053BB7}" type="sibTrans" cxnId="{86E31C76-0D62-4F6E-AF30-DF0CF87F6868}">
      <dgm:prSet/>
      <dgm:spPr/>
      <dgm:t>
        <a:bodyPr/>
        <a:lstStyle/>
        <a:p>
          <a:endParaRPr lang="en-US"/>
        </a:p>
      </dgm:t>
    </dgm:pt>
    <dgm:pt modelId="{46A1C575-DE29-4021-A28C-E1E7FA78085E}" type="pres">
      <dgm:prSet presAssocID="{3DE9E547-3C66-4E5D-9D07-0515EED2B913}" presName="diagram" presStyleCnt="0">
        <dgm:presLayoutVars>
          <dgm:dir/>
          <dgm:resizeHandles val="exact"/>
        </dgm:presLayoutVars>
      </dgm:prSet>
      <dgm:spPr/>
      <dgm:t>
        <a:bodyPr/>
        <a:lstStyle/>
        <a:p>
          <a:endParaRPr lang="en-GB"/>
        </a:p>
      </dgm:t>
    </dgm:pt>
    <dgm:pt modelId="{E43CDCF3-D5B2-4556-A6FF-1FBA940E878F}" type="pres">
      <dgm:prSet presAssocID="{F9022B54-68C2-4973-9A00-460029290542}" presName="node" presStyleLbl="node1" presStyleIdx="0" presStyleCnt="6">
        <dgm:presLayoutVars>
          <dgm:bulletEnabled val="1"/>
        </dgm:presLayoutVars>
      </dgm:prSet>
      <dgm:spPr/>
      <dgm:t>
        <a:bodyPr/>
        <a:lstStyle/>
        <a:p>
          <a:endParaRPr lang="en-GB"/>
        </a:p>
      </dgm:t>
    </dgm:pt>
    <dgm:pt modelId="{54066D3B-676A-41CA-98B3-C0905E22B6EF}" type="pres">
      <dgm:prSet presAssocID="{AEC43A17-FDDC-4261-BB01-B6005B7A4552}" presName="sibTrans" presStyleCnt="0"/>
      <dgm:spPr/>
    </dgm:pt>
    <dgm:pt modelId="{08678D36-F832-48B7-8548-C43AEE1F6A43}" type="pres">
      <dgm:prSet presAssocID="{BBBB9B4E-DA71-45DE-92BC-1EF247E5F9B2}" presName="node" presStyleLbl="node1" presStyleIdx="1" presStyleCnt="6">
        <dgm:presLayoutVars>
          <dgm:bulletEnabled val="1"/>
        </dgm:presLayoutVars>
      </dgm:prSet>
      <dgm:spPr/>
      <dgm:t>
        <a:bodyPr/>
        <a:lstStyle/>
        <a:p>
          <a:endParaRPr lang="en-GB"/>
        </a:p>
      </dgm:t>
    </dgm:pt>
    <dgm:pt modelId="{94E3CC2B-92E4-4B0C-B930-B4411572BF9F}" type="pres">
      <dgm:prSet presAssocID="{8B37F55B-F450-4B0B-98F7-A2B490DAC81A}" presName="sibTrans" presStyleCnt="0"/>
      <dgm:spPr/>
    </dgm:pt>
    <dgm:pt modelId="{D32AB574-D896-42B8-809A-74BD322B19E9}" type="pres">
      <dgm:prSet presAssocID="{C11B75ED-B46B-4BF2-80F2-DA583A75044E}" presName="node" presStyleLbl="node1" presStyleIdx="2" presStyleCnt="6">
        <dgm:presLayoutVars>
          <dgm:bulletEnabled val="1"/>
        </dgm:presLayoutVars>
      </dgm:prSet>
      <dgm:spPr/>
      <dgm:t>
        <a:bodyPr/>
        <a:lstStyle/>
        <a:p>
          <a:endParaRPr lang="en-GB"/>
        </a:p>
      </dgm:t>
    </dgm:pt>
    <dgm:pt modelId="{8FCDC96A-B844-4560-9827-3799EB37A607}" type="pres">
      <dgm:prSet presAssocID="{0F8F958D-95B3-4287-AB04-371DBF737C1C}" presName="sibTrans" presStyleCnt="0"/>
      <dgm:spPr/>
    </dgm:pt>
    <dgm:pt modelId="{126D987F-03E4-4E3A-BED9-08B6BA3A15AB}" type="pres">
      <dgm:prSet presAssocID="{23F2D5E2-61FA-40AD-9F7D-BF405C8CDFAE}" presName="node" presStyleLbl="node1" presStyleIdx="3" presStyleCnt="6">
        <dgm:presLayoutVars>
          <dgm:bulletEnabled val="1"/>
        </dgm:presLayoutVars>
      </dgm:prSet>
      <dgm:spPr/>
      <dgm:t>
        <a:bodyPr/>
        <a:lstStyle/>
        <a:p>
          <a:endParaRPr lang="en-GB"/>
        </a:p>
      </dgm:t>
    </dgm:pt>
    <dgm:pt modelId="{E35D6D9B-6CD2-4458-885A-62ADB7B92653}" type="pres">
      <dgm:prSet presAssocID="{2155DDCB-A76B-4506-AD94-A2E4AE9F6F2F}" presName="sibTrans" presStyleCnt="0"/>
      <dgm:spPr/>
    </dgm:pt>
    <dgm:pt modelId="{A0EFA616-1553-4077-9D32-88AE20AC0552}" type="pres">
      <dgm:prSet presAssocID="{D032DDD3-5BE8-4773-89B2-68CD8965B3E6}" presName="node" presStyleLbl="node1" presStyleIdx="4" presStyleCnt="6">
        <dgm:presLayoutVars>
          <dgm:bulletEnabled val="1"/>
        </dgm:presLayoutVars>
      </dgm:prSet>
      <dgm:spPr/>
      <dgm:t>
        <a:bodyPr/>
        <a:lstStyle/>
        <a:p>
          <a:endParaRPr lang="en-GB"/>
        </a:p>
      </dgm:t>
    </dgm:pt>
    <dgm:pt modelId="{4543EDFD-DAD7-4CC1-8700-DF379CC38E62}" type="pres">
      <dgm:prSet presAssocID="{C692D208-6BD8-417E-A3C9-418AEBD7A4B3}" presName="sibTrans" presStyleCnt="0"/>
      <dgm:spPr/>
    </dgm:pt>
    <dgm:pt modelId="{D944875E-4200-44D3-9F4D-D995865E5F68}" type="pres">
      <dgm:prSet presAssocID="{0C2A3C5A-0AE4-41C1-AA5D-5BC4E760C57F}" presName="node" presStyleLbl="node1" presStyleIdx="5" presStyleCnt="6">
        <dgm:presLayoutVars>
          <dgm:bulletEnabled val="1"/>
        </dgm:presLayoutVars>
      </dgm:prSet>
      <dgm:spPr/>
      <dgm:t>
        <a:bodyPr/>
        <a:lstStyle/>
        <a:p>
          <a:endParaRPr lang="en-GB"/>
        </a:p>
      </dgm:t>
    </dgm:pt>
  </dgm:ptLst>
  <dgm:cxnLst>
    <dgm:cxn modelId="{031BCA45-34A2-4E89-93EF-0C69AA13A8F0}" type="presOf" srcId="{23F2D5E2-61FA-40AD-9F7D-BF405C8CDFAE}" destId="{126D987F-03E4-4E3A-BED9-08B6BA3A15AB}" srcOrd="0" destOrd="0" presId="urn:microsoft.com/office/officeart/2005/8/layout/default#1"/>
    <dgm:cxn modelId="{6AAA590D-29DC-4E4C-8B98-98C454876ACA}" type="presOf" srcId="{0C2A3C5A-0AE4-41C1-AA5D-5BC4E760C57F}" destId="{D944875E-4200-44D3-9F4D-D995865E5F68}" srcOrd="0" destOrd="0" presId="urn:microsoft.com/office/officeart/2005/8/layout/default#1"/>
    <dgm:cxn modelId="{8C7B99DC-F8B1-492C-AD47-8DB1AB5E9999}" type="presOf" srcId="{C11B75ED-B46B-4BF2-80F2-DA583A75044E}" destId="{D32AB574-D896-42B8-809A-74BD322B19E9}" srcOrd="0" destOrd="0" presId="urn:microsoft.com/office/officeart/2005/8/layout/default#1"/>
    <dgm:cxn modelId="{86E31C76-0D62-4F6E-AF30-DF0CF87F6868}" srcId="{3DE9E547-3C66-4E5D-9D07-0515EED2B913}" destId="{0C2A3C5A-0AE4-41C1-AA5D-5BC4E760C57F}" srcOrd="5" destOrd="0" parTransId="{C63CDA1C-7537-4175-AE85-DCCC8B9595D5}" sibTransId="{C25ACD3C-6ADA-4FCF-83F9-C46AF1053BB7}"/>
    <dgm:cxn modelId="{5975DE9F-9538-4AC2-A004-1F0309A49A9F}" type="presOf" srcId="{BBBB9B4E-DA71-45DE-92BC-1EF247E5F9B2}" destId="{08678D36-F832-48B7-8548-C43AEE1F6A43}" srcOrd="0" destOrd="0" presId="urn:microsoft.com/office/officeart/2005/8/layout/default#1"/>
    <dgm:cxn modelId="{FBDBE29A-0A0F-4D97-8A3B-694C132A4FE5}" srcId="{3DE9E547-3C66-4E5D-9D07-0515EED2B913}" destId="{23F2D5E2-61FA-40AD-9F7D-BF405C8CDFAE}" srcOrd="3" destOrd="0" parTransId="{AB5E8461-293C-485A-87B5-1F0B83CE1442}" sibTransId="{2155DDCB-A76B-4506-AD94-A2E4AE9F6F2F}"/>
    <dgm:cxn modelId="{0DB3BCB8-BFA0-457C-84E0-1D03CDEA15BA}" srcId="{3DE9E547-3C66-4E5D-9D07-0515EED2B913}" destId="{C11B75ED-B46B-4BF2-80F2-DA583A75044E}" srcOrd="2" destOrd="0" parTransId="{5645C486-8F55-4C5D-BAFE-57B0FB9C1457}" sibTransId="{0F8F958D-95B3-4287-AB04-371DBF737C1C}"/>
    <dgm:cxn modelId="{8294D506-3CCF-46C3-9D45-09DDBBAFC9A2}" srcId="{3DE9E547-3C66-4E5D-9D07-0515EED2B913}" destId="{BBBB9B4E-DA71-45DE-92BC-1EF247E5F9B2}" srcOrd="1" destOrd="0" parTransId="{A9ED417C-F968-4650-A07D-E6C8B9F80C83}" sibTransId="{8B37F55B-F450-4B0B-98F7-A2B490DAC81A}"/>
    <dgm:cxn modelId="{A36A33C9-5EC3-4472-82B9-956D1373C0B4}" srcId="{3DE9E547-3C66-4E5D-9D07-0515EED2B913}" destId="{F9022B54-68C2-4973-9A00-460029290542}" srcOrd="0" destOrd="0" parTransId="{0EBC0F7C-C083-479E-822C-AA3F278D062A}" sibTransId="{AEC43A17-FDDC-4261-BB01-B6005B7A4552}"/>
    <dgm:cxn modelId="{FD5D13DE-A886-43C1-8176-BE8410373EBE}" type="presOf" srcId="{D032DDD3-5BE8-4773-89B2-68CD8965B3E6}" destId="{A0EFA616-1553-4077-9D32-88AE20AC0552}" srcOrd="0" destOrd="0" presId="urn:microsoft.com/office/officeart/2005/8/layout/default#1"/>
    <dgm:cxn modelId="{864161E3-D902-466F-A23C-0B9201C3B39B}" srcId="{3DE9E547-3C66-4E5D-9D07-0515EED2B913}" destId="{D032DDD3-5BE8-4773-89B2-68CD8965B3E6}" srcOrd="4" destOrd="0" parTransId="{81D33D49-3010-4917-BC50-D44BA8B22DF2}" sibTransId="{C692D208-6BD8-417E-A3C9-418AEBD7A4B3}"/>
    <dgm:cxn modelId="{36C3BEF2-2DBA-42EB-9810-973BE445D0C7}" type="presOf" srcId="{3DE9E547-3C66-4E5D-9D07-0515EED2B913}" destId="{46A1C575-DE29-4021-A28C-E1E7FA78085E}" srcOrd="0" destOrd="0" presId="urn:microsoft.com/office/officeart/2005/8/layout/default#1"/>
    <dgm:cxn modelId="{DB5CF76F-016D-4F32-AE1E-423FE30EF2F6}" type="presOf" srcId="{F9022B54-68C2-4973-9A00-460029290542}" destId="{E43CDCF3-D5B2-4556-A6FF-1FBA940E878F}" srcOrd="0" destOrd="0" presId="urn:microsoft.com/office/officeart/2005/8/layout/default#1"/>
    <dgm:cxn modelId="{C6831F33-A671-4D3A-9651-E6901DF4D6AC}" type="presParOf" srcId="{46A1C575-DE29-4021-A28C-E1E7FA78085E}" destId="{E43CDCF3-D5B2-4556-A6FF-1FBA940E878F}" srcOrd="0" destOrd="0" presId="urn:microsoft.com/office/officeart/2005/8/layout/default#1"/>
    <dgm:cxn modelId="{23A16BBC-1098-40CF-A0D5-9C900233786D}" type="presParOf" srcId="{46A1C575-DE29-4021-A28C-E1E7FA78085E}" destId="{54066D3B-676A-41CA-98B3-C0905E22B6EF}" srcOrd="1" destOrd="0" presId="urn:microsoft.com/office/officeart/2005/8/layout/default#1"/>
    <dgm:cxn modelId="{55059F0B-6C91-4088-9340-8226AFFF946D}" type="presParOf" srcId="{46A1C575-DE29-4021-A28C-E1E7FA78085E}" destId="{08678D36-F832-48B7-8548-C43AEE1F6A43}" srcOrd="2" destOrd="0" presId="urn:microsoft.com/office/officeart/2005/8/layout/default#1"/>
    <dgm:cxn modelId="{183C0D9A-7891-4D10-9A6B-84445838AF97}" type="presParOf" srcId="{46A1C575-DE29-4021-A28C-E1E7FA78085E}" destId="{94E3CC2B-92E4-4B0C-B930-B4411572BF9F}" srcOrd="3" destOrd="0" presId="urn:microsoft.com/office/officeart/2005/8/layout/default#1"/>
    <dgm:cxn modelId="{10FB1E55-51FE-4D10-8536-2E0EBE944374}" type="presParOf" srcId="{46A1C575-DE29-4021-A28C-E1E7FA78085E}" destId="{D32AB574-D896-42B8-809A-74BD322B19E9}" srcOrd="4" destOrd="0" presId="urn:microsoft.com/office/officeart/2005/8/layout/default#1"/>
    <dgm:cxn modelId="{9EDDF9FC-F073-4434-AE22-C4716365B1A3}" type="presParOf" srcId="{46A1C575-DE29-4021-A28C-E1E7FA78085E}" destId="{8FCDC96A-B844-4560-9827-3799EB37A607}" srcOrd="5" destOrd="0" presId="urn:microsoft.com/office/officeart/2005/8/layout/default#1"/>
    <dgm:cxn modelId="{62AA1254-BAAA-4C30-915B-8E8B8D5D39B6}" type="presParOf" srcId="{46A1C575-DE29-4021-A28C-E1E7FA78085E}" destId="{126D987F-03E4-4E3A-BED9-08B6BA3A15AB}" srcOrd="6" destOrd="0" presId="urn:microsoft.com/office/officeart/2005/8/layout/default#1"/>
    <dgm:cxn modelId="{DA7D4CFB-222D-4450-8AF0-D10DC3C95EA3}" type="presParOf" srcId="{46A1C575-DE29-4021-A28C-E1E7FA78085E}" destId="{E35D6D9B-6CD2-4458-885A-62ADB7B92653}" srcOrd="7" destOrd="0" presId="urn:microsoft.com/office/officeart/2005/8/layout/default#1"/>
    <dgm:cxn modelId="{6AE59283-A23C-4A44-A8A5-3A057903230C}" type="presParOf" srcId="{46A1C575-DE29-4021-A28C-E1E7FA78085E}" destId="{A0EFA616-1553-4077-9D32-88AE20AC0552}" srcOrd="8" destOrd="0" presId="urn:microsoft.com/office/officeart/2005/8/layout/default#1"/>
    <dgm:cxn modelId="{429B9619-7928-43DC-A3FE-1E9D2DB4D886}" type="presParOf" srcId="{46A1C575-DE29-4021-A28C-E1E7FA78085E}" destId="{4543EDFD-DAD7-4CC1-8700-DF379CC38E62}" srcOrd="9" destOrd="0" presId="urn:microsoft.com/office/officeart/2005/8/layout/default#1"/>
    <dgm:cxn modelId="{704D0315-1C8A-4D5F-A07E-7D3763651A72}" type="presParOf" srcId="{46A1C575-DE29-4021-A28C-E1E7FA78085E}" destId="{D944875E-4200-44D3-9F4D-D995865E5F68}" srcOrd="10" destOrd="0" presId="urn:microsoft.com/office/officeart/2005/8/layout/defaul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DBC15C7-9BC5-433D-92A7-BCC39A2CC830}" type="doc">
      <dgm:prSet loTypeId="urn:microsoft.com/office/officeart/2005/8/layout/default#2" loCatId="list" qsTypeId="urn:microsoft.com/office/officeart/2005/8/quickstyle/simple5" qsCatId="simple" csTypeId="urn:microsoft.com/office/officeart/2005/8/colors/accent4_3" csCatId="accent4" phldr="1"/>
      <dgm:spPr/>
      <dgm:t>
        <a:bodyPr/>
        <a:lstStyle/>
        <a:p>
          <a:endParaRPr lang="en-US"/>
        </a:p>
      </dgm:t>
    </dgm:pt>
    <dgm:pt modelId="{D106D101-98E2-4ADD-B050-08FB6FD9C7E3}">
      <dgm:prSet phldrT="[Text]"/>
      <dgm:spPr/>
      <dgm:t>
        <a:bodyPr/>
        <a:lstStyle/>
        <a:p>
          <a:r>
            <a:rPr lang="en-US" dirty="0" smtClean="0"/>
            <a:t>How to spell Check in word</a:t>
          </a:r>
          <a:endParaRPr lang="en-US" dirty="0"/>
        </a:p>
      </dgm:t>
    </dgm:pt>
    <dgm:pt modelId="{685FBDA6-CC85-496D-A170-BC99493577D0}" type="parTrans" cxnId="{F6B034F9-891C-437A-8AF1-AD1C485BC557}">
      <dgm:prSet/>
      <dgm:spPr/>
      <dgm:t>
        <a:bodyPr/>
        <a:lstStyle/>
        <a:p>
          <a:endParaRPr lang="en-US"/>
        </a:p>
      </dgm:t>
    </dgm:pt>
    <dgm:pt modelId="{1B976BB2-06E8-4BEE-A370-A1865A421EA8}" type="sibTrans" cxnId="{F6B034F9-891C-437A-8AF1-AD1C485BC557}">
      <dgm:prSet/>
      <dgm:spPr/>
      <dgm:t>
        <a:bodyPr/>
        <a:lstStyle/>
        <a:p>
          <a:endParaRPr lang="en-US"/>
        </a:p>
      </dgm:t>
    </dgm:pt>
    <dgm:pt modelId="{F8464089-4A9A-4F75-86F6-AE885BB86749}">
      <dgm:prSet/>
      <dgm:spPr/>
      <dgm:t>
        <a:bodyPr/>
        <a:lstStyle/>
        <a:p>
          <a:r>
            <a:rPr lang="en-US" dirty="0" smtClean="0"/>
            <a:t>How to Zoom In-Out in word</a:t>
          </a:r>
          <a:endParaRPr lang="en-US" dirty="0"/>
        </a:p>
      </dgm:t>
    </dgm:pt>
    <dgm:pt modelId="{B77C631E-A362-4A79-AC78-2B45AF12F6C1}" type="parTrans" cxnId="{988CD545-9795-4210-BE41-3F19DD5C02A9}">
      <dgm:prSet/>
      <dgm:spPr/>
      <dgm:t>
        <a:bodyPr/>
        <a:lstStyle/>
        <a:p>
          <a:endParaRPr lang="en-US"/>
        </a:p>
      </dgm:t>
    </dgm:pt>
    <dgm:pt modelId="{739A434B-58A9-4ED4-9CC0-D6FB560B3715}" type="sibTrans" cxnId="{988CD545-9795-4210-BE41-3F19DD5C02A9}">
      <dgm:prSet/>
      <dgm:spPr/>
      <dgm:t>
        <a:bodyPr/>
        <a:lstStyle/>
        <a:p>
          <a:endParaRPr lang="en-US"/>
        </a:p>
      </dgm:t>
    </dgm:pt>
    <dgm:pt modelId="{37C4EC0F-9771-46D3-AC43-504983863832}">
      <dgm:prSet/>
      <dgm:spPr/>
      <dgm:t>
        <a:bodyPr/>
        <a:lstStyle/>
        <a:p>
          <a:r>
            <a:rPr lang="en-US" dirty="0" smtClean="0"/>
            <a:t>How to insert Special symbols</a:t>
          </a:r>
          <a:endParaRPr lang="en-US" dirty="0"/>
        </a:p>
      </dgm:t>
    </dgm:pt>
    <dgm:pt modelId="{8E0343A0-E2DE-43EC-AD17-7D72A3575FC7}" type="parTrans" cxnId="{E4773F63-0D8C-4097-8EEB-938B06EB2B86}">
      <dgm:prSet/>
      <dgm:spPr/>
      <dgm:t>
        <a:bodyPr/>
        <a:lstStyle/>
        <a:p>
          <a:endParaRPr lang="en-US"/>
        </a:p>
      </dgm:t>
    </dgm:pt>
    <dgm:pt modelId="{904F759B-3B01-405E-BB0F-927C9B2C9C2B}" type="sibTrans" cxnId="{E4773F63-0D8C-4097-8EEB-938B06EB2B86}">
      <dgm:prSet/>
      <dgm:spPr/>
      <dgm:t>
        <a:bodyPr/>
        <a:lstStyle/>
        <a:p>
          <a:endParaRPr lang="en-US"/>
        </a:p>
      </dgm:t>
    </dgm:pt>
    <dgm:pt modelId="{10F34BB3-F7A7-4010-BA50-7796EE393FA7}">
      <dgm:prSet/>
      <dgm:spPr/>
      <dgm:t>
        <a:bodyPr/>
        <a:lstStyle/>
        <a:p>
          <a:r>
            <a:rPr lang="en-US" dirty="0" smtClean="0"/>
            <a:t>How to Undo and Redo changes  in word</a:t>
          </a:r>
          <a:endParaRPr lang="en-US" dirty="0"/>
        </a:p>
      </dgm:t>
    </dgm:pt>
    <dgm:pt modelId="{3D9645E2-1626-42A6-A7A8-0890EF9B288F}" type="parTrans" cxnId="{25039054-E572-4533-BDAA-AD143A4368FF}">
      <dgm:prSet/>
      <dgm:spPr/>
      <dgm:t>
        <a:bodyPr/>
        <a:lstStyle/>
        <a:p>
          <a:endParaRPr lang="en-US"/>
        </a:p>
      </dgm:t>
    </dgm:pt>
    <dgm:pt modelId="{C95EE4EA-F9D9-4AD5-8E4B-31BFB0A4AD0C}" type="sibTrans" cxnId="{25039054-E572-4533-BDAA-AD143A4368FF}">
      <dgm:prSet/>
      <dgm:spPr/>
      <dgm:t>
        <a:bodyPr/>
        <a:lstStyle/>
        <a:p>
          <a:endParaRPr lang="en-US"/>
        </a:p>
      </dgm:t>
    </dgm:pt>
    <dgm:pt modelId="{7C78F67E-DE05-4986-8026-E07D3D702A17}">
      <dgm:prSet/>
      <dgm:spPr/>
      <dgm:t>
        <a:bodyPr/>
        <a:lstStyle/>
        <a:p>
          <a:r>
            <a:rPr lang="en-US" dirty="0" smtClean="0"/>
            <a:t>How to use Context Help in word </a:t>
          </a:r>
          <a:endParaRPr lang="en-US" dirty="0"/>
        </a:p>
      </dgm:t>
    </dgm:pt>
    <dgm:pt modelId="{C8FA6969-7144-4B17-ACA7-F53B2F099274}" type="parTrans" cxnId="{226AF6C4-44BC-455C-B6E7-45F9EEFDEF54}">
      <dgm:prSet/>
      <dgm:spPr/>
      <dgm:t>
        <a:bodyPr/>
        <a:lstStyle/>
        <a:p>
          <a:endParaRPr lang="en-US"/>
        </a:p>
      </dgm:t>
    </dgm:pt>
    <dgm:pt modelId="{48568347-6EDD-4F0F-B018-58D3201CB691}" type="sibTrans" cxnId="{226AF6C4-44BC-455C-B6E7-45F9EEFDEF54}">
      <dgm:prSet/>
      <dgm:spPr/>
      <dgm:t>
        <a:bodyPr/>
        <a:lstStyle/>
        <a:p>
          <a:endParaRPr lang="en-US"/>
        </a:p>
      </dgm:t>
    </dgm:pt>
    <dgm:pt modelId="{0283AAF8-8E6B-4228-934C-18F9A9076AC0}" type="pres">
      <dgm:prSet presAssocID="{3DBC15C7-9BC5-433D-92A7-BCC39A2CC830}" presName="diagram" presStyleCnt="0">
        <dgm:presLayoutVars>
          <dgm:dir/>
          <dgm:resizeHandles val="exact"/>
        </dgm:presLayoutVars>
      </dgm:prSet>
      <dgm:spPr/>
      <dgm:t>
        <a:bodyPr/>
        <a:lstStyle/>
        <a:p>
          <a:endParaRPr lang="en-GB"/>
        </a:p>
      </dgm:t>
    </dgm:pt>
    <dgm:pt modelId="{2C05064A-AF3B-4300-BA44-77588901B427}" type="pres">
      <dgm:prSet presAssocID="{D106D101-98E2-4ADD-B050-08FB6FD9C7E3}" presName="node" presStyleLbl="node1" presStyleIdx="0" presStyleCnt="5">
        <dgm:presLayoutVars>
          <dgm:bulletEnabled val="1"/>
        </dgm:presLayoutVars>
      </dgm:prSet>
      <dgm:spPr/>
      <dgm:t>
        <a:bodyPr/>
        <a:lstStyle/>
        <a:p>
          <a:endParaRPr lang="en-GB"/>
        </a:p>
      </dgm:t>
    </dgm:pt>
    <dgm:pt modelId="{EDCDCE41-86BA-475A-A518-EA8E02F91814}" type="pres">
      <dgm:prSet presAssocID="{1B976BB2-06E8-4BEE-A370-A1865A421EA8}" presName="sibTrans" presStyleCnt="0"/>
      <dgm:spPr/>
    </dgm:pt>
    <dgm:pt modelId="{78E50E59-2D61-469F-90EB-61D50540AF76}" type="pres">
      <dgm:prSet presAssocID="{F8464089-4A9A-4F75-86F6-AE885BB86749}" presName="node" presStyleLbl="node1" presStyleIdx="1" presStyleCnt="5">
        <dgm:presLayoutVars>
          <dgm:bulletEnabled val="1"/>
        </dgm:presLayoutVars>
      </dgm:prSet>
      <dgm:spPr/>
      <dgm:t>
        <a:bodyPr/>
        <a:lstStyle/>
        <a:p>
          <a:endParaRPr lang="en-GB"/>
        </a:p>
      </dgm:t>
    </dgm:pt>
    <dgm:pt modelId="{EE375F89-EB64-42AA-AADD-FC4D73FD6AB3}" type="pres">
      <dgm:prSet presAssocID="{739A434B-58A9-4ED4-9CC0-D6FB560B3715}" presName="sibTrans" presStyleCnt="0"/>
      <dgm:spPr/>
    </dgm:pt>
    <dgm:pt modelId="{CA6D4895-767A-41FC-AA1D-E44C43383021}" type="pres">
      <dgm:prSet presAssocID="{37C4EC0F-9771-46D3-AC43-504983863832}" presName="node" presStyleLbl="node1" presStyleIdx="2" presStyleCnt="5">
        <dgm:presLayoutVars>
          <dgm:bulletEnabled val="1"/>
        </dgm:presLayoutVars>
      </dgm:prSet>
      <dgm:spPr/>
      <dgm:t>
        <a:bodyPr/>
        <a:lstStyle/>
        <a:p>
          <a:endParaRPr lang="en-GB"/>
        </a:p>
      </dgm:t>
    </dgm:pt>
    <dgm:pt modelId="{41C0A361-2D24-4CA8-BA9D-3BF46B644A30}" type="pres">
      <dgm:prSet presAssocID="{904F759B-3B01-405E-BB0F-927C9B2C9C2B}" presName="sibTrans" presStyleCnt="0"/>
      <dgm:spPr/>
    </dgm:pt>
    <dgm:pt modelId="{6CE1FDA2-9B33-4C87-8A66-B5121E5141DD}" type="pres">
      <dgm:prSet presAssocID="{10F34BB3-F7A7-4010-BA50-7796EE393FA7}" presName="node" presStyleLbl="node1" presStyleIdx="3" presStyleCnt="5">
        <dgm:presLayoutVars>
          <dgm:bulletEnabled val="1"/>
        </dgm:presLayoutVars>
      </dgm:prSet>
      <dgm:spPr/>
      <dgm:t>
        <a:bodyPr/>
        <a:lstStyle/>
        <a:p>
          <a:endParaRPr lang="en-GB"/>
        </a:p>
      </dgm:t>
    </dgm:pt>
    <dgm:pt modelId="{A9E975FC-DD05-447A-B816-16F20628025C}" type="pres">
      <dgm:prSet presAssocID="{C95EE4EA-F9D9-4AD5-8E4B-31BFB0A4AD0C}" presName="sibTrans" presStyleCnt="0"/>
      <dgm:spPr/>
    </dgm:pt>
    <dgm:pt modelId="{A3CFB6C1-AB2E-4C26-9483-C7BA772609A7}" type="pres">
      <dgm:prSet presAssocID="{7C78F67E-DE05-4986-8026-E07D3D702A17}" presName="node" presStyleLbl="node1" presStyleIdx="4" presStyleCnt="5">
        <dgm:presLayoutVars>
          <dgm:bulletEnabled val="1"/>
        </dgm:presLayoutVars>
      </dgm:prSet>
      <dgm:spPr/>
      <dgm:t>
        <a:bodyPr/>
        <a:lstStyle/>
        <a:p>
          <a:endParaRPr lang="en-GB"/>
        </a:p>
      </dgm:t>
    </dgm:pt>
  </dgm:ptLst>
  <dgm:cxnLst>
    <dgm:cxn modelId="{F6B034F9-891C-437A-8AF1-AD1C485BC557}" srcId="{3DBC15C7-9BC5-433D-92A7-BCC39A2CC830}" destId="{D106D101-98E2-4ADD-B050-08FB6FD9C7E3}" srcOrd="0" destOrd="0" parTransId="{685FBDA6-CC85-496D-A170-BC99493577D0}" sibTransId="{1B976BB2-06E8-4BEE-A370-A1865A421EA8}"/>
    <dgm:cxn modelId="{988CD545-9795-4210-BE41-3F19DD5C02A9}" srcId="{3DBC15C7-9BC5-433D-92A7-BCC39A2CC830}" destId="{F8464089-4A9A-4F75-86F6-AE885BB86749}" srcOrd="1" destOrd="0" parTransId="{B77C631E-A362-4A79-AC78-2B45AF12F6C1}" sibTransId="{739A434B-58A9-4ED4-9CC0-D6FB560B3715}"/>
    <dgm:cxn modelId="{226AF6C4-44BC-455C-B6E7-45F9EEFDEF54}" srcId="{3DBC15C7-9BC5-433D-92A7-BCC39A2CC830}" destId="{7C78F67E-DE05-4986-8026-E07D3D702A17}" srcOrd="4" destOrd="0" parTransId="{C8FA6969-7144-4B17-ACA7-F53B2F099274}" sibTransId="{48568347-6EDD-4F0F-B018-58D3201CB691}"/>
    <dgm:cxn modelId="{25039054-E572-4533-BDAA-AD143A4368FF}" srcId="{3DBC15C7-9BC5-433D-92A7-BCC39A2CC830}" destId="{10F34BB3-F7A7-4010-BA50-7796EE393FA7}" srcOrd="3" destOrd="0" parTransId="{3D9645E2-1626-42A6-A7A8-0890EF9B288F}" sibTransId="{C95EE4EA-F9D9-4AD5-8E4B-31BFB0A4AD0C}"/>
    <dgm:cxn modelId="{CA15C842-B547-4D3A-8822-D41A9B421CFB}" type="presOf" srcId="{D106D101-98E2-4ADD-B050-08FB6FD9C7E3}" destId="{2C05064A-AF3B-4300-BA44-77588901B427}" srcOrd="0" destOrd="0" presId="urn:microsoft.com/office/officeart/2005/8/layout/default#2"/>
    <dgm:cxn modelId="{CDBCAF59-7884-42E2-B8B1-CCAA45AECC3B}" type="presOf" srcId="{3DBC15C7-9BC5-433D-92A7-BCC39A2CC830}" destId="{0283AAF8-8E6B-4228-934C-18F9A9076AC0}" srcOrd="0" destOrd="0" presId="urn:microsoft.com/office/officeart/2005/8/layout/default#2"/>
    <dgm:cxn modelId="{BD78C274-E5DE-4488-B7C4-787EE208A1F6}" type="presOf" srcId="{F8464089-4A9A-4F75-86F6-AE885BB86749}" destId="{78E50E59-2D61-469F-90EB-61D50540AF76}" srcOrd="0" destOrd="0" presId="urn:microsoft.com/office/officeart/2005/8/layout/default#2"/>
    <dgm:cxn modelId="{E4773F63-0D8C-4097-8EEB-938B06EB2B86}" srcId="{3DBC15C7-9BC5-433D-92A7-BCC39A2CC830}" destId="{37C4EC0F-9771-46D3-AC43-504983863832}" srcOrd="2" destOrd="0" parTransId="{8E0343A0-E2DE-43EC-AD17-7D72A3575FC7}" sibTransId="{904F759B-3B01-405E-BB0F-927C9B2C9C2B}"/>
    <dgm:cxn modelId="{D8D9816A-7BF3-46BF-868E-62EAEA30E5A0}" type="presOf" srcId="{37C4EC0F-9771-46D3-AC43-504983863832}" destId="{CA6D4895-767A-41FC-AA1D-E44C43383021}" srcOrd="0" destOrd="0" presId="urn:microsoft.com/office/officeart/2005/8/layout/default#2"/>
    <dgm:cxn modelId="{B0834A1F-488C-4EE4-A415-028B418296C8}" type="presOf" srcId="{10F34BB3-F7A7-4010-BA50-7796EE393FA7}" destId="{6CE1FDA2-9B33-4C87-8A66-B5121E5141DD}" srcOrd="0" destOrd="0" presId="urn:microsoft.com/office/officeart/2005/8/layout/default#2"/>
    <dgm:cxn modelId="{07B630B5-8840-46EA-AFA5-52FE1D9C4FD7}" type="presOf" srcId="{7C78F67E-DE05-4986-8026-E07D3D702A17}" destId="{A3CFB6C1-AB2E-4C26-9483-C7BA772609A7}" srcOrd="0" destOrd="0" presId="urn:microsoft.com/office/officeart/2005/8/layout/default#2"/>
    <dgm:cxn modelId="{45F311B3-9358-4F34-B290-F0CB16687AD3}" type="presParOf" srcId="{0283AAF8-8E6B-4228-934C-18F9A9076AC0}" destId="{2C05064A-AF3B-4300-BA44-77588901B427}" srcOrd="0" destOrd="0" presId="urn:microsoft.com/office/officeart/2005/8/layout/default#2"/>
    <dgm:cxn modelId="{FDF9C3D1-3609-4267-A39B-BF28287C7B68}" type="presParOf" srcId="{0283AAF8-8E6B-4228-934C-18F9A9076AC0}" destId="{EDCDCE41-86BA-475A-A518-EA8E02F91814}" srcOrd="1" destOrd="0" presId="urn:microsoft.com/office/officeart/2005/8/layout/default#2"/>
    <dgm:cxn modelId="{2D078E56-070A-41EB-9050-A8BFF09D29E0}" type="presParOf" srcId="{0283AAF8-8E6B-4228-934C-18F9A9076AC0}" destId="{78E50E59-2D61-469F-90EB-61D50540AF76}" srcOrd="2" destOrd="0" presId="urn:microsoft.com/office/officeart/2005/8/layout/default#2"/>
    <dgm:cxn modelId="{B5DE1CFF-3B1C-45DD-86A5-BF09369C4D6D}" type="presParOf" srcId="{0283AAF8-8E6B-4228-934C-18F9A9076AC0}" destId="{EE375F89-EB64-42AA-AADD-FC4D73FD6AB3}" srcOrd="3" destOrd="0" presId="urn:microsoft.com/office/officeart/2005/8/layout/default#2"/>
    <dgm:cxn modelId="{EF5AC752-814D-48ED-BDBF-3D097E811F2B}" type="presParOf" srcId="{0283AAF8-8E6B-4228-934C-18F9A9076AC0}" destId="{CA6D4895-767A-41FC-AA1D-E44C43383021}" srcOrd="4" destOrd="0" presId="urn:microsoft.com/office/officeart/2005/8/layout/default#2"/>
    <dgm:cxn modelId="{F684310A-8477-435E-9197-DB3562E02134}" type="presParOf" srcId="{0283AAF8-8E6B-4228-934C-18F9A9076AC0}" destId="{41C0A361-2D24-4CA8-BA9D-3BF46B644A30}" srcOrd="5" destOrd="0" presId="urn:microsoft.com/office/officeart/2005/8/layout/default#2"/>
    <dgm:cxn modelId="{B14B96E5-FD6D-403E-A764-C2C25AFBF917}" type="presParOf" srcId="{0283AAF8-8E6B-4228-934C-18F9A9076AC0}" destId="{6CE1FDA2-9B33-4C87-8A66-B5121E5141DD}" srcOrd="6" destOrd="0" presId="urn:microsoft.com/office/officeart/2005/8/layout/default#2"/>
    <dgm:cxn modelId="{AA94FA8F-0CF4-4B68-907A-F60FC2552C1C}" type="presParOf" srcId="{0283AAF8-8E6B-4228-934C-18F9A9076AC0}" destId="{A9E975FC-DD05-447A-B816-16F20628025C}" srcOrd="7" destOrd="0" presId="urn:microsoft.com/office/officeart/2005/8/layout/default#2"/>
    <dgm:cxn modelId="{65C06170-EE53-479E-8357-B626A2BD702D}" type="presParOf" srcId="{0283AAF8-8E6B-4228-934C-18F9A9076AC0}" destId="{A3CFB6C1-AB2E-4C26-9483-C7BA772609A7}" srcOrd="8" destOrd="0" presId="urn:microsoft.com/office/officeart/2005/8/layout/defaul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72E4C6-FDD6-4F32-8994-B9E0115268C3}">
      <dsp:nvSpPr>
        <dsp:cNvPr id="0" name=""/>
        <dsp:cNvSpPr/>
      </dsp:nvSpPr>
      <dsp:spPr>
        <a:xfrm>
          <a:off x="162" y="1817"/>
          <a:ext cx="8838875" cy="4811494"/>
        </a:xfrm>
        <a:prstGeom prst="rect">
          <a:avLst/>
        </a:prstGeom>
        <a:gradFill rotWithShape="0">
          <a:gsLst>
            <a:gs pos="0">
              <a:schemeClr val="accent4">
                <a:shade val="80000"/>
                <a:hueOff val="0"/>
                <a:satOff val="0"/>
                <a:lumOff val="0"/>
                <a:alphaOff val="0"/>
                <a:shade val="51000"/>
                <a:satMod val="130000"/>
              </a:schemeClr>
            </a:gs>
            <a:gs pos="80000">
              <a:schemeClr val="accent4">
                <a:shade val="80000"/>
                <a:hueOff val="0"/>
                <a:satOff val="0"/>
                <a:lumOff val="0"/>
                <a:alphaOff val="0"/>
                <a:shade val="93000"/>
                <a:satMod val="130000"/>
              </a:schemeClr>
            </a:gs>
            <a:gs pos="100000">
              <a:schemeClr val="accent4">
                <a:shade val="8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247650" tIns="247650" rIns="247650" bIns="247650" numCol="1" spcCol="1270" anchor="ctr" anchorCtr="0">
          <a:noAutofit/>
        </a:bodyPr>
        <a:lstStyle/>
        <a:p>
          <a:pPr lvl="0" algn="ctr" defTabSz="2889250">
            <a:lnSpc>
              <a:spcPct val="90000"/>
            </a:lnSpc>
            <a:spcBef>
              <a:spcPct val="0"/>
            </a:spcBef>
            <a:spcAft>
              <a:spcPct val="35000"/>
            </a:spcAft>
          </a:pPr>
          <a:r>
            <a:rPr lang="en-US" sz="6500" kern="1200" dirty="0"/>
            <a:t>Introduction </a:t>
          </a:r>
        </a:p>
        <a:p>
          <a:pPr lvl="0" algn="ctr" defTabSz="2889250">
            <a:lnSpc>
              <a:spcPct val="90000"/>
            </a:lnSpc>
            <a:spcBef>
              <a:spcPct val="0"/>
            </a:spcBef>
            <a:spcAft>
              <a:spcPct val="35000"/>
            </a:spcAft>
          </a:pPr>
          <a:r>
            <a:rPr lang="en-US" sz="6500" kern="1200" dirty="0"/>
            <a:t>to </a:t>
          </a:r>
          <a:endParaRPr lang="en-US" sz="6500" kern="1200" dirty="0" smtClean="0"/>
        </a:p>
        <a:p>
          <a:pPr lvl="0" algn="ctr" defTabSz="2889250">
            <a:lnSpc>
              <a:spcPct val="90000"/>
            </a:lnSpc>
            <a:spcBef>
              <a:spcPct val="0"/>
            </a:spcBef>
            <a:spcAft>
              <a:spcPct val="35000"/>
            </a:spcAft>
          </a:pPr>
          <a:r>
            <a:rPr lang="en-US" sz="6500" kern="1200" dirty="0" smtClean="0"/>
            <a:t>Microsoft word 2010</a:t>
          </a:r>
          <a:endParaRPr lang="en-US" sz="6500" kern="1200" dirty="0"/>
        </a:p>
      </dsp:txBody>
      <dsp:txXfrm>
        <a:off x="162" y="1817"/>
        <a:ext cx="8838875" cy="481149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72E4C6-FDD6-4F32-8994-B9E0115268C3}">
      <dsp:nvSpPr>
        <dsp:cNvPr id="0" name=""/>
        <dsp:cNvSpPr/>
      </dsp:nvSpPr>
      <dsp:spPr>
        <a:xfrm>
          <a:off x="162" y="1817"/>
          <a:ext cx="8838875" cy="4811494"/>
        </a:xfrm>
        <a:prstGeom prst="rect">
          <a:avLst/>
        </a:prstGeom>
        <a:gradFill rotWithShape="0">
          <a:gsLst>
            <a:gs pos="0">
              <a:schemeClr val="accent4">
                <a:shade val="80000"/>
                <a:hueOff val="0"/>
                <a:satOff val="0"/>
                <a:lumOff val="0"/>
                <a:alphaOff val="0"/>
                <a:shade val="51000"/>
                <a:satMod val="130000"/>
              </a:schemeClr>
            </a:gs>
            <a:gs pos="80000">
              <a:schemeClr val="accent4">
                <a:shade val="80000"/>
                <a:hueOff val="0"/>
                <a:satOff val="0"/>
                <a:lumOff val="0"/>
                <a:alphaOff val="0"/>
                <a:shade val="93000"/>
                <a:satMod val="130000"/>
              </a:schemeClr>
            </a:gs>
            <a:gs pos="100000">
              <a:schemeClr val="accent4">
                <a:shade val="8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247650" tIns="247650" rIns="247650" bIns="247650" numCol="1" spcCol="1270" anchor="ctr" anchorCtr="0">
          <a:noAutofit/>
        </a:bodyPr>
        <a:lstStyle/>
        <a:p>
          <a:pPr lvl="0" algn="ctr" defTabSz="2889250">
            <a:lnSpc>
              <a:spcPct val="90000"/>
            </a:lnSpc>
            <a:spcBef>
              <a:spcPct val="0"/>
            </a:spcBef>
            <a:spcAft>
              <a:spcPct val="35000"/>
            </a:spcAft>
          </a:pPr>
          <a:r>
            <a:rPr lang="en-US" sz="6500" kern="1200" dirty="0" smtClean="0"/>
            <a:t>Editing Documents in word 2010</a:t>
          </a:r>
          <a:endParaRPr lang="en-US" sz="6500" kern="1200" dirty="0"/>
        </a:p>
      </dsp:txBody>
      <dsp:txXfrm>
        <a:off x="162" y="1817"/>
        <a:ext cx="8838875" cy="481149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3CDCF3-D5B2-4556-A6FF-1FBA940E878F}">
      <dsp:nvSpPr>
        <dsp:cNvPr id="0" name=""/>
        <dsp:cNvSpPr/>
      </dsp:nvSpPr>
      <dsp:spPr>
        <a:xfrm>
          <a:off x="0" y="528637"/>
          <a:ext cx="2762250" cy="1657349"/>
        </a:xfrm>
        <a:prstGeom prst="rect">
          <a:avLst/>
        </a:prstGeom>
        <a:gradFill rotWithShape="0">
          <a:gsLst>
            <a:gs pos="0">
              <a:schemeClr val="accent4">
                <a:shade val="80000"/>
                <a:hueOff val="0"/>
                <a:satOff val="0"/>
                <a:lumOff val="0"/>
                <a:alphaOff val="0"/>
                <a:shade val="51000"/>
                <a:satMod val="130000"/>
              </a:schemeClr>
            </a:gs>
            <a:gs pos="80000">
              <a:schemeClr val="accent4">
                <a:shade val="80000"/>
                <a:hueOff val="0"/>
                <a:satOff val="0"/>
                <a:lumOff val="0"/>
                <a:alphaOff val="0"/>
                <a:shade val="93000"/>
                <a:satMod val="130000"/>
              </a:schemeClr>
            </a:gs>
            <a:gs pos="100000">
              <a:schemeClr val="accent4">
                <a:shade val="8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25730" tIns="125730" rIns="125730" bIns="125730" numCol="1" spcCol="1270" anchor="ctr" anchorCtr="0">
          <a:noAutofit/>
        </a:bodyPr>
        <a:lstStyle/>
        <a:p>
          <a:pPr lvl="0" algn="ctr" defTabSz="1466850">
            <a:lnSpc>
              <a:spcPct val="90000"/>
            </a:lnSpc>
            <a:spcBef>
              <a:spcPct val="0"/>
            </a:spcBef>
            <a:spcAft>
              <a:spcPct val="35000"/>
            </a:spcAft>
          </a:pPr>
          <a:r>
            <a:rPr lang="en-US" sz="3300" kern="1200" dirty="0" smtClean="0"/>
            <a:t>How to insert text in  word </a:t>
          </a:r>
          <a:endParaRPr lang="en-US" sz="3300" kern="1200" dirty="0"/>
        </a:p>
      </dsp:txBody>
      <dsp:txXfrm>
        <a:off x="0" y="528637"/>
        <a:ext cx="2762250" cy="1657349"/>
      </dsp:txXfrm>
    </dsp:sp>
    <dsp:sp modelId="{08678D36-F832-48B7-8548-C43AEE1F6A43}">
      <dsp:nvSpPr>
        <dsp:cNvPr id="0" name=""/>
        <dsp:cNvSpPr/>
      </dsp:nvSpPr>
      <dsp:spPr>
        <a:xfrm>
          <a:off x="3038474" y="528637"/>
          <a:ext cx="2762250" cy="1657349"/>
        </a:xfrm>
        <a:prstGeom prst="rect">
          <a:avLst/>
        </a:prstGeom>
        <a:gradFill rotWithShape="0">
          <a:gsLst>
            <a:gs pos="0">
              <a:schemeClr val="accent4">
                <a:shade val="80000"/>
                <a:hueOff val="-35312"/>
                <a:satOff val="-873"/>
                <a:lumOff val="4998"/>
                <a:alphaOff val="0"/>
                <a:shade val="51000"/>
                <a:satMod val="130000"/>
              </a:schemeClr>
            </a:gs>
            <a:gs pos="80000">
              <a:schemeClr val="accent4">
                <a:shade val="80000"/>
                <a:hueOff val="-35312"/>
                <a:satOff val="-873"/>
                <a:lumOff val="4998"/>
                <a:alphaOff val="0"/>
                <a:shade val="93000"/>
                <a:satMod val="130000"/>
              </a:schemeClr>
            </a:gs>
            <a:gs pos="100000">
              <a:schemeClr val="accent4">
                <a:shade val="80000"/>
                <a:hueOff val="-35312"/>
                <a:satOff val="-873"/>
                <a:lumOff val="4998"/>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25730" tIns="125730" rIns="125730" bIns="125730" numCol="1" spcCol="1270" anchor="ctr" anchorCtr="0">
          <a:noAutofit/>
        </a:bodyPr>
        <a:lstStyle/>
        <a:p>
          <a:pPr lvl="0" algn="ctr" defTabSz="1466850">
            <a:lnSpc>
              <a:spcPct val="90000"/>
            </a:lnSpc>
            <a:spcBef>
              <a:spcPct val="0"/>
            </a:spcBef>
            <a:spcAft>
              <a:spcPct val="35000"/>
            </a:spcAft>
          </a:pPr>
          <a:r>
            <a:rPr lang="en-US" sz="3300" kern="1200" dirty="0" smtClean="0"/>
            <a:t>How to select text in word </a:t>
          </a:r>
          <a:endParaRPr lang="en-US" sz="3300" kern="1200" dirty="0"/>
        </a:p>
      </dsp:txBody>
      <dsp:txXfrm>
        <a:off x="3038474" y="528637"/>
        <a:ext cx="2762250" cy="1657349"/>
      </dsp:txXfrm>
    </dsp:sp>
    <dsp:sp modelId="{D32AB574-D896-42B8-809A-74BD322B19E9}">
      <dsp:nvSpPr>
        <dsp:cNvPr id="0" name=""/>
        <dsp:cNvSpPr/>
      </dsp:nvSpPr>
      <dsp:spPr>
        <a:xfrm>
          <a:off x="6076950" y="528637"/>
          <a:ext cx="2762250" cy="1657349"/>
        </a:xfrm>
        <a:prstGeom prst="rect">
          <a:avLst/>
        </a:prstGeom>
        <a:gradFill rotWithShape="0">
          <a:gsLst>
            <a:gs pos="0">
              <a:schemeClr val="accent4">
                <a:shade val="80000"/>
                <a:hueOff val="-70623"/>
                <a:satOff val="-1746"/>
                <a:lumOff val="9995"/>
                <a:alphaOff val="0"/>
                <a:shade val="51000"/>
                <a:satMod val="130000"/>
              </a:schemeClr>
            </a:gs>
            <a:gs pos="80000">
              <a:schemeClr val="accent4">
                <a:shade val="80000"/>
                <a:hueOff val="-70623"/>
                <a:satOff val="-1746"/>
                <a:lumOff val="9995"/>
                <a:alphaOff val="0"/>
                <a:shade val="93000"/>
                <a:satMod val="130000"/>
              </a:schemeClr>
            </a:gs>
            <a:gs pos="100000">
              <a:schemeClr val="accent4">
                <a:shade val="80000"/>
                <a:hueOff val="-70623"/>
                <a:satOff val="-1746"/>
                <a:lumOff val="9995"/>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25730" tIns="125730" rIns="125730" bIns="125730" numCol="1" spcCol="1270" anchor="ctr" anchorCtr="0">
          <a:noAutofit/>
        </a:bodyPr>
        <a:lstStyle/>
        <a:p>
          <a:pPr lvl="0" algn="ctr" defTabSz="1466850">
            <a:lnSpc>
              <a:spcPct val="90000"/>
            </a:lnSpc>
            <a:spcBef>
              <a:spcPct val="0"/>
            </a:spcBef>
            <a:spcAft>
              <a:spcPct val="35000"/>
            </a:spcAft>
          </a:pPr>
          <a:r>
            <a:rPr lang="en-US" sz="3300" kern="1200" dirty="0" smtClean="0"/>
            <a:t>How to delete text in word </a:t>
          </a:r>
          <a:endParaRPr lang="en-US" sz="3300" kern="1200" dirty="0"/>
        </a:p>
      </dsp:txBody>
      <dsp:txXfrm>
        <a:off x="6076950" y="528637"/>
        <a:ext cx="2762250" cy="1657349"/>
      </dsp:txXfrm>
    </dsp:sp>
    <dsp:sp modelId="{126D987F-03E4-4E3A-BED9-08B6BA3A15AB}">
      <dsp:nvSpPr>
        <dsp:cNvPr id="0" name=""/>
        <dsp:cNvSpPr/>
      </dsp:nvSpPr>
      <dsp:spPr>
        <a:xfrm>
          <a:off x="0" y="2462212"/>
          <a:ext cx="2762250" cy="1657349"/>
        </a:xfrm>
        <a:prstGeom prst="rect">
          <a:avLst/>
        </a:prstGeom>
        <a:gradFill rotWithShape="0">
          <a:gsLst>
            <a:gs pos="0">
              <a:schemeClr val="accent4">
                <a:shade val="80000"/>
                <a:hueOff val="-105935"/>
                <a:satOff val="-2619"/>
                <a:lumOff val="14993"/>
                <a:alphaOff val="0"/>
                <a:shade val="51000"/>
                <a:satMod val="130000"/>
              </a:schemeClr>
            </a:gs>
            <a:gs pos="80000">
              <a:schemeClr val="accent4">
                <a:shade val="80000"/>
                <a:hueOff val="-105935"/>
                <a:satOff val="-2619"/>
                <a:lumOff val="14993"/>
                <a:alphaOff val="0"/>
                <a:shade val="93000"/>
                <a:satMod val="130000"/>
              </a:schemeClr>
            </a:gs>
            <a:gs pos="100000">
              <a:schemeClr val="accent4">
                <a:shade val="80000"/>
                <a:hueOff val="-105935"/>
                <a:satOff val="-2619"/>
                <a:lumOff val="14993"/>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25730" tIns="125730" rIns="125730" bIns="125730" numCol="1" spcCol="1270" anchor="ctr" anchorCtr="0">
          <a:noAutofit/>
        </a:bodyPr>
        <a:lstStyle/>
        <a:p>
          <a:pPr lvl="0" algn="ctr" defTabSz="1466850">
            <a:lnSpc>
              <a:spcPct val="90000"/>
            </a:lnSpc>
            <a:spcBef>
              <a:spcPct val="0"/>
            </a:spcBef>
            <a:spcAft>
              <a:spcPct val="35000"/>
            </a:spcAft>
          </a:pPr>
          <a:r>
            <a:rPr lang="en-US" sz="3300" kern="1200" dirty="0" smtClean="0"/>
            <a:t>How to move text in word</a:t>
          </a:r>
          <a:endParaRPr lang="en-US" sz="3300" kern="1200" dirty="0"/>
        </a:p>
      </dsp:txBody>
      <dsp:txXfrm>
        <a:off x="0" y="2462212"/>
        <a:ext cx="2762250" cy="1657349"/>
      </dsp:txXfrm>
    </dsp:sp>
    <dsp:sp modelId="{A0EFA616-1553-4077-9D32-88AE20AC0552}">
      <dsp:nvSpPr>
        <dsp:cNvPr id="0" name=""/>
        <dsp:cNvSpPr/>
      </dsp:nvSpPr>
      <dsp:spPr>
        <a:xfrm>
          <a:off x="3038474" y="2462212"/>
          <a:ext cx="2762250" cy="1657349"/>
        </a:xfrm>
        <a:prstGeom prst="rect">
          <a:avLst/>
        </a:prstGeom>
        <a:gradFill rotWithShape="0">
          <a:gsLst>
            <a:gs pos="0">
              <a:schemeClr val="accent4">
                <a:shade val="80000"/>
                <a:hueOff val="-141246"/>
                <a:satOff val="-3492"/>
                <a:lumOff val="19990"/>
                <a:alphaOff val="0"/>
                <a:shade val="51000"/>
                <a:satMod val="130000"/>
              </a:schemeClr>
            </a:gs>
            <a:gs pos="80000">
              <a:schemeClr val="accent4">
                <a:shade val="80000"/>
                <a:hueOff val="-141246"/>
                <a:satOff val="-3492"/>
                <a:lumOff val="19990"/>
                <a:alphaOff val="0"/>
                <a:shade val="93000"/>
                <a:satMod val="130000"/>
              </a:schemeClr>
            </a:gs>
            <a:gs pos="100000">
              <a:schemeClr val="accent4">
                <a:shade val="80000"/>
                <a:hueOff val="-141246"/>
                <a:satOff val="-3492"/>
                <a:lumOff val="1999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25730" tIns="125730" rIns="125730" bIns="125730" numCol="1" spcCol="1270" anchor="ctr" anchorCtr="0">
          <a:noAutofit/>
        </a:bodyPr>
        <a:lstStyle/>
        <a:p>
          <a:pPr lvl="0" algn="ctr" defTabSz="1466850">
            <a:lnSpc>
              <a:spcPct val="90000"/>
            </a:lnSpc>
            <a:spcBef>
              <a:spcPct val="0"/>
            </a:spcBef>
            <a:spcAft>
              <a:spcPct val="35000"/>
            </a:spcAft>
          </a:pPr>
          <a:r>
            <a:rPr lang="en-US" sz="3300" kern="1200" dirty="0" smtClean="0"/>
            <a:t>How to copy &amp; paste in word</a:t>
          </a:r>
          <a:endParaRPr lang="en-US" sz="3300" kern="1200" dirty="0"/>
        </a:p>
      </dsp:txBody>
      <dsp:txXfrm>
        <a:off x="3038474" y="2462212"/>
        <a:ext cx="2762250" cy="1657349"/>
      </dsp:txXfrm>
    </dsp:sp>
    <dsp:sp modelId="{D944875E-4200-44D3-9F4D-D995865E5F68}">
      <dsp:nvSpPr>
        <dsp:cNvPr id="0" name=""/>
        <dsp:cNvSpPr/>
      </dsp:nvSpPr>
      <dsp:spPr>
        <a:xfrm>
          <a:off x="6076950" y="2462212"/>
          <a:ext cx="2762250" cy="1657349"/>
        </a:xfrm>
        <a:prstGeom prst="rect">
          <a:avLst/>
        </a:prstGeom>
        <a:gradFill rotWithShape="0">
          <a:gsLst>
            <a:gs pos="0">
              <a:schemeClr val="accent4">
                <a:shade val="80000"/>
                <a:hueOff val="-176558"/>
                <a:satOff val="-4365"/>
                <a:lumOff val="24988"/>
                <a:alphaOff val="0"/>
                <a:shade val="51000"/>
                <a:satMod val="130000"/>
              </a:schemeClr>
            </a:gs>
            <a:gs pos="80000">
              <a:schemeClr val="accent4">
                <a:shade val="80000"/>
                <a:hueOff val="-176558"/>
                <a:satOff val="-4365"/>
                <a:lumOff val="24988"/>
                <a:alphaOff val="0"/>
                <a:shade val="93000"/>
                <a:satMod val="130000"/>
              </a:schemeClr>
            </a:gs>
            <a:gs pos="100000">
              <a:schemeClr val="accent4">
                <a:shade val="80000"/>
                <a:hueOff val="-176558"/>
                <a:satOff val="-4365"/>
                <a:lumOff val="24988"/>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25730" tIns="125730" rIns="125730" bIns="125730" numCol="1" spcCol="1270" anchor="ctr" anchorCtr="0">
          <a:noAutofit/>
        </a:bodyPr>
        <a:lstStyle/>
        <a:p>
          <a:pPr lvl="0" algn="ctr" defTabSz="1466850">
            <a:lnSpc>
              <a:spcPct val="90000"/>
            </a:lnSpc>
            <a:spcBef>
              <a:spcPct val="0"/>
            </a:spcBef>
            <a:spcAft>
              <a:spcPct val="35000"/>
            </a:spcAft>
          </a:pPr>
          <a:r>
            <a:rPr lang="en-US" sz="3300" kern="1200" dirty="0" smtClean="0"/>
            <a:t>How to find &amp; replace in word</a:t>
          </a:r>
          <a:endParaRPr lang="en-US" sz="3300" kern="1200" dirty="0"/>
        </a:p>
      </dsp:txBody>
      <dsp:txXfrm>
        <a:off x="6076950" y="2462212"/>
        <a:ext cx="2762250" cy="165734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05064A-AF3B-4300-BA44-77588901B427}">
      <dsp:nvSpPr>
        <dsp:cNvPr id="0" name=""/>
        <dsp:cNvSpPr/>
      </dsp:nvSpPr>
      <dsp:spPr>
        <a:xfrm>
          <a:off x="0" y="528637"/>
          <a:ext cx="2762250" cy="1657349"/>
        </a:xfrm>
        <a:prstGeom prst="rect">
          <a:avLst/>
        </a:prstGeom>
        <a:gradFill rotWithShape="0">
          <a:gsLst>
            <a:gs pos="0">
              <a:schemeClr val="accent4">
                <a:shade val="80000"/>
                <a:hueOff val="0"/>
                <a:satOff val="0"/>
                <a:lumOff val="0"/>
                <a:alphaOff val="0"/>
                <a:shade val="51000"/>
                <a:satMod val="130000"/>
              </a:schemeClr>
            </a:gs>
            <a:gs pos="80000">
              <a:schemeClr val="accent4">
                <a:shade val="80000"/>
                <a:hueOff val="0"/>
                <a:satOff val="0"/>
                <a:lumOff val="0"/>
                <a:alphaOff val="0"/>
                <a:shade val="93000"/>
                <a:satMod val="130000"/>
              </a:schemeClr>
            </a:gs>
            <a:gs pos="100000">
              <a:schemeClr val="accent4">
                <a:shade val="8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10490" tIns="110490" rIns="110490" bIns="110490" numCol="1" spcCol="1270" anchor="ctr" anchorCtr="0">
          <a:noAutofit/>
        </a:bodyPr>
        <a:lstStyle/>
        <a:p>
          <a:pPr lvl="0" algn="ctr" defTabSz="1289050">
            <a:lnSpc>
              <a:spcPct val="90000"/>
            </a:lnSpc>
            <a:spcBef>
              <a:spcPct val="0"/>
            </a:spcBef>
            <a:spcAft>
              <a:spcPct val="35000"/>
            </a:spcAft>
          </a:pPr>
          <a:r>
            <a:rPr lang="en-US" sz="2900" kern="1200" dirty="0" smtClean="0"/>
            <a:t>How to spell Check in word</a:t>
          </a:r>
          <a:endParaRPr lang="en-US" sz="2900" kern="1200" dirty="0"/>
        </a:p>
      </dsp:txBody>
      <dsp:txXfrm>
        <a:off x="0" y="528637"/>
        <a:ext cx="2762250" cy="1657349"/>
      </dsp:txXfrm>
    </dsp:sp>
    <dsp:sp modelId="{78E50E59-2D61-469F-90EB-61D50540AF76}">
      <dsp:nvSpPr>
        <dsp:cNvPr id="0" name=""/>
        <dsp:cNvSpPr/>
      </dsp:nvSpPr>
      <dsp:spPr>
        <a:xfrm>
          <a:off x="3038474" y="528637"/>
          <a:ext cx="2762250" cy="1657349"/>
        </a:xfrm>
        <a:prstGeom prst="rect">
          <a:avLst/>
        </a:prstGeom>
        <a:gradFill rotWithShape="0">
          <a:gsLst>
            <a:gs pos="0">
              <a:schemeClr val="accent4">
                <a:shade val="80000"/>
                <a:hueOff val="-44139"/>
                <a:satOff val="-1091"/>
                <a:lumOff val="6247"/>
                <a:alphaOff val="0"/>
                <a:shade val="51000"/>
                <a:satMod val="130000"/>
              </a:schemeClr>
            </a:gs>
            <a:gs pos="80000">
              <a:schemeClr val="accent4">
                <a:shade val="80000"/>
                <a:hueOff val="-44139"/>
                <a:satOff val="-1091"/>
                <a:lumOff val="6247"/>
                <a:alphaOff val="0"/>
                <a:shade val="93000"/>
                <a:satMod val="130000"/>
              </a:schemeClr>
            </a:gs>
            <a:gs pos="100000">
              <a:schemeClr val="accent4">
                <a:shade val="80000"/>
                <a:hueOff val="-44139"/>
                <a:satOff val="-1091"/>
                <a:lumOff val="6247"/>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10490" tIns="110490" rIns="110490" bIns="110490" numCol="1" spcCol="1270" anchor="ctr" anchorCtr="0">
          <a:noAutofit/>
        </a:bodyPr>
        <a:lstStyle/>
        <a:p>
          <a:pPr lvl="0" algn="ctr" defTabSz="1289050">
            <a:lnSpc>
              <a:spcPct val="90000"/>
            </a:lnSpc>
            <a:spcBef>
              <a:spcPct val="0"/>
            </a:spcBef>
            <a:spcAft>
              <a:spcPct val="35000"/>
            </a:spcAft>
          </a:pPr>
          <a:r>
            <a:rPr lang="en-US" sz="2900" kern="1200" dirty="0" smtClean="0"/>
            <a:t>How to Zoom In-Out in word</a:t>
          </a:r>
          <a:endParaRPr lang="en-US" sz="2900" kern="1200" dirty="0"/>
        </a:p>
      </dsp:txBody>
      <dsp:txXfrm>
        <a:off x="3038474" y="528637"/>
        <a:ext cx="2762250" cy="1657349"/>
      </dsp:txXfrm>
    </dsp:sp>
    <dsp:sp modelId="{CA6D4895-767A-41FC-AA1D-E44C43383021}">
      <dsp:nvSpPr>
        <dsp:cNvPr id="0" name=""/>
        <dsp:cNvSpPr/>
      </dsp:nvSpPr>
      <dsp:spPr>
        <a:xfrm>
          <a:off x="6076950" y="528637"/>
          <a:ext cx="2762250" cy="1657349"/>
        </a:xfrm>
        <a:prstGeom prst="rect">
          <a:avLst/>
        </a:prstGeom>
        <a:gradFill rotWithShape="0">
          <a:gsLst>
            <a:gs pos="0">
              <a:schemeClr val="accent4">
                <a:shade val="80000"/>
                <a:hueOff val="-88279"/>
                <a:satOff val="-2183"/>
                <a:lumOff val="12494"/>
                <a:alphaOff val="0"/>
                <a:shade val="51000"/>
                <a:satMod val="130000"/>
              </a:schemeClr>
            </a:gs>
            <a:gs pos="80000">
              <a:schemeClr val="accent4">
                <a:shade val="80000"/>
                <a:hueOff val="-88279"/>
                <a:satOff val="-2183"/>
                <a:lumOff val="12494"/>
                <a:alphaOff val="0"/>
                <a:shade val="93000"/>
                <a:satMod val="130000"/>
              </a:schemeClr>
            </a:gs>
            <a:gs pos="100000">
              <a:schemeClr val="accent4">
                <a:shade val="80000"/>
                <a:hueOff val="-88279"/>
                <a:satOff val="-2183"/>
                <a:lumOff val="12494"/>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10490" tIns="110490" rIns="110490" bIns="110490" numCol="1" spcCol="1270" anchor="ctr" anchorCtr="0">
          <a:noAutofit/>
        </a:bodyPr>
        <a:lstStyle/>
        <a:p>
          <a:pPr lvl="0" algn="ctr" defTabSz="1289050">
            <a:lnSpc>
              <a:spcPct val="90000"/>
            </a:lnSpc>
            <a:spcBef>
              <a:spcPct val="0"/>
            </a:spcBef>
            <a:spcAft>
              <a:spcPct val="35000"/>
            </a:spcAft>
          </a:pPr>
          <a:r>
            <a:rPr lang="en-US" sz="2900" kern="1200" dirty="0" smtClean="0"/>
            <a:t>How to insert Special symbols</a:t>
          </a:r>
          <a:endParaRPr lang="en-US" sz="2900" kern="1200" dirty="0"/>
        </a:p>
      </dsp:txBody>
      <dsp:txXfrm>
        <a:off x="6076950" y="528637"/>
        <a:ext cx="2762250" cy="1657349"/>
      </dsp:txXfrm>
    </dsp:sp>
    <dsp:sp modelId="{6CE1FDA2-9B33-4C87-8A66-B5121E5141DD}">
      <dsp:nvSpPr>
        <dsp:cNvPr id="0" name=""/>
        <dsp:cNvSpPr/>
      </dsp:nvSpPr>
      <dsp:spPr>
        <a:xfrm>
          <a:off x="1519237" y="2462212"/>
          <a:ext cx="2762250" cy="1657349"/>
        </a:xfrm>
        <a:prstGeom prst="rect">
          <a:avLst/>
        </a:prstGeom>
        <a:gradFill rotWithShape="0">
          <a:gsLst>
            <a:gs pos="0">
              <a:schemeClr val="accent4">
                <a:shade val="80000"/>
                <a:hueOff val="-132418"/>
                <a:satOff val="-3274"/>
                <a:lumOff val="18741"/>
                <a:alphaOff val="0"/>
                <a:shade val="51000"/>
                <a:satMod val="130000"/>
              </a:schemeClr>
            </a:gs>
            <a:gs pos="80000">
              <a:schemeClr val="accent4">
                <a:shade val="80000"/>
                <a:hueOff val="-132418"/>
                <a:satOff val="-3274"/>
                <a:lumOff val="18741"/>
                <a:alphaOff val="0"/>
                <a:shade val="93000"/>
                <a:satMod val="130000"/>
              </a:schemeClr>
            </a:gs>
            <a:gs pos="100000">
              <a:schemeClr val="accent4">
                <a:shade val="80000"/>
                <a:hueOff val="-132418"/>
                <a:satOff val="-3274"/>
                <a:lumOff val="18741"/>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10490" tIns="110490" rIns="110490" bIns="110490" numCol="1" spcCol="1270" anchor="ctr" anchorCtr="0">
          <a:noAutofit/>
        </a:bodyPr>
        <a:lstStyle/>
        <a:p>
          <a:pPr lvl="0" algn="ctr" defTabSz="1289050">
            <a:lnSpc>
              <a:spcPct val="90000"/>
            </a:lnSpc>
            <a:spcBef>
              <a:spcPct val="0"/>
            </a:spcBef>
            <a:spcAft>
              <a:spcPct val="35000"/>
            </a:spcAft>
          </a:pPr>
          <a:r>
            <a:rPr lang="en-US" sz="2900" kern="1200" dirty="0" smtClean="0"/>
            <a:t>How to Undo and Redo changes  in word</a:t>
          </a:r>
          <a:endParaRPr lang="en-US" sz="2900" kern="1200" dirty="0"/>
        </a:p>
      </dsp:txBody>
      <dsp:txXfrm>
        <a:off x="1519237" y="2462212"/>
        <a:ext cx="2762250" cy="1657349"/>
      </dsp:txXfrm>
    </dsp:sp>
    <dsp:sp modelId="{A3CFB6C1-AB2E-4C26-9483-C7BA772609A7}">
      <dsp:nvSpPr>
        <dsp:cNvPr id="0" name=""/>
        <dsp:cNvSpPr/>
      </dsp:nvSpPr>
      <dsp:spPr>
        <a:xfrm>
          <a:off x="4557712" y="2462212"/>
          <a:ext cx="2762250" cy="1657349"/>
        </a:xfrm>
        <a:prstGeom prst="rect">
          <a:avLst/>
        </a:prstGeom>
        <a:gradFill rotWithShape="0">
          <a:gsLst>
            <a:gs pos="0">
              <a:schemeClr val="accent4">
                <a:shade val="80000"/>
                <a:hueOff val="-176558"/>
                <a:satOff val="-4365"/>
                <a:lumOff val="24988"/>
                <a:alphaOff val="0"/>
                <a:shade val="51000"/>
                <a:satMod val="130000"/>
              </a:schemeClr>
            </a:gs>
            <a:gs pos="80000">
              <a:schemeClr val="accent4">
                <a:shade val="80000"/>
                <a:hueOff val="-176558"/>
                <a:satOff val="-4365"/>
                <a:lumOff val="24988"/>
                <a:alphaOff val="0"/>
                <a:shade val="93000"/>
                <a:satMod val="130000"/>
              </a:schemeClr>
            </a:gs>
            <a:gs pos="100000">
              <a:schemeClr val="accent4">
                <a:shade val="80000"/>
                <a:hueOff val="-176558"/>
                <a:satOff val="-4365"/>
                <a:lumOff val="24988"/>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10490" tIns="110490" rIns="110490" bIns="110490" numCol="1" spcCol="1270" anchor="ctr" anchorCtr="0">
          <a:noAutofit/>
        </a:bodyPr>
        <a:lstStyle/>
        <a:p>
          <a:pPr lvl="0" algn="ctr" defTabSz="1289050">
            <a:lnSpc>
              <a:spcPct val="90000"/>
            </a:lnSpc>
            <a:spcBef>
              <a:spcPct val="0"/>
            </a:spcBef>
            <a:spcAft>
              <a:spcPct val="35000"/>
            </a:spcAft>
          </a:pPr>
          <a:r>
            <a:rPr lang="en-US" sz="2900" kern="1200" dirty="0" smtClean="0"/>
            <a:t>How to use Context Help in word </a:t>
          </a:r>
          <a:endParaRPr lang="en-US" sz="2900" kern="1200" dirty="0"/>
        </a:p>
      </dsp:txBody>
      <dsp:txXfrm>
        <a:off x="4557712" y="2462212"/>
        <a:ext cx="2762250" cy="1657349"/>
      </dsp:txXfrm>
    </dsp:sp>
  </dsp:spTree>
</dsp:drawing>
</file>

<file path=ppt/diagrams/layout1.xml><?xml version="1.0" encoding="utf-8"?>
<dgm:layoutDef xmlns:dgm="http://schemas.openxmlformats.org/drawingml/2006/diagram" xmlns:a="http://schemas.openxmlformats.org/drawingml/2006/main" uniqueId="urn:microsoft.com/office/officeart/2005/8/layout/default#1">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1">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default#1">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default#2">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D91ACEF-6E31-49EA-9B4B-336BC171E6AE}" type="datetimeFigureOut">
              <a:rPr lang="en-US" smtClean="0"/>
              <a:pPr/>
              <a:t>2/10/2021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C881F64-38B6-442F-BAD6-2D03BCFD5B11}" type="slidenum">
              <a:rPr lang="en-US" smtClean="0"/>
              <a:pPr/>
              <a:t>‹#›</a:t>
            </a:fld>
            <a:endParaRPr lang="en-US"/>
          </a:p>
        </p:txBody>
      </p:sp>
    </p:spTree>
    <p:extLst>
      <p:ext uri="{BB962C8B-B14F-4D97-AF65-F5344CB8AC3E}">
        <p14:creationId xmlns:p14="http://schemas.microsoft.com/office/powerpoint/2010/main" val="11439949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2</a:t>
            </a:fld>
            <a:endParaRPr lang="en-US">
              <a:solidFill>
                <a:prstClr val="black"/>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pPr/>
              <a:t>3</a:t>
            </a:fld>
            <a:endParaRPr lang="en-US"/>
          </a:p>
        </p:txBody>
      </p:sp>
    </p:spTree>
    <p:extLst>
      <p:ext uri="{BB962C8B-B14F-4D97-AF65-F5344CB8AC3E}">
        <p14:creationId xmlns:p14="http://schemas.microsoft.com/office/powerpoint/2010/main" val="37439754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pPr/>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pPr/>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6</a:t>
            </a:fld>
            <a:endParaRPr lang="en-US">
              <a:solidFill>
                <a:prstClr val="black"/>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7</a:t>
            </a:fld>
            <a:endParaRPr lang="en-US">
              <a:solidFill>
                <a:prstClr val="black"/>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pPr/>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9</a:t>
            </a:fld>
            <a:endParaRPr lang="en-US">
              <a:solidFill>
                <a:prstClr val="black"/>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pPr/>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11</a:t>
            </a:fld>
            <a:endParaRPr lang="en-US">
              <a:solidFill>
                <a:prstClr val="black"/>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12</a:t>
            </a:fld>
            <a:endParaRPr lang="en-US">
              <a:solidFill>
                <a:prstClr val="black"/>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13</a:t>
            </a:fld>
            <a:endParaRPr lang="en-US">
              <a:solidFill>
                <a:prstClr val="black"/>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14</a:t>
            </a:fld>
            <a:endParaRPr lang="en-US">
              <a:solidFill>
                <a:prstClr val="black"/>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15</a:t>
            </a:fld>
            <a:endParaRPr lang="en-US">
              <a:solidFill>
                <a:prstClr val="black"/>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16</a:t>
            </a:fld>
            <a:endParaRPr lang="en-US">
              <a:solidFill>
                <a:prstClr val="black"/>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17</a:t>
            </a:fld>
            <a:endParaRPr lang="en-US">
              <a:solidFill>
                <a:prstClr val="black"/>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18</a:t>
            </a:fld>
            <a:endParaRPr lang="en-US">
              <a:solidFill>
                <a:prstClr val="black"/>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19</a:t>
            </a:fld>
            <a:endParaRPr lang="en-US">
              <a:solidFill>
                <a:prstClr val="black"/>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20</a:t>
            </a:fld>
            <a:endParaRPr lang="en-US">
              <a:solidFill>
                <a:prstClr val="black"/>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21</a:t>
            </a:fld>
            <a:endParaRPr lang="en-US">
              <a:solidFill>
                <a:prstClr val="black"/>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22</a:t>
            </a:fld>
            <a:endParaRPr lang="en-US">
              <a:solidFill>
                <a:prstClr val="black"/>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23</a:t>
            </a:fld>
            <a:endParaRPr lang="en-US">
              <a:solidFill>
                <a:prstClr val="black"/>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24</a:t>
            </a:fld>
            <a:endParaRPr lang="en-US">
              <a:solidFill>
                <a:prstClr val="black"/>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25</a:t>
            </a:fld>
            <a:endParaRPr lang="en-US">
              <a:solidFill>
                <a:prstClr val="black"/>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26</a:t>
            </a:fld>
            <a:endParaRPr lang="en-US">
              <a:solidFill>
                <a:prstClr val="black"/>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27</a:t>
            </a:fld>
            <a:endParaRPr lang="en-US">
              <a:solidFill>
                <a:prstClr val="black"/>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28</a:t>
            </a:fld>
            <a:endParaRPr lang="en-US">
              <a:solidFill>
                <a:prstClr val="black"/>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29</a:t>
            </a:fld>
            <a:endParaRPr lang="en-US">
              <a:solidFill>
                <a:prstClr val="black"/>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30</a:t>
            </a:fld>
            <a:endParaRPr lang="en-US">
              <a:solidFill>
                <a:prstClr val="black"/>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31</a:t>
            </a:fld>
            <a:endParaRPr lang="en-US">
              <a:solidFill>
                <a:prstClr val="black"/>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32</a:t>
            </a:fld>
            <a:endParaRPr lang="en-US">
              <a:solidFill>
                <a:prstClr val="black"/>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33</a:t>
            </a:fld>
            <a:endParaRPr lang="en-US">
              <a:solidFill>
                <a:prstClr val="black"/>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34</a:t>
            </a:fld>
            <a:endParaRPr lang="en-US">
              <a:solidFill>
                <a:prstClr val="black"/>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35</a:t>
            </a:fld>
            <a:endParaRPr lang="en-US">
              <a:solidFill>
                <a:prstClr val="black"/>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36</a:t>
            </a:fld>
            <a:endParaRPr lang="en-US">
              <a:solidFill>
                <a:prstClr val="black"/>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37</a:t>
            </a:fld>
            <a:endParaRPr lang="en-US">
              <a:solidFill>
                <a:prstClr val="black"/>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38</a:t>
            </a:fld>
            <a:endParaRPr lang="en-US">
              <a:solidFill>
                <a:prstClr val="black"/>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39</a:t>
            </a:fld>
            <a:endParaRPr lang="en-US">
              <a:solidFill>
                <a:prstClr val="black"/>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40</a:t>
            </a:fld>
            <a:endParaRPr lang="en-US">
              <a:solidFill>
                <a:prstClr val="black"/>
              </a:solidFil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41</a:t>
            </a:fld>
            <a:endParaRPr lang="en-US">
              <a:solidFill>
                <a:prstClr val="black"/>
              </a:solidFil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42</a:t>
            </a:fld>
            <a:endParaRPr lang="en-US">
              <a:solidFill>
                <a:prstClr val="black"/>
              </a:solidFil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43</a:t>
            </a:fld>
            <a:endParaRPr lang="en-US">
              <a:solidFill>
                <a:prstClr val="black"/>
              </a:solidFil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44</a:t>
            </a:fld>
            <a:endParaRPr lang="en-US">
              <a:solidFill>
                <a:prstClr val="black"/>
              </a:solidFil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45</a:t>
            </a:fld>
            <a:endParaRPr lang="en-US">
              <a:solidFill>
                <a:prstClr val="black"/>
              </a:solidFil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46</a:t>
            </a:fld>
            <a:endParaRPr lang="en-US">
              <a:solidFill>
                <a:prstClr val="black"/>
              </a:solidFil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47</a:t>
            </a:fld>
            <a:endParaRPr lang="en-US">
              <a:solidFill>
                <a:prstClr val="black"/>
              </a:solidFil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48</a:t>
            </a:fld>
            <a:endParaRPr lang="en-US">
              <a:solidFill>
                <a:prstClr val="black"/>
              </a:solidFil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49</a:t>
            </a:fld>
            <a:endParaRPr lang="en-US">
              <a:solidFill>
                <a:prstClr val="black"/>
              </a:solidFil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50</a:t>
            </a:fld>
            <a:endParaRPr lang="en-US">
              <a:solidFill>
                <a:prstClr val="black"/>
              </a:solidFill>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51</a:t>
            </a:fld>
            <a:endParaRPr lang="en-US">
              <a:solidFill>
                <a:prstClr val="black"/>
              </a:solidFil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52</a:t>
            </a:fld>
            <a:endParaRPr lang="en-US">
              <a:solidFill>
                <a:prstClr val="black"/>
              </a:solidFill>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53</a:t>
            </a:fld>
            <a:endParaRPr lang="en-US">
              <a:solidFill>
                <a:prstClr val="black"/>
              </a:solidFill>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54</a:t>
            </a:fld>
            <a:endParaRPr lang="en-US">
              <a:solidFill>
                <a:prstClr val="black"/>
              </a:solidFill>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55</a:t>
            </a:fld>
            <a:endParaRPr lang="en-US">
              <a:solidFill>
                <a:prstClr val="black"/>
              </a:solidFill>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56</a:t>
            </a:fld>
            <a:endParaRPr lang="en-US">
              <a:solidFill>
                <a:prstClr val="black"/>
              </a:solidFill>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57</a:t>
            </a:fld>
            <a:endParaRPr lang="en-US">
              <a:solidFill>
                <a:prstClr val="black"/>
              </a:solidFill>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58</a:t>
            </a:fld>
            <a:endParaRPr lang="en-US">
              <a:solidFill>
                <a:prstClr val="black"/>
              </a:solidFill>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59</a:t>
            </a:fld>
            <a:endParaRPr lang="en-US">
              <a:solidFill>
                <a:prstClr val="black"/>
              </a:solidFill>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60</a:t>
            </a:fld>
            <a:endParaRPr lang="en-US">
              <a:solidFill>
                <a:prstClr val="black"/>
              </a:solidFill>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61</a:t>
            </a:fld>
            <a:endParaRPr lang="en-US">
              <a:solidFill>
                <a:prstClr val="black"/>
              </a:solidFill>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62</a:t>
            </a:fld>
            <a:endParaRPr lang="en-US">
              <a:solidFill>
                <a:prstClr val="black"/>
              </a:solidFill>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63</a:t>
            </a:fld>
            <a:endParaRPr lang="en-US">
              <a:solidFill>
                <a:prstClr val="black"/>
              </a:solidFill>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64</a:t>
            </a:fld>
            <a:endParaRPr lang="en-US">
              <a:solidFill>
                <a:prstClr val="black"/>
              </a:solidFill>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65</a:t>
            </a:fld>
            <a:endParaRPr lang="en-US">
              <a:solidFill>
                <a:prstClr val="black"/>
              </a:solidFill>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66</a:t>
            </a:fld>
            <a:endParaRPr lang="en-US">
              <a:solidFill>
                <a:prstClr val="black"/>
              </a:solidFill>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67</a:t>
            </a:fld>
            <a:endParaRPr lang="en-US">
              <a:solidFill>
                <a:prstClr val="black"/>
              </a:solidFill>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68</a:t>
            </a:fld>
            <a:endParaRPr lang="en-US">
              <a:solidFill>
                <a:prstClr val="black"/>
              </a:solidFill>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69</a:t>
            </a:fld>
            <a:endParaRPr lang="en-US">
              <a:solidFill>
                <a:prstClr val="black"/>
              </a:solidFill>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70</a:t>
            </a:fld>
            <a:endParaRPr lang="en-US">
              <a:solidFill>
                <a:prstClr val="black"/>
              </a:solidFill>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71</a:t>
            </a:fld>
            <a:endParaRPr lang="en-US">
              <a:solidFill>
                <a:prstClr val="black"/>
              </a:solidFill>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72</a:t>
            </a:fld>
            <a:endParaRPr lang="en-US">
              <a:solidFill>
                <a:prstClr val="black"/>
              </a:solidFill>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73</a:t>
            </a:fld>
            <a:endParaRPr lang="en-US">
              <a:solidFill>
                <a:prstClr val="black"/>
              </a:solidFill>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74</a:t>
            </a:fld>
            <a:endParaRPr lang="en-US">
              <a:solidFill>
                <a:prstClr val="black"/>
              </a:solidFill>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75</a:t>
            </a:fld>
            <a:endParaRPr lang="en-US">
              <a:solidFill>
                <a:prstClr val="black"/>
              </a:solidFill>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76</a:t>
            </a:fld>
            <a:endParaRPr lang="en-US">
              <a:solidFill>
                <a:prstClr val="black"/>
              </a:solidFill>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77</a:t>
            </a:fld>
            <a:endParaRPr lang="en-US">
              <a:solidFill>
                <a:prstClr val="black"/>
              </a:solidFill>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78</a:t>
            </a:fld>
            <a:endParaRPr lang="en-US">
              <a:solidFill>
                <a:prstClr val="black"/>
              </a:solidFill>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79</a:t>
            </a:fld>
            <a:endParaRPr lang="en-US">
              <a:solidFill>
                <a:prstClr val="black"/>
              </a:solidFill>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80</a:t>
            </a:fld>
            <a:endParaRPr lang="en-US">
              <a:solidFill>
                <a:prstClr val="black"/>
              </a:solidFill>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81</a:t>
            </a:fld>
            <a:endParaRPr lang="en-US">
              <a:solidFill>
                <a:prstClr val="black"/>
              </a:solidFill>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82</a:t>
            </a:fld>
            <a:endParaRPr lang="en-US">
              <a:solidFill>
                <a:prstClr val="black"/>
              </a:solidFill>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83</a:t>
            </a:fld>
            <a:endParaRPr lang="en-US">
              <a:solidFill>
                <a:prstClr val="black"/>
              </a:solidFill>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84</a:t>
            </a:fld>
            <a:endParaRPr lang="en-US">
              <a:solidFill>
                <a:prstClr val="black"/>
              </a:solidFill>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85</a:t>
            </a:fld>
            <a:endParaRPr lang="en-US">
              <a:solidFill>
                <a:prstClr val="black"/>
              </a:solidFill>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86</a:t>
            </a:fld>
            <a:endParaRPr lang="en-US">
              <a:solidFill>
                <a:prstClr val="black"/>
              </a:solidFill>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87</a:t>
            </a:fld>
            <a:endParaRPr lang="en-US">
              <a:solidFill>
                <a:prstClr val="black"/>
              </a:solidFill>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88</a:t>
            </a:fld>
            <a:endParaRPr lang="en-US">
              <a:solidFill>
                <a:prstClr val="black"/>
              </a:solidFill>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89</a:t>
            </a:fld>
            <a:endParaRPr lang="en-US">
              <a:solidFill>
                <a:prstClr val="black"/>
              </a:solidFill>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90</a:t>
            </a:fld>
            <a:endParaRPr lang="en-US">
              <a:solidFill>
                <a:prstClr val="black"/>
              </a:solidFill>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91</a:t>
            </a:fld>
            <a:endParaRPr lang="en-US">
              <a:solidFill>
                <a:prstClr val="black"/>
              </a:solidFill>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1031"/>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fld id="{96C858E7-ADF8-44F4-9725-358398E79A0E}" type="slidenum">
              <a:rPr lang="en-US" smtClean="0">
                <a:solidFill>
                  <a:prstClr val="black"/>
                </a:solidFill>
                <a:latin typeface="Calibri" pitchFamily="34" charset="0"/>
              </a:rPr>
              <a:pPr/>
              <a:t>92</a:t>
            </a:fld>
            <a:endParaRPr lang="en-US" smtClean="0">
              <a:solidFill>
                <a:prstClr val="black"/>
              </a:solidFill>
              <a:latin typeface="Calibri" pitchFamily="34" charset="0"/>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1031"/>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fld id="{96C858E7-ADF8-44F4-9725-358398E79A0E}" type="slidenum">
              <a:rPr lang="en-US" smtClean="0">
                <a:latin typeface="Calibri" pitchFamily="34" charset="0"/>
              </a:rPr>
              <a:pPr/>
              <a:t>93</a:t>
            </a:fld>
            <a:endParaRPr lang="en-US" smtClean="0">
              <a:latin typeface="Calibri"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9" name="Title 1"/>
          <p:cNvSpPr txBox="1">
            <a:spLocks/>
          </p:cNvSpPr>
          <p:nvPr userDrawn="1"/>
        </p:nvSpPr>
        <p:spPr>
          <a:xfrm>
            <a:off x="1219200" y="5486400"/>
            <a:ext cx="3581400" cy="685800"/>
          </a:xfrm>
          <a:prstGeom prst="rect">
            <a:avLst/>
          </a:prstGeom>
        </p:spPr>
        <p:txBody>
          <a:bodyPr vert="horz" lIns="91440" tIns="45720" rIns="91440" bIns="45720" rtlCol="0" anchor="ctr">
            <a:normAutofit lnSpcReduction="10000"/>
          </a:bodyPr>
          <a:lstStyle>
            <a:lvl1pPr algn="l">
              <a:defRPr sz="4800">
                <a:latin typeface="Arial Black"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000" b="0" i="0" u="none" strike="noStrike" kern="1200" cap="none" spc="0" normalizeH="0" baseline="0" noProof="0" dirty="0">
                <a:ln>
                  <a:noFill/>
                </a:ln>
                <a:solidFill>
                  <a:schemeClr val="tx1"/>
                </a:solidFill>
                <a:effectLst/>
                <a:uLnTx/>
                <a:uFillTx/>
                <a:latin typeface="Arial Black" pitchFamily="34" charset="0"/>
                <a:ea typeface="+mj-ea"/>
                <a:cs typeface="+mj-cs"/>
              </a:rPr>
              <a:t>Your Interactive Guide to the Digital World</a:t>
            </a:r>
          </a:p>
        </p:txBody>
      </p:sp>
      <p:sp>
        <p:nvSpPr>
          <p:cNvPr id="10" name="Rectangle 9"/>
          <p:cNvSpPr/>
          <p:nvPr userDrawn="1"/>
        </p:nvSpPr>
        <p:spPr>
          <a:xfrm>
            <a:off x="0" y="4267200"/>
            <a:ext cx="4876800" cy="1077218"/>
          </a:xfrm>
          <a:prstGeom prst="rect">
            <a:avLst/>
          </a:prstGeom>
        </p:spPr>
        <p:txBody>
          <a:bodyPr wrap="square">
            <a:spAutoFit/>
          </a:bodyPr>
          <a:lstStyle/>
          <a:p>
            <a:r>
              <a:rPr lang="en-US" sz="3200" dirty="0">
                <a:latin typeface="Arial Black" pitchFamily="34" charset="0"/>
              </a:rPr>
              <a:t>Discovering </a:t>
            </a:r>
            <a:br>
              <a:rPr lang="en-US" sz="3200" dirty="0">
                <a:latin typeface="Arial Black" pitchFamily="34" charset="0"/>
              </a:rPr>
            </a:br>
            <a:r>
              <a:rPr lang="en-US" sz="3200" dirty="0">
                <a:latin typeface="Arial Black" pitchFamily="34" charset="0"/>
              </a:rPr>
              <a:t>	Computers 2012</a:t>
            </a:r>
          </a:p>
        </p:txBody>
      </p:sp>
      <p:pic>
        <p:nvPicPr>
          <p:cNvPr id="1028" name="Picture 4"/>
          <p:cNvPicPr>
            <a:picLocks noChangeAspect="1" noChangeArrowheads="1"/>
          </p:cNvPicPr>
          <p:nvPr userDrawn="1"/>
        </p:nvPicPr>
        <p:blipFill>
          <a:blip r:embed="rId2" cstate="print"/>
          <a:srcRect/>
          <a:stretch>
            <a:fillRect/>
          </a:stretch>
        </p:blipFill>
        <p:spPr bwMode="auto">
          <a:xfrm>
            <a:off x="5186606" y="3276600"/>
            <a:ext cx="3957394" cy="3581400"/>
          </a:xfrm>
          <a:prstGeom prst="rect">
            <a:avLst/>
          </a:prstGeom>
          <a:noFill/>
          <a:ln w="9525">
            <a:noFill/>
            <a:miter lim="800000"/>
            <a:headEnd/>
            <a:tailEnd/>
          </a:ln>
          <a:effectLst/>
        </p:spPr>
      </p:pic>
      <p:pic>
        <p:nvPicPr>
          <p:cNvPr id="1027" name="Picture 3"/>
          <p:cNvPicPr>
            <a:picLocks noChangeAspect="1" noChangeArrowheads="1"/>
          </p:cNvPicPr>
          <p:nvPr userDrawn="1"/>
        </p:nvPicPr>
        <p:blipFill>
          <a:blip r:embed="rId3" cstate="print"/>
          <a:srcRect/>
          <a:stretch>
            <a:fillRect/>
          </a:stretch>
        </p:blipFill>
        <p:spPr bwMode="auto">
          <a:xfrm>
            <a:off x="0" y="0"/>
            <a:ext cx="9144000" cy="3235890"/>
          </a:xfrm>
          <a:prstGeom prst="rect">
            <a:avLst/>
          </a:prstGeom>
          <a:ln>
            <a:noFill/>
          </a:ln>
          <a:effectLst>
            <a:outerShdw blurRad="292100" dist="139700" dir="2700000" algn="tl" rotWithShape="0">
              <a:srgbClr val="333333">
                <a:alpha val="65000"/>
              </a:srgbClr>
            </a:outerShdw>
          </a:effectLst>
        </p:spPr>
      </p:pic>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152400" y="1600200"/>
            <a:ext cx="88392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
        <p:nvSpPr>
          <p:cNvPr id="8" name="Text Placeholder 7"/>
          <p:cNvSpPr>
            <a:spLocks noGrp="1"/>
          </p:cNvSpPr>
          <p:nvPr>
            <p:ph type="body" sz="quarter" idx="13" hasCustomPrompt="1"/>
          </p:nvPr>
        </p:nvSpPr>
        <p:spPr>
          <a:xfrm>
            <a:off x="152400" y="6400800"/>
            <a:ext cx="1676400" cy="457200"/>
          </a:xfrm>
        </p:spPr>
        <p:txBody>
          <a:bodyPr>
            <a:normAutofit/>
          </a:bodyPr>
          <a:lstStyle>
            <a:lvl1pPr>
              <a:buNone/>
              <a:defRPr sz="1200"/>
            </a:lvl1pPr>
          </a:lstStyle>
          <a:p>
            <a:pPr lvl="0"/>
            <a:r>
              <a:rPr lang="en-US" dirty="0"/>
              <a:t>Page </a:t>
            </a:r>
          </a:p>
        </p:txBody>
      </p:sp>
      <p:sp>
        <p:nvSpPr>
          <p:cNvPr id="9" name="Footer Placeholder 4"/>
          <p:cNvSpPr>
            <a:spLocks noGrp="1"/>
          </p:cNvSpPr>
          <p:nvPr>
            <p:ph type="ftr" sz="quarter" idx="3"/>
          </p:nvPr>
        </p:nvSpPr>
        <p:spPr>
          <a:xfrm>
            <a:off x="1981200" y="6370637"/>
            <a:ext cx="4724400" cy="365125"/>
          </a:xfrm>
          <a:prstGeom prst="rect">
            <a:avLst/>
          </a:prstGeom>
        </p:spPr>
        <p:txBody>
          <a:bodyPr vert="horz" lIns="91440" tIns="45720" rIns="91440" bIns="45720" rtlCol="0" anchor="ctr"/>
          <a:lstStyle>
            <a:lvl1pPr algn="ctr">
              <a:defRPr sz="1200">
                <a:solidFill>
                  <a:schemeClr val="tx1"/>
                </a:solidFill>
              </a:defRPr>
            </a:lvl1pPr>
          </a:lstStyle>
          <a:p>
            <a:r>
              <a:rPr lang="en-US"/>
              <a:t>Discovering Computers 2012: Chapter 1</a:t>
            </a:r>
            <a:endParaRPr lang="en-US" dirty="0"/>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en-US"/>
              <a:t>Discovering Computers 2012: Chapter 1</a:t>
            </a:r>
          </a:p>
        </p:txBody>
      </p:sp>
      <p:sp>
        <p:nvSpPr>
          <p:cNvPr id="6" name="Slide Number Placeholder 5"/>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1"/>
          </p:nvPr>
        </p:nvSpPr>
        <p:spPr/>
        <p:txBody>
          <a:bodyPr/>
          <a:lstStyle/>
          <a:p>
            <a:r>
              <a:rPr lang="en-US"/>
              <a:t>Discovering Computers 2012: Chapter 1</a:t>
            </a:r>
            <a:endParaRPr lang="en-US" dirty="0"/>
          </a:p>
        </p:txBody>
      </p:sp>
      <p:sp>
        <p:nvSpPr>
          <p:cNvPr id="7" name="Slide Number Placeholder 6"/>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
        <p:nvSpPr>
          <p:cNvPr id="8" name="Text Placeholder 7"/>
          <p:cNvSpPr>
            <a:spLocks noGrp="1"/>
          </p:cNvSpPr>
          <p:nvPr>
            <p:ph type="body" sz="quarter" idx="13" hasCustomPrompt="1"/>
          </p:nvPr>
        </p:nvSpPr>
        <p:spPr>
          <a:xfrm>
            <a:off x="152400" y="6400800"/>
            <a:ext cx="1676400" cy="304800"/>
          </a:xfrm>
        </p:spPr>
        <p:txBody>
          <a:bodyPr>
            <a:normAutofit/>
          </a:bodyPr>
          <a:lstStyle>
            <a:lvl1pPr>
              <a:buNone/>
              <a:defRPr sz="1200"/>
            </a:lvl1pPr>
          </a:lstStyle>
          <a:p>
            <a:pPr lvl="0"/>
            <a:r>
              <a:rPr lang="en-US" dirty="0"/>
              <a:t>Page </a:t>
            </a:r>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r>
              <a:rPr lang="en-US"/>
              <a:t>Discovering Computers 2012: Chapter 1</a:t>
            </a:r>
          </a:p>
        </p:txBody>
      </p:sp>
      <p:sp>
        <p:nvSpPr>
          <p:cNvPr id="9" name="Slide Number Placeholder 8"/>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
        <p:nvSpPr>
          <p:cNvPr id="10" name="Text Placeholder 7"/>
          <p:cNvSpPr>
            <a:spLocks noGrp="1"/>
          </p:cNvSpPr>
          <p:nvPr>
            <p:ph type="body" sz="quarter" idx="13" hasCustomPrompt="1"/>
          </p:nvPr>
        </p:nvSpPr>
        <p:spPr>
          <a:xfrm>
            <a:off x="152400" y="6400800"/>
            <a:ext cx="1676400" cy="304800"/>
          </a:xfrm>
        </p:spPr>
        <p:txBody>
          <a:bodyPr>
            <a:normAutofit/>
          </a:bodyPr>
          <a:lstStyle>
            <a:lvl1pPr>
              <a:buNone/>
              <a:defRPr sz="1200"/>
            </a:lvl1pPr>
          </a:lstStyle>
          <a:p>
            <a:pPr lvl="0"/>
            <a:r>
              <a:rPr lang="en-US" dirty="0"/>
              <a:t>Page </a:t>
            </a:r>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457200" y="6356350"/>
            <a:ext cx="2133600" cy="365125"/>
          </a:xfrm>
          <a:prstGeom prst="rect">
            <a:avLst/>
          </a:prstGeom>
        </p:spPr>
        <p:txBody>
          <a:bodyPr/>
          <a:lstStyle/>
          <a:p>
            <a:endParaRPr lang="en-US"/>
          </a:p>
        </p:txBody>
      </p:sp>
      <p:sp>
        <p:nvSpPr>
          <p:cNvPr id="4" name="Footer Placeholder 3"/>
          <p:cNvSpPr>
            <a:spLocks noGrp="1"/>
          </p:cNvSpPr>
          <p:nvPr>
            <p:ph type="ftr" sz="quarter" idx="11"/>
          </p:nvPr>
        </p:nvSpPr>
        <p:spPr/>
        <p:txBody>
          <a:bodyPr/>
          <a:lstStyle/>
          <a:p>
            <a:r>
              <a:rPr lang="en-US"/>
              <a:t>Discovering Computers 2012: Chapter 1</a:t>
            </a:r>
          </a:p>
        </p:txBody>
      </p:sp>
      <p:sp>
        <p:nvSpPr>
          <p:cNvPr id="5" name="Slide Number Placeholder 4"/>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endParaRPr lang="en-US"/>
          </a:p>
        </p:txBody>
      </p:sp>
      <p:sp>
        <p:nvSpPr>
          <p:cNvPr id="3" name="Footer Placeholder 2"/>
          <p:cNvSpPr>
            <a:spLocks noGrp="1"/>
          </p:cNvSpPr>
          <p:nvPr>
            <p:ph type="ftr" sz="quarter" idx="11"/>
          </p:nvPr>
        </p:nvSpPr>
        <p:spPr/>
        <p:txBody>
          <a:bodyPr/>
          <a:lstStyle/>
          <a:p>
            <a:r>
              <a:rPr lang="en-US"/>
              <a:t>Discovering Computers 2012: Chapter 1</a:t>
            </a:r>
          </a:p>
        </p:txBody>
      </p:sp>
      <p:sp>
        <p:nvSpPr>
          <p:cNvPr id="4" name="Slide Number Placeholder 3"/>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r>
              <a:rPr lang="en-US"/>
              <a:t>Discovering Computers 2012: Chapter 1</a:t>
            </a:r>
          </a:p>
        </p:txBody>
      </p:sp>
      <p:sp>
        <p:nvSpPr>
          <p:cNvPr id="7" name="Slide Number Placeholder 6"/>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r>
              <a:rPr lang="en-US"/>
              <a:t>Discovering Computers 2012: Chapter 1</a:t>
            </a:r>
          </a:p>
        </p:txBody>
      </p:sp>
      <p:sp>
        <p:nvSpPr>
          <p:cNvPr id="7" name="Slide Number Placeholder 6"/>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en-US"/>
              <a:t>Discovering Computers 2012: Chapter 1</a:t>
            </a:r>
          </a:p>
        </p:txBody>
      </p:sp>
      <p:sp>
        <p:nvSpPr>
          <p:cNvPr id="6" name="Slide Number Placeholder 5"/>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en-US"/>
              <a:t>Discovering Computers 2012: Chapter 1</a:t>
            </a:r>
          </a:p>
        </p:txBody>
      </p:sp>
      <p:sp>
        <p:nvSpPr>
          <p:cNvPr id="6" name="Slide Number Placeholder 5"/>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lstStyle/>
          <a:p>
            <a:r>
              <a:rPr lang="en-US" smtClean="0"/>
              <a:t>Click to edit Master title style</a:t>
            </a:r>
            <a:endParaRPr lang="en-US" dirty="0"/>
          </a:p>
        </p:txBody>
      </p:sp>
      <p:sp>
        <p:nvSpPr>
          <p:cNvPr id="3" name="Content Placeholder 2"/>
          <p:cNvSpPr>
            <a:spLocks noGrp="1"/>
          </p:cNvSpPr>
          <p:nvPr>
            <p:ph idx="1"/>
          </p:nvPr>
        </p:nvSpPr>
        <p:spPr/>
        <p:txBody>
          <a:bodyPr/>
          <a:lstStyle>
            <a:lvl1pPr>
              <a:defRPr sz="3600">
                <a:latin typeface="+mn-lt"/>
              </a:defRPr>
            </a:lvl1pPr>
            <a:lvl2pPr>
              <a:buFont typeface="Wingdings" pitchFamily="2" charset="2"/>
              <a:buChar char="v"/>
              <a:defRPr sz="3200">
                <a:latin typeface="+mn-lt"/>
              </a:defRPr>
            </a:lvl2pPr>
            <a:lvl3pPr>
              <a:defRPr sz="2800">
                <a:latin typeface="+mn-lt"/>
              </a:defRPr>
            </a:lvl3pPr>
            <a:lvl4pPr>
              <a:buFont typeface="Wingdings" pitchFamily="2" charset="2"/>
              <a:buChar char="v"/>
              <a:defRPr sz="2400">
                <a:latin typeface="+mn-lt"/>
              </a:defRPr>
            </a:lvl4pPr>
            <a:lvl5pPr>
              <a:defRPr sz="2000">
                <a:latin typeface="+mn-l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Rectangle 12"/>
          <p:cNvSpPr>
            <a:spLocks noGrp="1" noChangeArrowheads="1"/>
          </p:cNvSpPr>
          <p:nvPr>
            <p:ph type="ftr" sz="quarter" idx="10"/>
          </p:nvPr>
        </p:nvSpPr>
        <p:spPr/>
        <p:txBody>
          <a:bodyPr/>
          <a:lstStyle>
            <a:lvl1pPr>
              <a:defRPr/>
            </a:lvl1pPr>
          </a:lstStyle>
          <a:p>
            <a:pPr>
              <a:defRPr/>
            </a:pPr>
            <a:r>
              <a:rPr lang="en-US"/>
              <a:t>Copyright © 2010 Pearson Education, Inc.</a:t>
            </a:r>
          </a:p>
        </p:txBody>
      </p:sp>
      <p:sp>
        <p:nvSpPr>
          <p:cNvPr id="5" name="Rectangle 13"/>
          <p:cNvSpPr>
            <a:spLocks noGrp="1" noChangeArrowheads="1"/>
          </p:cNvSpPr>
          <p:nvPr>
            <p:ph type="sldNum" sz="quarter" idx="11"/>
          </p:nvPr>
        </p:nvSpPr>
        <p:spPr/>
        <p:txBody>
          <a:bodyPr/>
          <a:lstStyle>
            <a:lvl1pPr>
              <a:defRPr/>
            </a:lvl1pPr>
          </a:lstStyle>
          <a:p>
            <a:pPr>
              <a:defRPr/>
            </a:pPr>
            <a:r>
              <a:rPr lang="en-US"/>
              <a:t>Slide 3-</a:t>
            </a:r>
            <a:fld id="{72C99F3E-92BD-47C6-B43F-19488E1C382F}" type="slidenum">
              <a:rPr lang="en-US"/>
              <a:pPr>
                <a:defRPr/>
              </a:pPr>
              <a:t>‹#›</a:t>
            </a:fld>
            <a:endParaRPr lang="en-US"/>
          </a:p>
        </p:txBody>
      </p:sp>
    </p:spTree>
    <p:extLst>
      <p:ext uri="{BB962C8B-B14F-4D97-AF65-F5344CB8AC3E}">
        <p14:creationId xmlns:p14="http://schemas.microsoft.com/office/powerpoint/2010/main" val="11532594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4">
                <a:lumMod val="20000"/>
                <a:lumOff val="80000"/>
              </a:schemeClr>
            </a:gs>
            <a:gs pos="64999">
              <a:srgbClr val="F0EBD5"/>
            </a:gs>
            <a:gs pos="100000">
              <a:srgbClr val="D1C39F"/>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2400" y="152400"/>
            <a:ext cx="88392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152400" y="1600200"/>
            <a:ext cx="8839200" cy="46482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1981200" y="6370637"/>
            <a:ext cx="4724400" cy="365125"/>
          </a:xfrm>
          <a:prstGeom prst="rect">
            <a:avLst/>
          </a:prstGeom>
        </p:spPr>
        <p:txBody>
          <a:bodyPr vert="horz" lIns="91440" tIns="45720" rIns="91440" bIns="45720" rtlCol="0" anchor="ctr"/>
          <a:lstStyle>
            <a:lvl1pPr algn="ctr">
              <a:defRPr sz="1200">
                <a:solidFill>
                  <a:schemeClr val="tx1"/>
                </a:solidFill>
              </a:defRPr>
            </a:lvl1pPr>
          </a:lstStyle>
          <a:p>
            <a:r>
              <a:rPr lang="en-US"/>
              <a:t>Discovering Computers 2012: Chapter 1</a:t>
            </a:r>
            <a:endParaRPr lang="en-US" dirty="0"/>
          </a:p>
        </p:txBody>
      </p:sp>
      <p:sp>
        <p:nvSpPr>
          <p:cNvPr id="9" name="Rectangle 8"/>
          <p:cNvSpPr/>
          <p:nvPr userDrawn="1"/>
        </p:nvSpPr>
        <p:spPr>
          <a:xfrm>
            <a:off x="0" y="1219200"/>
            <a:ext cx="9144000" cy="457200"/>
          </a:xfrm>
          <a:prstGeom prst="rect">
            <a:avLst/>
          </a:prstGeom>
          <a:gradFill flip="none" rotWithShape="1">
            <a:gsLst>
              <a:gs pos="0">
                <a:srgbClr val="DB7531"/>
              </a:gs>
              <a:gs pos="64999">
                <a:srgbClr val="F0EBD5"/>
              </a:gs>
              <a:gs pos="100000">
                <a:srgbClr val="D1C39F"/>
              </a:gs>
            </a:gsLst>
            <a:lin ang="2700000" scaled="1"/>
            <a:tileRect/>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userDrawn="1"/>
        </p:nvSpPr>
        <p:spPr>
          <a:xfrm>
            <a:off x="8534400" y="6248400"/>
            <a:ext cx="609600" cy="609600"/>
          </a:xfrm>
          <a:prstGeom prst="rect">
            <a:avLst/>
          </a:prstGeom>
          <a:solidFill>
            <a:srgbClr val="DB7531"/>
          </a:solidFill>
          <a:ln>
            <a:noFill/>
          </a:ln>
          <a:effectLst>
            <a:outerShdw blurRad="76200" dir="13500000" sy="23000" kx="1200000" algn="b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Slide Number Placeholder 5"/>
          <p:cNvSpPr>
            <a:spLocks noGrp="1"/>
          </p:cNvSpPr>
          <p:nvPr>
            <p:ph type="sldNum" sz="quarter" idx="4"/>
          </p:nvPr>
        </p:nvSpPr>
        <p:spPr>
          <a:xfrm>
            <a:off x="8534400" y="6248400"/>
            <a:ext cx="609600" cy="609600"/>
          </a:xfrm>
          <a:prstGeom prst="rect">
            <a:avLst/>
          </a:prstGeom>
        </p:spPr>
        <p:txBody>
          <a:bodyPr vert="horz" lIns="91440" tIns="45720" rIns="91440" bIns="45720" rtlCol="0" anchor="ctr"/>
          <a:lstStyle>
            <a:lvl1pPr algn="ctr">
              <a:defRPr sz="1200" b="1">
                <a:solidFill>
                  <a:srgbClr val="EEEBCA"/>
                </a:solidFill>
              </a:defRPr>
            </a:lvl1pPr>
          </a:lstStyle>
          <a:p>
            <a:fld id="{E1920792-1FFE-4123-96E7-9B6DC9FF0B06}"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fade/>
  </p:transition>
  <p:hf hdr="0" dt="0"/>
  <p:txStyles>
    <p:titleStyle>
      <a:lvl1pPr algn="l" defTabSz="914400" rtl="0" eaLnBrk="1" latinLnBrk="0" hangingPunct="1">
        <a:spcBef>
          <a:spcPct val="0"/>
        </a:spcBef>
        <a:buNone/>
        <a:defRPr sz="4000" b="1" kern="1200">
          <a:solidFill>
            <a:schemeClr val="accent4">
              <a:lumMod val="75000"/>
            </a:schemeClr>
          </a:solidFill>
          <a:latin typeface="+mj-lt"/>
          <a:ea typeface="+mj-ea"/>
          <a:cs typeface="Arial" pitchFamily="34" charset="0"/>
        </a:defRPr>
      </a:lvl1pPr>
    </p:titleStyle>
    <p:bodyStyle>
      <a:lvl1pPr marL="342900" indent="-342900" algn="l" defTabSz="914400" rtl="0" eaLnBrk="1" latinLnBrk="0" hangingPunct="1">
        <a:spcBef>
          <a:spcPct val="20000"/>
        </a:spcBef>
        <a:buClr>
          <a:schemeClr val="accent4">
            <a:lumMod val="75000"/>
          </a:schemeClr>
        </a:buClr>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Clr>
          <a:schemeClr val="accent4">
            <a:lumMod val="75000"/>
          </a:schemeClr>
        </a:buClr>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Clr>
          <a:schemeClr val="accent4">
            <a:lumMod val="75000"/>
          </a:schemeClr>
        </a:buClr>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Clr>
          <a:schemeClr val="accent4">
            <a:lumMod val="75000"/>
          </a:schemeClr>
        </a:buClr>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Clr>
          <a:schemeClr val="accent4">
            <a:lumMod val="75000"/>
          </a:schemeClr>
        </a:buClr>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92.xml"/><Relationship Id="rId1" Type="http://schemas.openxmlformats.org/officeDocument/2006/relationships/slideLayout" Target="../slideLayouts/slideLayout1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extLst>
              <p:ext uri="{D42A27DB-BD31-4B8C-83A1-F6EECF244321}">
                <p14:modId xmlns:p14="http://schemas.microsoft.com/office/powerpoint/2010/main" val="3388933177"/>
              </p:ext>
            </p:extLst>
          </p:nvPr>
        </p:nvGraphicFramePr>
        <p:xfrm>
          <a:off x="152400" y="1196752"/>
          <a:ext cx="8839200" cy="497544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2000"/>
                                  </p:stCondLst>
                                  <p:childTnLst>
                                    <p:set>
                                      <p:cBhvr>
                                        <p:cTn id="6" dur="1" fill="hold">
                                          <p:stCondLst>
                                            <p:cond delay="0"/>
                                          </p:stCondLst>
                                        </p:cTn>
                                        <p:tgtEl>
                                          <p:spTgt spid="7">
                                            <p:graphicEl>
                                              <a:dgm id="{9972E4C6-FDD6-4F32-8994-B9E0115268C3}"/>
                                            </p:graphicEl>
                                          </p:spTgt>
                                        </p:tgtEl>
                                        <p:attrNameLst>
                                          <p:attrName>style.visibility</p:attrName>
                                        </p:attrNameLst>
                                      </p:cBhvr>
                                      <p:to>
                                        <p:strVal val="visible"/>
                                      </p:to>
                                    </p:set>
                                    <p:animEffect transition="in" filter="dissolve">
                                      <p:cBhvr>
                                        <p:cTn id="7" dur="500"/>
                                        <p:tgtEl>
                                          <p:spTgt spid="7">
                                            <p:graphicEl>
                                              <a:dgm id="{9972E4C6-FDD6-4F32-8994-B9E0115268C3}"/>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Sub>
          <a:bldDgm bld="one"/>
        </p:bldSub>
      </p:bldGraphic>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extLst>
              <p:ext uri="{D42A27DB-BD31-4B8C-83A1-F6EECF244321}">
                <p14:modId xmlns:p14="http://schemas.microsoft.com/office/powerpoint/2010/main" val="4126830518"/>
              </p:ext>
            </p:extLst>
          </p:nvPr>
        </p:nvGraphicFramePr>
        <p:xfrm>
          <a:off x="152400" y="1196752"/>
          <a:ext cx="8839200" cy="497544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9510975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2000"/>
                                  </p:stCondLst>
                                  <p:childTnLst>
                                    <p:set>
                                      <p:cBhvr>
                                        <p:cTn id="6" dur="1" fill="hold">
                                          <p:stCondLst>
                                            <p:cond delay="0"/>
                                          </p:stCondLst>
                                        </p:cTn>
                                        <p:tgtEl>
                                          <p:spTgt spid="7">
                                            <p:graphicEl>
                                              <a:dgm id="{9972E4C6-FDD6-4F32-8994-B9E0115268C3}"/>
                                            </p:graphicEl>
                                          </p:spTgt>
                                        </p:tgtEl>
                                        <p:attrNameLst>
                                          <p:attrName>style.visibility</p:attrName>
                                        </p:attrNameLst>
                                      </p:cBhvr>
                                      <p:to>
                                        <p:strVal val="visible"/>
                                      </p:to>
                                    </p:set>
                                    <p:animEffect transition="in" filter="dissolve">
                                      <p:cBhvr>
                                        <p:cTn id="7" dur="500"/>
                                        <p:tgtEl>
                                          <p:spTgt spid="7">
                                            <p:graphicEl>
                                              <a:dgm id="{9972E4C6-FDD6-4F32-8994-B9E0115268C3}"/>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Sub>
          <a:bldDgm bld="one"/>
        </p:bldSub>
      </p:bldGraphic>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Objectives Overview</a:t>
            </a: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3719384691"/>
              </p:ext>
            </p:extLst>
          </p:nvPr>
        </p:nvGraphicFramePr>
        <p:xfrm>
          <a:off x="152400" y="1600200"/>
          <a:ext cx="8839200" cy="4648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 Placeholder 2"/>
          <p:cNvSpPr>
            <a:spLocks noGrp="1"/>
          </p:cNvSpPr>
          <p:nvPr>
            <p:ph type="body" sz="quarter" idx="13"/>
          </p:nvPr>
        </p:nvSpPr>
        <p:spPr/>
        <p:txBody>
          <a:bodyPr/>
          <a:lstStyle/>
          <a:p>
            <a:endParaRPr lang="en-GB"/>
          </a:p>
        </p:txBody>
      </p:sp>
    </p:spTree>
    <p:extLst>
      <p:ext uri="{BB962C8B-B14F-4D97-AF65-F5344CB8AC3E}">
        <p14:creationId xmlns:p14="http://schemas.microsoft.com/office/powerpoint/2010/main" val="165153966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2000"/>
                                  </p:stCondLst>
                                  <p:childTnLst>
                                    <p:set>
                                      <p:cBhvr>
                                        <p:cTn id="6" dur="1" fill="hold">
                                          <p:stCondLst>
                                            <p:cond delay="0"/>
                                          </p:stCondLst>
                                        </p:cTn>
                                        <p:tgtEl>
                                          <p:spTgt spid="7">
                                            <p:graphicEl>
                                              <a:dgm id="{E43CDCF3-D5B2-4556-A6FF-1FBA940E878F}"/>
                                            </p:graphicEl>
                                          </p:spTgt>
                                        </p:tgtEl>
                                        <p:attrNameLst>
                                          <p:attrName>style.visibility</p:attrName>
                                        </p:attrNameLst>
                                      </p:cBhvr>
                                      <p:to>
                                        <p:strVal val="visible"/>
                                      </p:to>
                                    </p:set>
                                    <p:animEffect transition="in" filter="dissolve">
                                      <p:cBhvr>
                                        <p:cTn id="7" dur="500"/>
                                        <p:tgtEl>
                                          <p:spTgt spid="7">
                                            <p:graphicEl>
                                              <a:dgm id="{E43CDCF3-D5B2-4556-A6FF-1FBA940E878F}"/>
                                            </p:graphicEl>
                                          </p:spTgt>
                                        </p:tgtEl>
                                      </p:cBhvr>
                                    </p:animEffect>
                                  </p:childTnLst>
                                </p:cTn>
                              </p:par>
                            </p:childTnLst>
                          </p:cTn>
                        </p:par>
                        <p:par>
                          <p:cTn id="8" fill="hold">
                            <p:stCondLst>
                              <p:cond delay="2500"/>
                            </p:stCondLst>
                            <p:childTnLst>
                              <p:par>
                                <p:cTn id="9" presetID="9" presetClass="entr" presetSubtype="0" fill="hold" grpId="0" nodeType="afterEffect">
                                  <p:stCondLst>
                                    <p:cond delay="2000"/>
                                  </p:stCondLst>
                                  <p:childTnLst>
                                    <p:set>
                                      <p:cBhvr>
                                        <p:cTn id="10" dur="1" fill="hold">
                                          <p:stCondLst>
                                            <p:cond delay="0"/>
                                          </p:stCondLst>
                                        </p:cTn>
                                        <p:tgtEl>
                                          <p:spTgt spid="7">
                                            <p:graphicEl>
                                              <a:dgm id="{08678D36-F832-48B7-8548-C43AEE1F6A43}"/>
                                            </p:graphicEl>
                                          </p:spTgt>
                                        </p:tgtEl>
                                        <p:attrNameLst>
                                          <p:attrName>style.visibility</p:attrName>
                                        </p:attrNameLst>
                                      </p:cBhvr>
                                      <p:to>
                                        <p:strVal val="visible"/>
                                      </p:to>
                                    </p:set>
                                    <p:animEffect transition="in" filter="dissolve">
                                      <p:cBhvr>
                                        <p:cTn id="11" dur="500"/>
                                        <p:tgtEl>
                                          <p:spTgt spid="7">
                                            <p:graphicEl>
                                              <a:dgm id="{08678D36-F832-48B7-8548-C43AEE1F6A43}"/>
                                            </p:graphicEl>
                                          </p:spTgt>
                                        </p:tgtEl>
                                      </p:cBhvr>
                                    </p:animEffect>
                                  </p:childTnLst>
                                </p:cTn>
                              </p:par>
                            </p:childTnLst>
                          </p:cTn>
                        </p:par>
                        <p:par>
                          <p:cTn id="12" fill="hold">
                            <p:stCondLst>
                              <p:cond delay="5000"/>
                            </p:stCondLst>
                            <p:childTnLst>
                              <p:par>
                                <p:cTn id="13" presetID="9" presetClass="entr" presetSubtype="0" fill="hold" grpId="0" nodeType="afterEffect">
                                  <p:stCondLst>
                                    <p:cond delay="2000"/>
                                  </p:stCondLst>
                                  <p:childTnLst>
                                    <p:set>
                                      <p:cBhvr>
                                        <p:cTn id="14" dur="1" fill="hold">
                                          <p:stCondLst>
                                            <p:cond delay="0"/>
                                          </p:stCondLst>
                                        </p:cTn>
                                        <p:tgtEl>
                                          <p:spTgt spid="7">
                                            <p:graphicEl>
                                              <a:dgm id="{D32AB574-D896-42B8-809A-74BD322B19E9}"/>
                                            </p:graphicEl>
                                          </p:spTgt>
                                        </p:tgtEl>
                                        <p:attrNameLst>
                                          <p:attrName>style.visibility</p:attrName>
                                        </p:attrNameLst>
                                      </p:cBhvr>
                                      <p:to>
                                        <p:strVal val="visible"/>
                                      </p:to>
                                    </p:set>
                                    <p:animEffect transition="in" filter="dissolve">
                                      <p:cBhvr>
                                        <p:cTn id="15" dur="500"/>
                                        <p:tgtEl>
                                          <p:spTgt spid="7">
                                            <p:graphicEl>
                                              <a:dgm id="{D32AB574-D896-42B8-809A-74BD322B19E9}"/>
                                            </p:graphicEl>
                                          </p:spTgt>
                                        </p:tgtEl>
                                      </p:cBhvr>
                                    </p:animEffect>
                                  </p:childTnLst>
                                </p:cTn>
                              </p:par>
                            </p:childTnLst>
                          </p:cTn>
                        </p:par>
                        <p:par>
                          <p:cTn id="16" fill="hold">
                            <p:stCondLst>
                              <p:cond delay="7500"/>
                            </p:stCondLst>
                            <p:childTnLst>
                              <p:par>
                                <p:cTn id="17" presetID="9" presetClass="entr" presetSubtype="0" fill="hold" grpId="0" nodeType="afterEffect">
                                  <p:stCondLst>
                                    <p:cond delay="2000"/>
                                  </p:stCondLst>
                                  <p:childTnLst>
                                    <p:set>
                                      <p:cBhvr>
                                        <p:cTn id="18" dur="1" fill="hold">
                                          <p:stCondLst>
                                            <p:cond delay="0"/>
                                          </p:stCondLst>
                                        </p:cTn>
                                        <p:tgtEl>
                                          <p:spTgt spid="7">
                                            <p:graphicEl>
                                              <a:dgm id="{126D987F-03E4-4E3A-BED9-08B6BA3A15AB}"/>
                                            </p:graphicEl>
                                          </p:spTgt>
                                        </p:tgtEl>
                                        <p:attrNameLst>
                                          <p:attrName>style.visibility</p:attrName>
                                        </p:attrNameLst>
                                      </p:cBhvr>
                                      <p:to>
                                        <p:strVal val="visible"/>
                                      </p:to>
                                    </p:set>
                                    <p:animEffect transition="in" filter="dissolve">
                                      <p:cBhvr>
                                        <p:cTn id="19" dur="500"/>
                                        <p:tgtEl>
                                          <p:spTgt spid="7">
                                            <p:graphicEl>
                                              <a:dgm id="{126D987F-03E4-4E3A-BED9-08B6BA3A15AB}"/>
                                            </p:graphicEl>
                                          </p:spTgt>
                                        </p:tgtEl>
                                      </p:cBhvr>
                                    </p:animEffect>
                                  </p:childTnLst>
                                </p:cTn>
                              </p:par>
                            </p:childTnLst>
                          </p:cTn>
                        </p:par>
                        <p:par>
                          <p:cTn id="20" fill="hold">
                            <p:stCondLst>
                              <p:cond delay="10000"/>
                            </p:stCondLst>
                            <p:childTnLst>
                              <p:par>
                                <p:cTn id="21" presetID="9" presetClass="entr" presetSubtype="0" fill="hold" grpId="0" nodeType="afterEffect">
                                  <p:stCondLst>
                                    <p:cond delay="2000"/>
                                  </p:stCondLst>
                                  <p:childTnLst>
                                    <p:set>
                                      <p:cBhvr>
                                        <p:cTn id="22" dur="1" fill="hold">
                                          <p:stCondLst>
                                            <p:cond delay="0"/>
                                          </p:stCondLst>
                                        </p:cTn>
                                        <p:tgtEl>
                                          <p:spTgt spid="7">
                                            <p:graphicEl>
                                              <a:dgm id="{A0EFA616-1553-4077-9D32-88AE20AC0552}"/>
                                            </p:graphicEl>
                                          </p:spTgt>
                                        </p:tgtEl>
                                        <p:attrNameLst>
                                          <p:attrName>style.visibility</p:attrName>
                                        </p:attrNameLst>
                                      </p:cBhvr>
                                      <p:to>
                                        <p:strVal val="visible"/>
                                      </p:to>
                                    </p:set>
                                    <p:animEffect transition="in" filter="dissolve">
                                      <p:cBhvr>
                                        <p:cTn id="23" dur="500"/>
                                        <p:tgtEl>
                                          <p:spTgt spid="7">
                                            <p:graphicEl>
                                              <a:dgm id="{A0EFA616-1553-4077-9D32-88AE20AC0552}"/>
                                            </p:graphicEl>
                                          </p:spTgt>
                                        </p:tgtEl>
                                      </p:cBhvr>
                                    </p:animEffect>
                                  </p:childTnLst>
                                </p:cTn>
                              </p:par>
                            </p:childTnLst>
                          </p:cTn>
                        </p:par>
                        <p:par>
                          <p:cTn id="24" fill="hold">
                            <p:stCondLst>
                              <p:cond delay="12500"/>
                            </p:stCondLst>
                            <p:childTnLst>
                              <p:par>
                                <p:cTn id="25" presetID="9" presetClass="entr" presetSubtype="0" fill="hold" grpId="0" nodeType="afterEffect">
                                  <p:stCondLst>
                                    <p:cond delay="2000"/>
                                  </p:stCondLst>
                                  <p:childTnLst>
                                    <p:set>
                                      <p:cBhvr>
                                        <p:cTn id="26" dur="1" fill="hold">
                                          <p:stCondLst>
                                            <p:cond delay="0"/>
                                          </p:stCondLst>
                                        </p:cTn>
                                        <p:tgtEl>
                                          <p:spTgt spid="7">
                                            <p:graphicEl>
                                              <a:dgm id="{D944875E-4200-44D3-9F4D-D995865E5F68}"/>
                                            </p:graphicEl>
                                          </p:spTgt>
                                        </p:tgtEl>
                                        <p:attrNameLst>
                                          <p:attrName>style.visibility</p:attrName>
                                        </p:attrNameLst>
                                      </p:cBhvr>
                                      <p:to>
                                        <p:strVal val="visible"/>
                                      </p:to>
                                    </p:set>
                                    <p:animEffect transition="in" filter="dissolve">
                                      <p:cBhvr>
                                        <p:cTn id="27" dur="500"/>
                                        <p:tgtEl>
                                          <p:spTgt spid="7">
                                            <p:graphicEl>
                                              <a:dgm id="{D944875E-4200-44D3-9F4D-D995865E5F68}"/>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Sub>
          <a:bldDgm bld="one"/>
        </p:bldSub>
      </p:bldGraphic>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Objectives Overview</a:t>
            </a: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1798713039"/>
              </p:ext>
            </p:extLst>
          </p:nvPr>
        </p:nvGraphicFramePr>
        <p:xfrm>
          <a:off x="152400" y="1600200"/>
          <a:ext cx="8839200" cy="4648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 Placeholder 2"/>
          <p:cNvSpPr>
            <a:spLocks noGrp="1"/>
          </p:cNvSpPr>
          <p:nvPr>
            <p:ph type="body" sz="quarter" idx="13"/>
          </p:nvPr>
        </p:nvSpPr>
        <p:spPr/>
        <p:txBody>
          <a:bodyPr/>
          <a:lstStyle/>
          <a:p>
            <a:endParaRPr lang="en-GB"/>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2000"/>
                                  </p:stCondLst>
                                  <p:childTnLst>
                                    <p:set>
                                      <p:cBhvr>
                                        <p:cTn id="6" dur="1" fill="hold">
                                          <p:stCondLst>
                                            <p:cond delay="0"/>
                                          </p:stCondLst>
                                        </p:cTn>
                                        <p:tgtEl>
                                          <p:spTgt spid="7">
                                            <p:graphicEl>
                                              <a:dgm id="{2C05064A-AF3B-4300-BA44-77588901B427}"/>
                                            </p:graphicEl>
                                          </p:spTgt>
                                        </p:tgtEl>
                                        <p:attrNameLst>
                                          <p:attrName>style.visibility</p:attrName>
                                        </p:attrNameLst>
                                      </p:cBhvr>
                                      <p:to>
                                        <p:strVal val="visible"/>
                                      </p:to>
                                    </p:set>
                                    <p:animEffect transition="in" filter="dissolve">
                                      <p:cBhvr>
                                        <p:cTn id="7" dur="500"/>
                                        <p:tgtEl>
                                          <p:spTgt spid="7">
                                            <p:graphicEl>
                                              <a:dgm id="{2C05064A-AF3B-4300-BA44-77588901B427}"/>
                                            </p:graphicEl>
                                          </p:spTgt>
                                        </p:tgtEl>
                                      </p:cBhvr>
                                    </p:animEffect>
                                  </p:childTnLst>
                                </p:cTn>
                              </p:par>
                            </p:childTnLst>
                          </p:cTn>
                        </p:par>
                        <p:par>
                          <p:cTn id="8" fill="hold">
                            <p:stCondLst>
                              <p:cond delay="2500"/>
                            </p:stCondLst>
                            <p:childTnLst>
                              <p:par>
                                <p:cTn id="9" presetID="9" presetClass="entr" presetSubtype="0" fill="hold" grpId="0" nodeType="afterEffect">
                                  <p:stCondLst>
                                    <p:cond delay="2000"/>
                                  </p:stCondLst>
                                  <p:childTnLst>
                                    <p:set>
                                      <p:cBhvr>
                                        <p:cTn id="10" dur="1" fill="hold">
                                          <p:stCondLst>
                                            <p:cond delay="0"/>
                                          </p:stCondLst>
                                        </p:cTn>
                                        <p:tgtEl>
                                          <p:spTgt spid="7">
                                            <p:graphicEl>
                                              <a:dgm id="{78E50E59-2D61-469F-90EB-61D50540AF76}"/>
                                            </p:graphicEl>
                                          </p:spTgt>
                                        </p:tgtEl>
                                        <p:attrNameLst>
                                          <p:attrName>style.visibility</p:attrName>
                                        </p:attrNameLst>
                                      </p:cBhvr>
                                      <p:to>
                                        <p:strVal val="visible"/>
                                      </p:to>
                                    </p:set>
                                    <p:animEffect transition="in" filter="dissolve">
                                      <p:cBhvr>
                                        <p:cTn id="11" dur="500"/>
                                        <p:tgtEl>
                                          <p:spTgt spid="7">
                                            <p:graphicEl>
                                              <a:dgm id="{78E50E59-2D61-469F-90EB-61D50540AF76}"/>
                                            </p:graphicEl>
                                          </p:spTgt>
                                        </p:tgtEl>
                                      </p:cBhvr>
                                    </p:animEffect>
                                  </p:childTnLst>
                                </p:cTn>
                              </p:par>
                            </p:childTnLst>
                          </p:cTn>
                        </p:par>
                        <p:par>
                          <p:cTn id="12" fill="hold">
                            <p:stCondLst>
                              <p:cond delay="5000"/>
                            </p:stCondLst>
                            <p:childTnLst>
                              <p:par>
                                <p:cTn id="13" presetID="9" presetClass="entr" presetSubtype="0" fill="hold" grpId="0" nodeType="afterEffect">
                                  <p:stCondLst>
                                    <p:cond delay="2000"/>
                                  </p:stCondLst>
                                  <p:childTnLst>
                                    <p:set>
                                      <p:cBhvr>
                                        <p:cTn id="14" dur="1" fill="hold">
                                          <p:stCondLst>
                                            <p:cond delay="0"/>
                                          </p:stCondLst>
                                        </p:cTn>
                                        <p:tgtEl>
                                          <p:spTgt spid="7">
                                            <p:graphicEl>
                                              <a:dgm id="{CA6D4895-767A-41FC-AA1D-E44C43383021}"/>
                                            </p:graphicEl>
                                          </p:spTgt>
                                        </p:tgtEl>
                                        <p:attrNameLst>
                                          <p:attrName>style.visibility</p:attrName>
                                        </p:attrNameLst>
                                      </p:cBhvr>
                                      <p:to>
                                        <p:strVal val="visible"/>
                                      </p:to>
                                    </p:set>
                                    <p:animEffect transition="in" filter="dissolve">
                                      <p:cBhvr>
                                        <p:cTn id="15" dur="500"/>
                                        <p:tgtEl>
                                          <p:spTgt spid="7">
                                            <p:graphicEl>
                                              <a:dgm id="{CA6D4895-767A-41FC-AA1D-E44C43383021}"/>
                                            </p:graphicEl>
                                          </p:spTgt>
                                        </p:tgtEl>
                                      </p:cBhvr>
                                    </p:animEffect>
                                  </p:childTnLst>
                                </p:cTn>
                              </p:par>
                            </p:childTnLst>
                          </p:cTn>
                        </p:par>
                        <p:par>
                          <p:cTn id="16" fill="hold">
                            <p:stCondLst>
                              <p:cond delay="7500"/>
                            </p:stCondLst>
                            <p:childTnLst>
                              <p:par>
                                <p:cTn id="17" presetID="9" presetClass="entr" presetSubtype="0" fill="hold" grpId="0" nodeType="afterEffect">
                                  <p:stCondLst>
                                    <p:cond delay="2000"/>
                                  </p:stCondLst>
                                  <p:childTnLst>
                                    <p:set>
                                      <p:cBhvr>
                                        <p:cTn id="18" dur="1" fill="hold">
                                          <p:stCondLst>
                                            <p:cond delay="0"/>
                                          </p:stCondLst>
                                        </p:cTn>
                                        <p:tgtEl>
                                          <p:spTgt spid="7">
                                            <p:graphicEl>
                                              <a:dgm id="{6CE1FDA2-9B33-4C87-8A66-B5121E5141DD}"/>
                                            </p:graphicEl>
                                          </p:spTgt>
                                        </p:tgtEl>
                                        <p:attrNameLst>
                                          <p:attrName>style.visibility</p:attrName>
                                        </p:attrNameLst>
                                      </p:cBhvr>
                                      <p:to>
                                        <p:strVal val="visible"/>
                                      </p:to>
                                    </p:set>
                                    <p:animEffect transition="in" filter="dissolve">
                                      <p:cBhvr>
                                        <p:cTn id="19" dur="500"/>
                                        <p:tgtEl>
                                          <p:spTgt spid="7">
                                            <p:graphicEl>
                                              <a:dgm id="{6CE1FDA2-9B33-4C87-8A66-B5121E5141DD}"/>
                                            </p:graphicEl>
                                          </p:spTgt>
                                        </p:tgtEl>
                                      </p:cBhvr>
                                    </p:animEffect>
                                  </p:childTnLst>
                                </p:cTn>
                              </p:par>
                            </p:childTnLst>
                          </p:cTn>
                        </p:par>
                        <p:par>
                          <p:cTn id="20" fill="hold">
                            <p:stCondLst>
                              <p:cond delay="10000"/>
                            </p:stCondLst>
                            <p:childTnLst>
                              <p:par>
                                <p:cTn id="21" presetID="9" presetClass="entr" presetSubtype="0" fill="hold" grpId="0" nodeType="afterEffect">
                                  <p:stCondLst>
                                    <p:cond delay="2000"/>
                                  </p:stCondLst>
                                  <p:childTnLst>
                                    <p:set>
                                      <p:cBhvr>
                                        <p:cTn id="22" dur="1" fill="hold">
                                          <p:stCondLst>
                                            <p:cond delay="0"/>
                                          </p:stCondLst>
                                        </p:cTn>
                                        <p:tgtEl>
                                          <p:spTgt spid="7">
                                            <p:graphicEl>
                                              <a:dgm id="{A3CFB6C1-AB2E-4C26-9483-C7BA772609A7}"/>
                                            </p:graphicEl>
                                          </p:spTgt>
                                        </p:tgtEl>
                                        <p:attrNameLst>
                                          <p:attrName>style.visibility</p:attrName>
                                        </p:attrNameLst>
                                      </p:cBhvr>
                                      <p:to>
                                        <p:strVal val="visible"/>
                                      </p:to>
                                    </p:set>
                                    <p:animEffect transition="in" filter="dissolve">
                                      <p:cBhvr>
                                        <p:cTn id="23" dur="500"/>
                                        <p:tgtEl>
                                          <p:spTgt spid="7">
                                            <p:graphicEl>
                                              <a:dgm id="{A3CFB6C1-AB2E-4C26-9483-C7BA772609A7}"/>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Sub>
          <a:bldDgm bld="one"/>
        </p:bldSub>
      </p:bldGraphic>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980728"/>
          </a:xfrm>
        </p:spPr>
        <p:txBody>
          <a:bodyPr/>
          <a:lstStyle/>
          <a:p>
            <a:pPr algn="ctr"/>
            <a:r>
              <a:rPr lang="en-GB" dirty="0"/>
              <a:t>Insert Text in Word 2010</a:t>
            </a:r>
            <a:endParaRPr lang="en-US" dirty="0"/>
          </a:p>
        </p:txBody>
      </p:sp>
      <p:sp>
        <p:nvSpPr>
          <p:cNvPr id="3" name="Content Placeholder 2"/>
          <p:cNvSpPr>
            <a:spLocks noGrp="1"/>
          </p:cNvSpPr>
          <p:nvPr>
            <p:ph idx="1"/>
          </p:nvPr>
        </p:nvSpPr>
        <p:spPr>
          <a:xfrm>
            <a:off x="152400" y="1052736"/>
            <a:ext cx="8839200" cy="5348064"/>
          </a:xfrm>
        </p:spPr>
        <p:txBody>
          <a:bodyPr>
            <a:normAutofit/>
          </a:bodyPr>
          <a:lstStyle/>
          <a:p>
            <a:pPr marL="0" indent="0" algn="just">
              <a:buNone/>
            </a:pPr>
            <a:r>
              <a:rPr lang="en-US" dirty="0" smtClean="0">
                <a:solidFill>
                  <a:srgbClr val="FF0000"/>
                </a:solidFill>
              </a:rPr>
              <a:t> </a:t>
            </a:r>
            <a:r>
              <a:rPr lang="en-GB" dirty="0"/>
              <a:t>Microsoft Word provides </a:t>
            </a:r>
            <a:r>
              <a:rPr lang="en-GB" b="1" dirty="0" smtClean="0"/>
              <a:t>two(2)</a:t>
            </a:r>
            <a:r>
              <a:rPr lang="en-GB" dirty="0" smtClean="0"/>
              <a:t> </a:t>
            </a:r>
            <a:r>
              <a:rPr lang="en-GB" dirty="0"/>
              <a:t>ways to insert text in </a:t>
            </a:r>
            <a:r>
              <a:rPr lang="en-GB" b="1" dirty="0"/>
              <a:t>existing </a:t>
            </a:r>
            <a:r>
              <a:rPr lang="en-GB" b="1" dirty="0" smtClean="0"/>
              <a:t>text</a:t>
            </a:r>
            <a:r>
              <a:rPr lang="en-GB" dirty="0" smtClean="0"/>
              <a:t>. They are</a:t>
            </a:r>
          </a:p>
          <a:p>
            <a:pPr marL="0" indent="0" algn="just">
              <a:buNone/>
            </a:pPr>
            <a:endParaRPr lang="en-GB" dirty="0">
              <a:solidFill>
                <a:srgbClr val="FF0000"/>
              </a:solidFill>
            </a:endParaRPr>
          </a:p>
          <a:p>
            <a:pPr algn="just"/>
            <a:r>
              <a:rPr lang="en-US" sz="3600" dirty="0">
                <a:solidFill>
                  <a:srgbClr val="FF0000"/>
                </a:solidFill>
              </a:rPr>
              <a:t>Insert and Add </a:t>
            </a:r>
            <a:r>
              <a:rPr lang="en-US" sz="3600" dirty="0" smtClean="0">
                <a:solidFill>
                  <a:srgbClr val="FF0000"/>
                </a:solidFill>
              </a:rPr>
              <a:t>Text</a:t>
            </a:r>
          </a:p>
          <a:p>
            <a:pPr algn="just"/>
            <a:endParaRPr lang="en-US" sz="3600" dirty="0">
              <a:solidFill>
                <a:srgbClr val="FF0000"/>
              </a:solidFill>
            </a:endParaRPr>
          </a:p>
          <a:p>
            <a:pPr algn="just"/>
            <a:r>
              <a:rPr lang="en-US" sz="3600" dirty="0">
                <a:solidFill>
                  <a:srgbClr val="FF0000"/>
                </a:solidFill>
              </a:rPr>
              <a:t>Insert and Replace Text</a:t>
            </a:r>
            <a:endParaRPr lang="en-US" sz="3600" dirty="0">
              <a:solidFill>
                <a:srgbClr val="FF0000"/>
              </a:solidFill>
            </a:endParaRPr>
          </a:p>
        </p:txBody>
      </p:sp>
      <p:sp>
        <p:nvSpPr>
          <p:cNvPr id="8" name="Text Placeholder 7"/>
          <p:cNvSpPr>
            <a:spLocks noGrp="1"/>
          </p:cNvSpPr>
          <p:nvPr>
            <p:ph type="body" sz="quarter" idx="13"/>
          </p:nvPr>
        </p:nvSpPr>
        <p:spPr/>
        <p:txBody>
          <a:bodyPr/>
          <a:lstStyle/>
          <a:p>
            <a:endParaRPr lang="en-GB"/>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200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left)">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200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wipe(left)">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33895"/>
            <a:ext cx="8839200" cy="684312"/>
          </a:xfrm>
        </p:spPr>
        <p:txBody>
          <a:bodyPr>
            <a:normAutofit fontScale="90000"/>
          </a:bodyPr>
          <a:lstStyle/>
          <a:p>
            <a:pPr algn="ctr"/>
            <a:r>
              <a:rPr lang="en-US" dirty="0"/>
              <a:t>Insert and Add Text</a:t>
            </a:r>
            <a:endParaRPr lang="en-US" dirty="0"/>
          </a:p>
        </p:txBody>
      </p:sp>
      <p:sp>
        <p:nvSpPr>
          <p:cNvPr id="3" name="Content Placeholder 2"/>
          <p:cNvSpPr>
            <a:spLocks noGrp="1"/>
          </p:cNvSpPr>
          <p:nvPr>
            <p:ph idx="1"/>
          </p:nvPr>
        </p:nvSpPr>
        <p:spPr>
          <a:xfrm>
            <a:off x="0" y="692696"/>
            <a:ext cx="9144000" cy="6165304"/>
          </a:xfrm>
        </p:spPr>
        <p:txBody>
          <a:bodyPr>
            <a:normAutofit/>
          </a:bodyPr>
          <a:lstStyle/>
          <a:p>
            <a:pPr algn="ctr">
              <a:buNone/>
            </a:pPr>
            <a:r>
              <a:rPr lang="en-US" b="1" dirty="0" smtClean="0">
                <a:solidFill>
                  <a:srgbClr val="FF0000"/>
                </a:solidFill>
              </a:rPr>
              <a:t> </a:t>
            </a:r>
            <a:r>
              <a:rPr lang="en-GB" b="1" dirty="0">
                <a:solidFill>
                  <a:srgbClr val="FF0000"/>
                </a:solidFill>
              </a:rPr>
              <a:t>Step 1</a:t>
            </a:r>
            <a:r>
              <a:rPr lang="en-GB" dirty="0"/>
              <a:t> </a:t>
            </a:r>
            <a:endParaRPr lang="en-GB" dirty="0" smtClean="0"/>
          </a:p>
          <a:p>
            <a:pPr algn="just">
              <a:buNone/>
            </a:pPr>
            <a:endParaRPr lang="en-GB" dirty="0"/>
          </a:p>
          <a:p>
            <a:pPr algn="just"/>
            <a:r>
              <a:rPr lang="en-GB" dirty="0" smtClean="0"/>
              <a:t>To </a:t>
            </a:r>
            <a:r>
              <a:rPr lang="en-GB" dirty="0"/>
              <a:t>begin with, let us create some sample text. </a:t>
            </a:r>
            <a:endParaRPr lang="en-GB" dirty="0" smtClean="0"/>
          </a:p>
          <a:p>
            <a:pPr algn="just"/>
            <a:endParaRPr lang="en-GB" dirty="0"/>
          </a:p>
          <a:p>
            <a:pPr algn="just"/>
            <a:r>
              <a:rPr lang="en-GB" dirty="0" smtClean="0"/>
              <a:t>To </a:t>
            </a:r>
            <a:r>
              <a:rPr lang="en-GB" dirty="0"/>
              <a:t>create a sample text, </a:t>
            </a:r>
            <a:r>
              <a:rPr lang="en-GB" dirty="0" smtClean="0"/>
              <a:t>there </a:t>
            </a:r>
            <a:r>
              <a:rPr lang="en-GB" dirty="0"/>
              <a:t>is a short cut </a:t>
            </a:r>
            <a:r>
              <a:rPr lang="en-GB" dirty="0" smtClean="0"/>
              <a:t>available.</a:t>
            </a:r>
          </a:p>
          <a:p>
            <a:pPr algn="just"/>
            <a:endParaRPr lang="en-GB" dirty="0"/>
          </a:p>
          <a:p>
            <a:pPr algn="just"/>
            <a:r>
              <a:rPr lang="en-GB" dirty="0" smtClean="0"/>
              <a:t>Open </a:t>
            </a:r>
            <a:r>
              <a:rPr lang="en-GB" dirty="0"/>
              <a:t>a new document and type </a:t>
            </a:r>
            <a:r>
              <a:rPr lang="en-GB" b="1" dirty="0">
                <a:solidFill>
                  <a:srgbClr val="FF0000"/>
                </a:solidFill>
              </a:rPr>
              <a:t>=rand() </a:t>
            </a:r>
            <a:r>
              <a:rPr lang="en-GB" dirty="0"/>
              <a:t>and </a:t>
            </a:r>
            <a:r>
              <a:rPr lang="en-GB" dirty="0" smtClean="0"/>
              <a:t>press Enter</a:t>
            </a:r>
            <a:r>
              <a:rPr lang="en-GB" dirty="0"/>
              <a:t>.</a:t>
            </a:r>
            <a:endParaRPr lang="en-US" dirty="0">
              <a:solidFill>
                <a:srgbClr val="FF0000"/>
              </a:solidFill>
            </a:endParaRPr>
          </a:p>
        </p:txBody>
      </p:sp>
    </p:spTree>
    <p:extLst>
      <p:ext uri="{BB962C8B-B14F-4D97-AF65-F5344CB8AC3E}">
        <p14:creationId xmlns:p14="http://schemas.microsoft.com/office/powerpoint/2010/main" val="302433267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2500"/>
                            </p:stCondLst>
                            <p:childTnLst>
                              <p:par>
                                <p:cTn id="9" presetID="22" presetClass="entr" presetSubtype="8" fill="hold" grpId="0" nodeType="afterEffect">
                                  <p:stCondLst>
                                    <p:cond delay="2000"/>
                                  </p:stCondLst>
                                  <p:childTnLst>
                                    <p:set>
                                      <p:cBhvr>
                                        <p:cTn id="10" dur="1" fill="hold">
                                          <p:stCondLst>
                                            <p:cond delay="0"/>
                                          </p:stCondLst>
                                        </p:cTn>
                                        <p:tgtEl>
                                          <p:spTgt spid="3">
                                            <p:txEl>
                                              <p:pRg st="2" end="2"/>
                                            </p:txEl>
                                          </p:spTgt>
                                        </p:tgtEl>
                                        <p:attrNameLst>
                                          <p:attrName>style.visibility</p:attrName>
                                        </p:attrNameLst>
                                      </p:cBhvr>
                                      <p:to>
                                        <p:strVal val="visible"/>
                                      </p:to>
                                    </p:set>
                                    <p:animEffect transition="in" filter="wipe(left)">
                                      <p:cBhvr>
                                        <p:cTn id="11" dur="500"/>
                                        <p:tgtEl>
                                          <p:spTgt spid="3">
                                            <p:txEl>
                                              <p:pRg st="2" end="2"/>
                                            </p:txEl>
                                          </p:spTgt>
                                        </p:tgtEl>
                                      </p:cBhvr>
                                    </p:animEffect>
                                  </p:childTnLst>
                                </p:cTn>
                              </p:par>
                            </p:childTnLst>
                          </p:cTn>
                        </p:par>
                        <p:par>
                          <p:cTn id="12" fill="hold">
                            <p:stCondLst>
                              <p:cond delay="5000"/>
                            </p:stCondLst>
                            <p:childTnLst>
                              <p:par>
                                <p:cTn id="13" presetID="22" presetClass="entr" presetSubtype="8" fill="hold" grpId="0" nodeType="afterEffect">
                                  <p:stCondLst>
                                    <p:cond delay="200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wipe(left)">
                                      <p:cBhvr>
                                        <p:cTn id="15" dur="500"/>
                                        <p:tgtEl>
                                          <p:spTgt spid="3">
                                            <p:txEl>
                                              <p:pRg st="4" end="4"/>
                                            </p:txEl>
                                          </p:spTgt>
                                        </p:tgtEl>
                                      </p:cBhvr>
                                    </p:animEffect>
                                  </p:childTnLst>
                                </p:cTn>
                              </p:par>
                            </p:childTnLst>
                          </p:cTn>
                        </p:par>
                        <p:par>
                          <p:cTn id="16" fill="hold">
                            <p:stCondLst>
                              <p:cond delay="7500"/>
                            </p:stCondLst>
                            <p:childTnLst>
                              <p:par>
                                <p:cTn id="17" presetID="22" presetClass="entr" presetSubtype="8" fill="hold" grpId="0" nodeType="afterEffect">
                                  <p:stCondLst>
                                    <p:cond delay="2000"/>
                                  </p:stCondLst>
                                  <p:childTnLst>
                                    <p:set>
                                      <p:cBhvr>
                                        <p:cTn id="18" dur="1" fill="hold">
                                          <p:stCondLst>
                                            <p:cond delay="0"/>
                                          </p:stCondLst>
                                        </p:cTn>
                                        <p:tgtEl>
                                          <p:spTgt spid="3">
                                            <p:txEl>
                                              <p:pRg st="6" end="6"/>
                                            </p:txEl>
                                          </p:spTgt>
                                        </p:tgtEl>
                                        <p:attrNameLst>
                                          <p:attrName>style.visibility</p:attrName>
                                        </p:attrNameLst>
                                      </p:cBhvr>
                                      <p:to>
                                        <p:strVal val="visible"/>
                                      </p:to>
                                    </p:set>
                                    <p:animEffect transition="in" filter="wipe(left)">
                                      <p:cBhvr>
                                        <p:cTn id="19"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33895"/>
            <a:ext cx="8839200" cy="684312"/>
          </a:xfrm>
        </p:spPr>
        <p:txBody>
          <a:bodyPr>
            <a:normAutofit fontScale="90000"/>
          </a:bodyPr>
          <a:lstStyle/>
          <a:p>
            <a:pPr algn="ctr"/>
            <a:r>
              <a:rPr lang="en-US" dirty="0"/>
              <a:t>Insert and Add Text</a:t>
            </a:r>
            <a:endParaRPr lang="en-US" dirty="0"/>
          </a:p>
        </p:txBody>
      </p:sp>
      <p:sp>
        <p:nvSpPr>
          <p:cNvPr id="3" name="Content Placeholder 2"/>
          <p:cNvSpPr>
            <a:spLocks noGrp="1"/>
          </p:cNvSpPr>
          <p:nvPr>
            <p:ph idx="1"/>
          </p:nvPr>
        </p:nvSpPr>
        <p:spPr>
          <a:xfrm>
            <a:off x="0" y="667268"/>
            <a:ext cx="9144000" cy="6165304"/>
          </a:xfrm>
        </p:spPr>
        <p:txBody>
          <a:bodyPr>
            <a:normAutofit/>
          </a:bodyPr>
          <a:lstStyle/>
          <a:p>
            <a:pPr algn="just">
              <a:buNone/>
            </a:pPr>
            <a:endParaRPr lang="en-GB" dirty="0"/>
          </a:p>
          <a:p>
            <a:pPr algn="just"/>
            <a:r>
              <a:rPr lang="en-GB" dirty="0"/>
              <a:t>Word will </a:t>
            </a:r>
            <a:r>
              <a:rPr lang="en-GB" dirty="0" smtClean="0"/>
              <a:t>create </a:t>
            </a:r>
            <a:r>
              <a:rPr lang="en-GB" dirty="0"/>
              <a:t>the following content for </a:t>
            </a:r>
            <a:r>
              <a:rPr lang="en-GB" dirty="0" smtClean="0"/>
              <a:t>you. </a:t>
            </a:r>
          </a:p>
          <a:p>
            <a:pPr marL="0" indent="0" algn="just">
              <a:buNone/>
            </a:pPr>
            <a:endParaRPr lang="en-GB" dirty="0">
              <a:solidFill>
                <a:srgbClr val="FF0000"/>
              </a:solidFill>
            </a:endParaRPr>
          </a:p>
          <a:p>
            <a:pPr marL="0" indent="0" algn="just">
              <a:buNone/>
            </a:pPr>
            <a:endParaRPr lang="en-US" dirty="0">
              <a:solidFill>
                <a:srgbClr val="FF0000"/>
              </a:solidFill>
            </a:endParaRPr>
          </a:p>
        </p:txBody>
      </p:sp>
      <p:pic>
        <p:nvPicPr>
          <p:cNvPr id="2050" name="Picture 2" descr="C:\Users\UCCSMS1\Desktop\images\word_sample_text.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3608" y="1916832"/>
            <a:ext cx="7272808" cy="4714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7486539"/>
      </p:ext>
    </p:extLst>
  </p:cSld>
  <p:clrMapOvr>
    <a:masterClrMapping/>
  </p:clrMapOvr>
  <p:transition>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701" y="-28135"/>
            <a:ext cx="8839200" cy="684312"/>
          </a:xfrm>
        </p:spPr>
        <p:txBody>
          <a:bodyPr>
            <a:normAutofit fontScale="90000"/>
          </a:bodyPr>
          <a:lstStyle/>
          <a:p>
            <a:pPr algn="ctr"/>
            <a:r>
              <a:rPr lang="en-US" dirty="0"/>
              <a:t>Insert and Add Text</a:t>
            </a:r>
            <a:endParaRPr lang="en-US" dirty="0"/>
          </a:p>
        </p:txBody>
      </p:sp>
      <p:sp>
        <p:nvSpPr>
          <p:cNvPr id="3" name="Content Placeholder 2"/>
          <p:cNvSpPr>
            <a:spLocks noGrp="1"/>
          </p:cNvSpPr>
          <p:nvPr>
            <p:ph idx="1"/>
          </p:nvPr>
        </p:nvSpPr>
        <p:spPr>
          <a:xfrm>
            <a:off x="0" y="620688"/>
            <a:ext cx="9144000" cy="6237312"/>
          </a:xfrm>
        </p:spPr>
        <p:txBody>
          <a:bodyPr>
            <a:normAutofit/>
          </a:bodyPr>
          <a:lstStyle/>
          <a:p>
            <a:pPr algn="ctr">
              <a:buNone/>
            </a:pPr>
            <a:r>
              <a:rPr lang="en-US" b="1" dirty="0" smtClean="0">
                <a:solidFill>
                  <a:srgbClr val="FF0000"/>
                </a:solidFill>
              </a:rPr>
              <a:t> </a:t>
            </a:r>
            <a:r>
              <a:rPr lang="en-GB" b="1" dirty="0">
                <a:solidFill>
                  <a:srgbClr val="FF0000"/>
                </a:solidFill>
              </a:rPr>
              <a:t>Step </a:t>
            </a:r>
            <a:r>
              <a:rPr lang="en-GB" b="1" dirty="0" smtClean="0">
                <a:solidFill>
                  <a:srgbClr val="FF0000"/>
                </a:solidFill>
              </a:rPr>
              <a:t>2</a:t>
            </a:r>
            <a:r>
              <a:rPr lang="en-GB" dirty="0" smtClean="0"/>
              <a:t> </a:t>
            </a:r>
          </a:p>
          <a:p>
            <a:pPr algn="just"/>
            <a:r>
              <a:rPr lang="en-GB" dirty="0" smtClean="0"/>
              <a:t>Click </a:t>
            </a:r>
            <a:r>
              <a:rPr lang="en-GB" dirty="0"/>
              <a:t>the </a:t>
            </a:r>
            <a:r>
              <a:rPr lang="en-GB" b="1" dirty="0"/>
              <a:t>location</a:t>
            </a:r>
            <a:r>
              <a:rPr lang="en-GB" dirty="0"/>
              <a:t> where you wish to </a:t>
            </a:r>
            <a:r>
              <a:rPr lang="en-GB" b="1" dirty="0"/>
              <a:t>insert text</a:t>
            </a:r>
            <a:r>
              <a:rPr lang="en-GB" dirty="0"/>
              <a:t>; </a:t>
            </a:r>
            <a:endParaRPr lang="en-GB" dirty="0" smtClean="0"/>
          </a:p>
          <a:p>
            <a:pPr algn="just"/>
            <a:r>
              <a:rPr lang="en-GB" dirty="0" smtClean="0"/>
              <a:t>you </a:t>
            </a:r>
            <a:r>
              <a:rPr lang="en-GB" dirty="0"/>
              <a:t>can also use the </a:t>
            </a:r>
            <a:r>
              <a:rPr lang="en-GB" b="1" dirty="0"/>
              <a:t>keyboard arrows </a:t>
            </a:r>
            <a:r>
              <a:rPr lang="en-GB" dirty="0"/>
              <a:t>to locate the place where the text needs to be inserted.</a:t>
            </a:r>
          </a:p>
          <a:p>
            <a:pPr marL="0" indent="0" algn="just">
              <a:buNone/>
            </a:pPr>
            <a:endParaRPr lang="en-US" dirty="0">
              <a:solidFill>
                <a:srgbClr val="FF0000"/>
              </a:solidFill>
            </a:endParaRPr>
          </a:p>
        </p:txBody>
      </p:sp>
      <p:pic>
        <p:nvPicPr>
          <p:cNvPr id="1026" name="Picture 2" descr="C:\Users\UCCSMS1\Desktop\position_selection.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9593" y="2924944"/>
            <a:ext cx="7265416" cy="374441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2500"/>
                            </p:stCondLst>
                            <p:childTnLst>
                              <p:par>
                                <p:cTn id="9" presetID="22" presetClass="entr" presetSubtype="8" fill="hold" grpId="0" nodeType="afterEffect">
                                  <p:stCondLst>
                                    <p:cond delay="200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5000"/>
                            </p:stCondLst>
                            <p:childTnLst>
                              <p:par>
                                <p:cTn id="13" presetID="22" presetClass="entr" presetSubtype="8" fill="hold" grpId="0" nodeType="afterEffect">
                                  <p:stCondLst>
                                    <p:cond delay="200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33895"/>
            <a:ext cx="8839200" cy="684312"/>
          </a:xfrm>
        </p:spPr>
        <p:txBody>
          <a:bodyPr>
            <a:normAutofit fontScale="90000"/>
          </a:bodyPr>
          <a:lstStyle/>
          <a:p>
            <a:pPr algn="ctr"/>
            <a:r>
              <a:rPr lang="en-US" dirty="0"/>
              <a:t>Insert and Add Text</a:t>
            </a:r>
            <a:endParaRPr lang="en-US" dirty="0"/>
          </a:p>
        </p:txBody>
      </p:sp>
      <p:sp>
        <p:nvSpPr>
          <p:cNvPr id="3" name="Content Placeholder 2"/>
          <p:cNvSpPr>
            <a:spLocks noGrp="1"/>
          </p:cNvSpPr>
          <p:nvPr>
            <p:ph idx="1"/>
          </p:nvPr>
        </p:nvSpPr>
        <p:spPr>
          <a:xfrm>
            <a:off x="0" y="692696"/>
            <a:ext cx="9144000" cy="6165304"/>
          </a:xfrm>
        </p:spPr>
        <p:txBody>
          <a:bodyPr>
            <a:normAutofit/>
          </a:bodyPr>
          <a:lstStyle/>
          <a:p>
            <a:pPr algn="ctr">
              <a:buNone/>
            </a:pPr>
            <a:r>
              <a:rPr lang="en-US" b="1" dirty="0" smtClean="0">
                <a:solidFill>
                  <a:srgbClr val="FF0000"/>
                </a:solidFill>
              </a:rPr>
              <a:t> </a:t>
            </a:r>
            <a:r>
              <a:rPr lang="en-GB" b="1" dirty="0">
                <a:solidFill>
                  <a:srgbClr val="FF0000"/>
                </a:solidFill>
              </a:rPr>
              <a:t>Step 3</a:t>
            </a:r>
            <a:r>
              <a:rPr lang="en-GB" dirty="0" smtClean="0"/>
              <a:t> </a:t>
            </a:r>
          </a:p>
          <a:p>
            <a:pPr algn="just"/>
            <a:r>
              <a:rPr lang="en-GB" dirty="0" smtClean="0"/>
              <a:t>Start </a:t>
            </a:r>
            <a:r>
              <a:rPr lang="en-GB" dirty="0"/>
              <a:t>typing the text that needs to be inserted</a:t>
            </a:r>
            <a:r>
              <a:rPr lang="en-GB" dirty="0" smtClean="0"/>
              <a:t>. </a:t>
            </a:r>
          </a:p>
          <a:p>
            <a:pPr marL="0" indent="0" algn="just">
              <a:buNone/>
            </a:pPr>
            <a:endParaRPr lang="en-GB" dirty="0"/>
          </a:p>
          <a:p>
            <a:pPr algn="just"/>
            <a:r>
              <a:rPr lang="en-GB" dirty="0" smtClean="0"/>
              <a:t>Word </a:t>
            </a:r>
            <a:r>
              <a:rPr lang="en-GB" dirty="0"/>
              <a:t>inserts the text to the </a:t>
            </a:r>
            <a:r>
              <a:rPr lang="en-GB" b="1" dirty="0">
                <a:solidFill>
                  <a:srgbClr val="FF0000"/>
                </a:solidFill>
              </a:rPr>
              <a:t>left</a:t>
            </a:r>
            <a:r>
              <a:rPr lang="en-GB" dirty="0"/>
              <a:t> of the insertion point, moving </a:t>
            </a:r>
            <a:r>
              <a:rPr lang="en-GB" dirty="0" smtClean="0"/>
              <a:t>the </a:t>
            </a:r>
            <a:r>
              <a:rPr lang="en-GB" dirty="0"/>
              <a:t>existing text to the </a:t>
            </a:r>
            <a:r>
              <a:rPr lang="en-GB" b="1" dirty="0" smtClean="0">
                <a:solidFill>
                  <a:srgbClr val="FF0000"/>
                </a:solidFill>
              </a:rPr>
              <a:t>right</a:t>
            </a:r>
            <a:r>
              <a:rPr lang="en-GB" b="1" dirty="0" smtClean="0"/>
              <a:t>.</a:t>
            </a:r>
          </a:p>
          <a:p>
            <a:pPr algn="just"/>
            <a:endParaRPr lang="en-US" b="1" dirty="0">
              <a:solidFill>
                <a:srgbClr val="FF0000"/>
              </a:solidFill>
            </a:endParaRPr>
          </a:p>
        </p:txBody>
      </p:sp>
      <p:pic>
        <p:nvPicPr>
          <p:cNvPr id="3074" name="Picture 2" descr="C:\Users\UCCSMS1\Desktop\images\insert_text.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7664" y="3501008"/>
            <a:ext cx="6480720" cy="33569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39777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2500"/>
                            </p:stCondLst>
                            <p:childTnLst>
                              <p:par>
                                <p:cTn id="9" presetID="22" presetClass="entr" presetSubtype="8" fill="hold" grpId="0" nodeType="afterEffect">
                                  <p:stCondLst>
                                    <p:cond delay="200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5000"/>
                            </p:stCondLst>
                            <p:childTnLst>
                              <p:par>
                                <p:cTn id="13" presetID="22" presetClass="entr" presetSubtype="8" fill="hold" grpId="0" nodeType="afterEffect">
                                  <p:stCondLst>
                                    <p:cond delay="200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wipe(left)">
                                      <p:cBhvr>
                                        <p:cTn id="15"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lstStyle/>
          <a:p>
            <a:pPr algn="ctr"/>
            <a:r>
              <a:rPr lang="en-US" dirty="0"/>
              <a:t>Insert and Replace Text</a:t>
            </a:r>
            <a:endParaRPr lang="en-US" dirty="0"/>
          </a:p>
        </p:txBody>
      </p:sp>
      <p:sp>
        <p:nvSpPr>
          <p:cNvPr id="3" name="Content Placeholder 2"/>
          <p:cNvSpPr>
            <a:spLocks noGrp="1"/>
          </p:cNvSpPr>
          <p:nvPr>
            <p:ph idx="1"/>
          </p:nvPr>
        </p:nvSpPr>
        <p:spPr>
          <a:xfrm>
            <a:off x="152400" y="692696"/>
            <a:ext cx="8839200" cy="6165304"/>
          </a:xfrm>
        </p:spPr>
        <p:txBody>
          <a:bodyPr>
            <a:normAutofit/>
          </a:bodyPr>
          <a:lstStyle/>
          <a:p>
            <a:pPr algn="ctr">
              <a:buNone/>
            </a:pPr>
            <a:r>
              <a:rPr lang="en-US" dirty="0" smtClean="0">
                <a:solidFill>
                  <a:srgbClr val="FF0000"/>
                </a:solidFill>
              </a:rPr>
              <a:t> </a:t>
            </a:r>
            <a:r>
              <a:rPr lang="en-GB" b="1" dirty="0">
                <a:solidFill>
                  <a:srgbClr val="FF0000"/>
                </a:solidFill>
              </a:rPr>
              <a:t>Step 1 </a:t>
            </a:r>
            <a:endParaRPr lang="en-GB" b="1" dirty="0" smtClean="0">
              <a:solidFill>
                <a:srgbClr val="FF0000"/>
              </a:solidFill>
            </a:endParaRPr>
          </a:p>
          <a:p>
            <a:pPr algn="just"/>
            <a:r>
              <a:rPr lang="en-GB" dirty="0" smtClean="0"/>
              <a:t>Right-click </a:t>
            </a:r>
            <a:r>
              <a:rPr lang="en-GB" dirty="0"/>
              <a:t>the </a:t>
            </a:r>
            <a:r>
              <a:rPr lang="en-GB" b="1" dirty="0"/>
              <a:t>status bar </a:t>
            </a:r>
            <a:r>
              <a:rPr lang="en-GB" dirty="0" smtClean="0"/>
              <a:t> </a:t>
            </a:r>
          </a:p>
          <a:p>
            <a:pPr algn="just"/>
            <a:r>
              <a:rPr lang="en-GB" dirty="0" smtClean="0"/>
              <a:t>select </a:t>
            </a:r>
            <a:r>
              <a:rPr lang="en-GB" dirty="0"/>
              <a:t>the </a:t>
            </a:r>
            <a:r>
              <a:rPr lang="en-GB" b="1" dirty="0"/>
              <a:t>Overtype</a:t>
            </a:r>
            <a:r>
              <a:rPr lang="en-GB" dirty="0"/>
              <a:t> option from the displayed menu</a:t>
            </a:r>
            <a:r>
              <a:rPr lang="en-GB" dirty="0" smtClean="0"/>
              <a:t>.</a:t>
            </a:r>
          </a:p>
          <a:p>
            <a:pPr algn="just"/>
            <a:endParaRPr lang="en-US" dirty="0">
              <a:solidFill>
                <a:srgbClr val="FF0000"/>
              </a:solidFill>
            </a:endParaRPr>
          </a:p>
        </p:txBody>
      </p:sp>
      <p:pic>
        <p:nvPicPr>
          <p:cNvPr id="4098" name="Picture 2" descr="C:\Users\UCCSMS1\Desktop\images\overtype_option.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560" y="2780928"/>
            <a:ext cx="7488832" cy="396044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2500"/>
                            </p:stCondLst>
                            <p:childTnLst>
                              <p:par>
                                <p:cTn id="9" presetID="22" presetClass="entr" presetSubtype="8" fill="hold" grpId="0" nodeType="afterEffect">
                                  <p:stCondLst>
                                    <p:cond delay="200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5000"/>
                            </p:stCondLst>
                            <p:childTnLst>
                              <p:par>
                                <p:cTn id="13" presetID="22" presetClass="entr" presetSubtype="8" fill="hold" grpId="0" nodeType="afterEffect">
                                  <p:stCondLst>
                                    <p:cond delay="200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lstStyle/>
          <a:p>
            <a:pPr algn="ctr"/>
            <a:r>
              <a:rPr lang="en-US" dirty="0"/>
              <a:t>Insert and Replace Text</a:t>
            </a:r>
            <a:endParaRPr lang="en-US" dirty="0"/>
          </a:p>
        </p:txBody>
      </p:sp>
      <p:sp>
        <p:nvSpPr>
          <p:cNvPr id="3" name="Content Placeholder 2"/>
          <p:cNvSpPr>
            <a:spLocks noGrp="1"/>
          </p:cNvSpPr>
          <p:nvPr>
            <p:ph idx="1"/>
          </p:nvPr>
        </p:nvSpPr>
        <p:spPr>
          <a:xfrm>
            <a:off x="152400" y="692696"/>
            <a:ext cx="8839200" cy="6165304"/>
          </a:xfrm>
        </p:spPr>
        <p:txBody>
          <a:bodyPr>
            <a:normAutofit/>
          </a:bodyPr>
          <a:lstStyle/>
          <a:p>
            <a:pPr algn="ctr">
              <a:buNone/>
            </a:pPr>
            <a:r>
              <a:rPr lang="en-US" dirty="0" smtClean="0">
                <a:solidFill>
                  <a:srgbClr val="FF0000"/>
                </a:solidFill>
              </a:rPr>
              <a:t> </a:t>
            </a:r>
            <a:r>
              <a:rPr lang="en-GB" b="1" dirty="0">
                <a:solidFill>
                  <a:srgbClr val="FF0000"/>
                </a:solidFill>
              </a:rPr>
              <a:t>Step 1</a:t>
            </a:r>
            <a:r>
              <a:rPr lang="en-GB" b="1" dirty="0" smtClean="0">
                <a:solidFill>
                  <a:srgbClr val="FF0000"/>
                </a:solidFill>
              </a:rPr>
              <a:t> </a:t>
            </a:r>
          </a:p>
          <a:p>
            <a:pPr algn="just"/>
            <a:r>
              <a:rPr lang="en-GB" dirty="0"/>
              <a:t>When you select the </a:t>
            </a:r>
            <a:r>
              <a:rPr lang="en-GB" b="1" dirty="0"/>
              <a:t>Overtype option</a:t>
            </a:r>
            <a:r>
              <a:rPr lang="en-GB" dirty="0"/>
              <a:t>, the </a:t>
            </a:r>
            <a:r>
              <a:rPr lang="en-GB" b="1" dirty="0"/>
              <a:t>status bar</a:t>
            </a:r>
            <a:r>
              <a:rPr lang="en-GB" dirty="0"/>
              <a:t> will show the </a:t>
            </a:r>
            <a:r>
              <a:rPr lang="en-GB" b="1" dirty="0"/>
              <a:t>insert mode </a:t>
            </a:r>
            <a:r>
              <a:rPr lang="en-GB" dirty="0"/>
              <a:t>as shown </a:t>
            </a:r>
            <a:r>
              <a:rPr lang="en-GB" dirty="0" smtClean="0"/>
              <a:t>below.</a:t>
            </a:r>
          </a:p>
          <a:p>
            <a:pPr algn="just"/>
            <a:endParaRPr lang="en-US" dirty="0">
              <a:solidFill>
                <a:srgbClr val="FF0000"/>
              </a:solidFill>
            </a:endParaRPr>
          </a:p>
        </p:txBody>
      </p:sp>
      <p:pic>
        <p:nvPicPr>
          <p:cNvPr id="5122" name="Picture 2" descr="C:\Users\UCCSMS1\Desktop\images\insert_mode.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1640" y="2348880"/>
            <a:ext cx="6336704" cy="43308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69926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lstStyle/>
          <a:p>
            <a:pPr algn="ctr"/>
            <a:r>
              <a:rPr lang="en-US" dirty="0"/>
              <a:t>Insert and Replace Text</a:t>
            </a:r>
            <a:endParaRPr lang="en-US" dirty="0"/>
          </a:p>
        </p:txBody>
      </p:sp>
      <p:sp>
        <p:nvSpPr>
          <p:cNvPr id="3" name="Content Placeholder 2"/>
          <p:cNvSpPr>
            <a:spLocks noGrp="1"/>
          </p:cNvSpPr>
          <p:nvPr>
            <p:ph idx="1"/>
          </p:nvPr>
        </p:nvSpPr>
        <p:spPr>
          <a:xfrm>
            <a:off x="152400" y="692696"/>
            <a:ext cx="8839200" cy="6165304"/>
          </a:xfrm>
        </p:spPr>
        <p:txBody>
          <a:bodyPr>
            <a:normAutofit/>
          </a:bodyPr>
          <a:lstStyle/>
          <a:p>
            <a:pPr algn="ctr">
              <a:buNone/>
            </a:pPr>
            <a:r>
              <a:rPr lang="en-US" dirty="0" smtClean="0">
                <a:solidFill>
                  <a:srgbClr val="FF0000"/>
                </a:solidFill>
              </a:rPr>
              <a:t> </a:t>
            </a:r>
            <a:r>
              <a:rPr lang="en-GB" b="1" dirty="0">
                <a:solidFill>
                  <a:srgbClr val="FF0000"/>
                </a:solidFill>
              </a:rPr>
              <a:t>Step </a:t>
            </a:r>
            <a:r>
              <a:rPr lang="en-GB" b="1" dirty="0" smtClean="0">
                <a:solidFill>
                  <a:srgbClr val="FF0000"/>
                </a:solidFill>
              </a:rPr>
              <a:t>2 </a:t>
            </a:r>
          </a:p>
          <a:p>
            <a:pPr algn="just"/>
            <a:r>
              <a:rPr lang="en-GB" dirty="0"/>
              <a:t> Click on the </a:t>
            </a:r>
            <a:r>
              <a:rPr lang="en-GB" b="1" dirty="0"/>
              <a:t>Insert text </a:t>
            </a:r>
            <a:r>
              <a:rPr lang="en-GB" dirty="0"/>
              <a:t>available at the status bar and it will switch to the </a:t>
            </a:r>
            <a:r>
              <a:rPr lang="en-GB" b="1" dirty="0"/>
              <a:t>Overtype mode </a:t>
            </a:r>
            <a:r>
              <a:rPr lang="en-GB" dirty="0"/>
              <a:t>as shown below.</a:t>
            </a:r>
            <a:endParaRPr lang="en-GB" dirty="0" smtClean="0"/>
          </a:p>
          <a:p>
            <a:pPr algn="just"/>
            <a:endParaRPr lang="en-US" dirty="0">
              <a:solidFill>
                <a:srgbClr val="FF0000"/>
              </a:solidFill>
            </a:endParaRPr>
          </a:p>
        </p:txBody>
      </p:sp>
      <p:pic>
        <p:nvPicPr>
          <p:cNvPr id="6146" name="Picture 2" descr="C:\Users\UCCSMS1\Desktop\images\overtype_mode.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3688" y="2492896"/>
            <a:ext cx="6840760" cy="41730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0785317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lstStyle/>
          <a:p>
            <a:pPr algn="ctr"/>
            <a:r>
              <a:rPr lang="en-US" dirty="0"/>
              <a:t>Insert and Replace Text</a:t>
            </a:r>
            <a:endParaRPr lang="en-US" dirty="0"/>
          </a:p>
        </p:txBody>
      </p:sp>
      <p:sp>
        <p:nvSpPr>
          <p:cNvPr id="3" name="Content Placeholder 2"/>
          <p:cNvSpPr>
            <a:spLocks noGrp="1"/>
          </p:cNvSpPr>
          <p:nvPr>
            <p:ph idx="1"/>
          </p:nvPr>
        </p:nvSpPr>
        <p:spPr>
          <a:xfrm>
            <a:off x="152400" y="692696"/>
            <a:ext cx="8839200" cy="6165304"/>
          </a:xfrm>
        </p:spPr>
        <p:txBody>
          <a:bodyPr>
            <a:normAutofit/>
          </a:bodyPr>
          <a:lstStyle/>
          <a:p>
            <a:pPr algn="ctr">
              <a:buNone/>
            </a:pPr>
            <a:r>
              <a:rPr lang="en-US" dirty="0" smtClean="0">
                <a:solidFill>
                  <a:srgbClr val="FF0000"/>
                </a:solidFill>
              </a:rPr>
              <a:t> </a:t>
            </a:r>
            <a:r>
              <a:rPr lang="en-GB" b="1" dirty="0">
                <a:solidFill>
                  <a:srgbClr val="FF0000"/>
                </a:solidFill>
              </a:rPr>
              <a:t>Step 3</a:t>
            </a:r>
            <a:r>
              <a:rPr lang="en-GB" b="1" dirty="0" smtClean="0">
                <a:solidFill>
                  <a:srgbClr val="FF0000"/>
                </a:solidFill>
              </a:rPr>
              <a:t> </a:t>
            </a:r>
          </a:p>
          <a:p>
            <a:pPr algn="just"/>
            <a:r>
              <a:rPr lang="en-GB" dirty="0"/>
              <a:t> Now click the location where the text needs to be inserted or you can use the keyboard arrows to locate the place where the text needs to be inserted</a:t>
            </a:r>
            <a:r>
              <a:rPr lang="en-GB" dirty="0" smtClean="0"/>
              <a:t>.</a:t>
            </a:r>
          </a:p>
          <a:p>
            <a:pPr algn="just"/>
            <a:endParaRPr lang="en-US" dirty="0">
              <a:solidFill>
                <a:srgbClr val="FF0000"/>
              </a:solidFill>
            </a:endParaRPr>
          </a:p>
        </p:txBody>
      </p:sp>
      <p:pic>
        <p:nvPicPr>
          <p:cNvPr id="7170" name="Picture 2" descr="C:\Users\UCCSMS1\Desktop\images\position_selection.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85822" y="2811266"/>
            <a:ext cx="6158586" cy="38884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945993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lstStyle/>
          <a:p>
            <a:pPr algn="ctr"/>
            <a:r>
              <a:rPr lang="en-US" dirty="0"/>
              <a:t>Insert and Replace Text</a:t>
            </a:r>
            <a:endParaRPr lang="en-US" dirty="0"/>
          </a:p>
        </p:txBody>
      </p:sp>
      <p:sp>
        <p:nvSpPr>
          <p:cNvPr id="3" name="Content Placeholder 2"/>
          <p:cNvSpPr>
            <a:spLocks noGrp="1"/>
          </p:cNvSpPr>
          <p:nvPr>
            <p:ph idx="1"/>
          </p:nvPr>
        </p:nvSpPr>
        <p:spPr>
          <a:xfrm>
            <a:off x="152400" y="692696"/>
            <a:ext cx="8839200" cy="6165304"/>
          </a:xfrm>
        </p:spPr>
        <p:txBody>
          <a:bodyPr>
            <a:normAutofit/>
          </a:bodyPr>
          <a:lstStyle/>
          <a:p>
            <a:pPr algn="ctr">
              <a:buNone/>
            </a:pPr>
            <a:r>
              <a:rPr lang="en-US" dirty="0" smtClean="0">
                <a:solidFill>
                  <a:srgbClr val="FF0000"/>
                </a:solidFill>
              </a:rPr>
              <a:t> </a:t>
            </a:r>
            <a:r>
              <a:rPr lang="en-GB" b="1" dirty="0">
                <a:solidFill>
                  <a:srgbClr val="FF0000"/>
                </a:solidFill>
              </a:rPr>
              <a:t>Step </a:t>
            </a:r>
            <a:r>
              <a:rPr lang="en-GB" b="1" dirty="0" smtClean="0">
                <a:solidFill>
                  <a:srgbClr val="FF0000"/>
                </a:solidFill>
              </a:rPr>
              <a:t>4 </a:t>
            </a:r>
          </a:p>
          <a:p>
            <a:pPr algn="just"/>
            <a:r>
              <a:rPr lang="en-GB" dirty="0"/>
              <a:t> Start </a:t>
            </a:r>
            <a:r>
              <a:rPr lang="en-GB" b="1" dirty="0"/>
              <a:t>typing the text </a:t>
            </a:r>
            <a:r>
              <a:rPr lang="en-GB" dirty="0"/>
              <a:t>that needs to be </a:t>
            </a:r>
            <a:r>
              <a:rPr lang="en-GB" dirty="0" smtClean="0"/>
              <a:t>inserted.</a:t>
            </a:r>
          </a:p>
          <a:p>
            <a:pPr algn="just"/>
            <a:r>
              <a:rPr lang="en-GB" dirty="0" smtClean="0"/>
              <a:t>Word </a:t>
            </a:r>
            <a:r>
              <a:rPr lang="en-GB" dirty="0"/>
              <a:t>will </a:t>
            </a:r>
            <a:r>
              <a:rPr lang="en-GB" b="1" dirty="0"/>
              <a:t>replace the existing text </a:t>
            </a:r>
            <a:r>
              <a:rPr lang="en-GB" dirty="0"/>
              <a:t>with the newly typed text without moving the position of the exiting test</a:t>
            </a:r>
            <a:r>
              <a:rPr lang="en-GB" dirty="0" smtClean="0"/>
              <a:t>.</a:t>
            </a:r>
          </a:p>
          <a:p>
            <a:pPr algn="just"/>
            <a:endParaRPr lang="en-US" dirty="0">
              <a:solidFill>
                <a:srgbClr val="FF0000"/>
              </a:solidFill>
            </a:endParaRPr>
          </a:p>
        </p:txBody>
      </p:sp>
      <p:pic>
        <p:nvPicPr>
          <p:cNvPr id="8194" name="Picture 2" descr="C:\Users\UCCSMS1\Desktop\images\insert_text2.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7784" y="2992507"/>
            <a:ext cx="6336704" cy="37832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27559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lstStyle/>
          <a:p>
            <a:pPr algn="ctr"/>
            <a:r>
              <a:rPr lang="en-GB" dirty="0"/>
              <a:t>Select Text in Word 2010</a:t>
            </a:r>
            <a:endParaRPr lang="en-US" dirty="0"/>
          </a:p>
        </p:txBody>
      </p:sp>
      <p:sp>
        <p:nvSpPr>
          <p:cNvPr id="3" name="Content Placeholder 2"/>
          <p:cNvSpPr>
            <a:spLocks noGrp="1"/>
          </p:cNvSpPr>
          <p:nvPr>
            <p:ph idx="1"/>
          </p:nvPr>
        </p:nvSpPr>
        <p:spPr>
          <a:xfrm>
            <a:off x="152400" y="692696"/>
            <a:ext cx="8839200" cy="6165304"/>
          </a:xfrm>
        </p:spPr>
        <p:txBody>
          <a:bodyPr>
            <a:normAutofit/>
          </a:bodyPr>
          <a:lstStyle/>
          <a:p>
            <a:pPr algn="just"/>
            <a:endParaRPr lang="en-GB" dirty="0" smtClean="0"/>
          </a:p>
          <a:p>
            <a:pPr algn="just"/>
            <a:r>
              <a:rPr lang="en-GB" dirty="0" smtClean="0"/>
              <a:t>Selecting </a:t>
            </a:r>
            <a:r>
              <a:rPr lang="en-GB" dirty="0"/>
              <a:t>a text is one of the most important skills required while editing a </a:t>
            </a:r>
            <a:r>
              <a:rPr lang="en-GB" dirty="0" smtClean="0"/>
              <a:t>word </a:t>
            </a:r>
            <a:r>
              <a:rPr lang="en-GB" dirty="0"/>
              <a:t>document</a:t>
            </a:r>
            <a:r>
              <a:rPr lang="en-GB" dirty="0" smtClean="0"/>
              <a:t>.</a:t>
            </a:r>
          </a:p>
          <a:p>
            <a:pPr marL="0" indent="0" algn="just">
              <a:buNone/>
            </a:pPr>
            <a:endParaRPr lang="en-GB" dirty="0" smtClean="0"/>
          </a:p>
          <a:p>
            <a:pPr algn="just"/>
            <a:r>
              <a:rPr lang="en-GB" dirty="0"/>
              <a:t>You can perform various operations on a selected text; you can </a:t>
            </a:r>
            <a:r>
              <a:rPr lang="en-GB" b="1" dirty="0"/>
              <a:t>delete </a:t>
            </a:r>
            <a:r>
              <a:rPr lang="en-GB" dirty="0"/>
              <a:t>the selected text, </a:t>
            </a:r>
            <a:r>
              <a:rPr lang="en-GB" b="1" dirty="0"/>
              <a:t>copy</a:t>
            </a:r>
            <a:r>
              <a:rPr lang="en-GB" dirty="0"/>
              <a:t> it, </a:t>
            </a:r>
            <a:r>
              <a:rPr lang="en-GB" b="1" dirty="0"/>
              <a:t>move</a:t>
            </a:r>
            <a:r>
              <a:rPr lang="en-GB" dirty="0"/>
              <a:t> it, apply </a:t>
            </a:r>
            <a:r>
              <a:rPr lang="en-GB" b="1" dirty="0"/>
              <a:t>formatting</a:t>
            </a:r>
            <a:r>
              <a:rPr lang="en-GB" dirty="0"/>
              <a:t> to it, change its capitalization, etc.</a:t>
            </a:r>
            <a:endParaRPr lang="en-US" dirty="0"/>
          </a:p>
        </p:txBody>
      </p:sp>
    </p:spTree>
    <p:extLst>
      <p:ext uri="{BB962C8B-B14F-4D97-AF65-F5344CB8AC3E}">
        <p14:creationId xmlns:p14="http://schemas.microsoft.com/office/powerpoint/2010/main" val="71335896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left)">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200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wipe(left)">
                                      <p:cBhvr>
                                        <p:cTn id="1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lstStyle/>
          <a:p>
            <a:pPr algn="ctr"/>
            <a:r>
              <a:rPr lang="en-GB" dirty="0"/>
              <a:t>Select Text in Word 2010</a:t>
            </a:r>
            <a:endParaRPr lang="en-US" dirty="0"/>
          </a:p>
        </p:txBody>
      </p:sp>
      <p:sp>
        <p:nvSpPr>
          <p:cNvPr id="3" name="Content Placeholder 2"/>
          <p:cNvSpPr>
            <a:spLocks noGrp="1"/>
          </p:cNvSpPr>
          <p:nvPr>
            <p:ph idx="1"/>
          </p:nvPr>
        </p:nvSpPr>
        <p:spPr>
          <a:xfrm>
            <a:off x="152400" y="692696"/>
            <a:ext cx="8839200" cy="6165304"/>
          </a:xfrm>
        </p:spPr>
        <p:txBody>
          <a:bodyPr>
            <a:normAutofit/>
          </a:bodyPr>
          <a:lstStyle/>
          <a:p>
            <a:pPr algn="just"/>
            <a:endParaRPr lang="en-GB" dirty="0" smtClean="0"/>
          </a:p>
          <a:p>
            <a:pPr algn="just"/>
            <a:r>
              <a:rPr lang="en-GB" dirty="0" smtClean="0"/>
              <a:t>The </a:t>
            </a:r>
            <a:r>
              <a:rPr lang="en-GB" dirty="0"/>
              <a:t>most common method of selecting a text is to </a:t>
            </a:r>
            <a:r>
              <a:rPr lang="en-GB" b="1" dirty="0"/>
              <a:t>click and drag the mouse over the text you want to select</a:t>
            </a:r>
            <a:r>
              <a:rPr lang="en-GB" dirty="0"/>
              <a:t>. </a:t>
            </a:r>
            <a:endParaRPr lang="en-GB" dirty="0" smtClean="0"/>
          </a:p>
          <a:p>
            <a:pPr marL="0" indent="0" algn="just">
              <a:buNone/>
            </a:pPr>
            <a:endParaRPr lang="en-GB" dirty="0" smtClean="0"/>
          </a:p>
          <a:p>
            <a:pPr algn="just"/>
            <a:r>
              <a:rPr lang="en-GB" dirty="0" smtClean="0"/>
              <a:t>The following </a:t>
            </a:r>
            <a:r>
              <a:rPr lang="en-GB" dirty="0"/>
              <a:t>table lists down a few other simple methods that will help you in selecting text in different scenarios −</a:t>
            </a:r>
            <a:endParaRPr lang="en-US" dirty="0"/>
          </a:p>
        </p:txBody>
      </p:sp>
    </p:spTree>
    <p:extLst>
      <p:ext uri="{BB962C8B-B14F-4D97-AF65-F5344CB8AC3E}">
        <p14:creationId xmlns:p14="http://schemas.microsoft.com/office/powerpoint/2010/main" val="3722184672"/>
      </p:ext>
    </p:extLst>
  </p:cSld>
  <p:clrMapOvr>
    <a:masterClrMapping/>
  </p:clrMapOvr>
  <p:transition>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lstStyle/>
          <a:p>
            <a:pPr algn="ctr"/>
            <a:r>
              <a:rPr lang="en-GB" dirty="0"/>
              <a:t>Select Text in Word 2010</a:t>
            </a:r>
            <a:endParaRPr lang="en-US" dirty="0"/>
          </a:p>
        </p:txBody>
      </p:sp>
      <p:pic>
        <p:nvPicPr>
          <p:cNvPr id="9218" name="Picture 2" descr="C:\Users\UCCSMS1\Downloads\Screenshot_2021-02-10 Select Text in Word 2010 - Tutorialspoint.png"/>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07504" y="692696"/>
            <a:ext cx="8928992" cy="60486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3861825"/>
      </p:ext>
    </p:extLst>
  </p:cSld>
  <p:clrMapOvr>
    <a:masterClrMapping/>
  </p:clrMapOvr>
  <p:transition>
    <p:fad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lstStyle/>
          <a:p>
            <a:pPr algn="ctr"/>
            <a:r>
              <a:rPr lang="en-GB" dirty="0"/>
              <a:t>Select Text in Word 2010</a:t>
            </a:r>
            <a:endParaRPr lang="en-US" dirty="0"/>
          </a:p>
        </p:txBody>
      </p:sp>
      <p:sp>
        <p:nvSpPr>
          <p:cNvPr id="3" name="Content Placeholder 2"/>
          <p:cNvSpPr>
            <a:spLocks noGrp="1"/>
          </p:cNvSpPr>
          <p:nvPr>
            <p:ph idx="1"/>
          </p:nvPr>
        </p:nvSpPr>
        <p:spPr>
          <a:xfrm>
            <a:off x="152400" y="692696"/>
            <a:ext cx="8839200" cy="6165304"/>
          </a:xfrm>
        </p:spPr>
        <p:txBody>
          <a:bodyPr>
            <a:normAutofit/>
          </a:bodyPr>
          <a:lstStyle/>
          <a:p>
            <a:pPr marL="0" indent="0" algn="ctr">
              <a:buNone/>
            </a:pPr>
            <a:r>
              <a:rPr lang="en-GB" b="1" dirty="0" smtClean="0"/>
              <a:t>NOTE</a:t>
            </a:r>
          </a:p>
          <a:p>
            <a:pPr algn="just"/>
            <a:r>
              <a:rPr lang="en-GB" dirty="0"/>
              <a:t>Note that only one part of the document can be in the </a:t>
            </a:r>
            <a:r>
              <a:rPr lang="en-GB" b="1" dirty="0"/>
              <a:t>selected state</a:t>
            </a:r>
            <a:r>
              <a:rPr lang="en-GB" dirty="0" smtClean="0"/>
              <a:t>.</a:t>
            </a:r>
          </a:p>
          <a:p>
            <a:pPr algn="just"/>
            <a:endParaRPr lang="en-GB" dirty="0"/>
          </a:p>
          <a:p>
            <a:pPr algn="just"/>
            <a:r>
              <a:rPr lang="en-GB" dirty="0"/>
              <a:t>If you have one portion of the document in </a:t>
            </a:r>
            <a:r>
              <a:rPr lang="en-GB" b="1" dirty="0"/>
              <a:t>selected state </a:t>
            </a:r>
            <a:r>
              <a:rPr lang="en-GB" dirty="0"/>
              <a:t>and as soon as you try to select any other part of the document, previous part will </a:t>
            </a:r>
            <a:r>
              <a:rPr lang="en-GB" b="1" dirty="0"/>
              <a:t>automatically be de-selected</a:t>
            </a:r>
            <a:r>
              <a:rPr lang="en-GB" dirty="0"/>
              <a:t>.</a:t>
            </a:r>
            <a:endParaRPr lang="en-US" dirty="0"/>
          </a:p>
        </p:txBody>
      </p:sp>
    </p:spTree>
    <p:extLst>
      <p:ext uri="{BB962C8B-B14F-4D97-AF65-F5344CB8AC3E}">
        <p14:creationId xmlns:p14="http://schemas.microsoft.com/office/powerpoint/2010/main" val="147967595"/>
      </p:ext>
    </p:extLst>
  </p:cSld>
  <p:clrMapOvr>
    <a:masterClrMapping/>
  </p:clrMapOvr>
  <p:transition>
    <p:fad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lstStyle/>
          <a:p>
            <a:pPr algn="ctr"/>
            <a:r>
              <a:rPr lang="en-GB" dirty="0"/>
              <a:t>Select Text Using the Keyboard</a:t>
            </a:r>
            <a:endParaRPr lang="en-US" dirty="0"/>
          </a:p>
        </p:txBody>
      </p:sp>
      <p:sp>
        <p:nvSpPr>
          <p:cNvPr id="3" name="Content Placeholder 2"/>
          <p:cNvSpPr>
            <a:spLocks noGrp="1"/>
          </p:cNvSpPr>
          <p:nvPr>
            <p:ph idx="1"/>
          </p:nvPr>
        </p:nvSpPr>
        <p:spPr>
          <a:xfrm>
            <a:off x="152400" y="692696"/>
            <a:ext cx="8839200" cy="6165304"/>
          </a:xfrm>
        </p:spPr>
        <p:txBody>
          <a:bodyPr>
            <a:normAutofit/>
          </a:bodyPr>
          <a:lstStyle/>
          <a:p>
            <a:pPr algn="just"/>
            <a:endParaRPr lang="en-GB" dirty="0" smtClean="0"/>
          </a:p>
          <a:p>
            <a:pPr algn="just"/>
            <a:r>
              <a:rPr lang="en-GB" dirty="0" smtClean="0"/>
              <a:t>Keyboard </a:t>
            </a:r>
            <a:r>
              <a:rPr lang="en-GB" dirty="0"/>
              <a:t>provides very good support when you want to select various components of the document as described in the following table</a:t>
            </a:r>
            <a:endParaRPr lang="en-US" dirty="0"/>
          </a:p>
        </p:txBody>
      </p:sp>
    </p:spTree>
    <p:extLst>
      <p:ext uri="{BB962C8B-B14F-4D97-AF65-F5344CB8AC3E}">
        <p14:creationId xmlns:p14="http://schemas.microsoft.com/office/powerpoint/2010/main" val="1584831925"/>
      </p:ext>
    </p:extLst>
  </p:cSld>
  <p:clrMapOvr>
    <a:masterClrMapping/>
  </p:clrMapOvr>
  <p:transition>
    <p:fad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lstStyle/>
          <a:p>
            <a:pPr algn="ctr"/>
            <a:r>
              <a:rPr lang="en-GB" dirty="0"/>
              <a:t>Select Text Using the Keyboard</a:t>
            </a:r>
            <a:endParaRPr lang="en-US" dirty="0"/>
          </a:p>
        </p:txBody>
      </p:sp>
      <p:pic>
        <p:nvPicPr>
          <p:cNvPr id="10242" name="Picture 2" descr="C:\Users\UCCSMS1\Downloads\Screenshot_2021-02-10 Select Text in Word 2010 - Tutorialspoint(1).png"/>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07504" y="980728"/>
            <a:ext cx="8712968" cy="56886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0041636"/>
      </p:ext>
    </p:extLst>
  </p:cSld>
  <p:clrMapOvr>
    <a:masterClrMapping/>
  </p:clrMapOvr>
  <p:transition>
    <p:fad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lstStyle/>
          <a:p>
            <a:pPr algn="ctr"/>
            <a:r>
              <a:rPr lang="en-GB" dirty="0"/>
              <a:t>Delete Text in Word 2010</a:t>
            </a:r>
            <a:endParaRPr lang="en-US" dirty="0"/>
          </a:p>
        </p:txBody>
      </p:sp>
      <p:sp>
        <p:nvSpPr>
          <p:cNvPr id="3" name="Content Placeholder 2"/>
          <p:cNvSpPr>
            <a:spLocks noGrp="1"/>
          </p:cNvSpPr>
          <p:nvPr>
            <p:ph idx="1"/>
          </p:nvPr>
        </p:nvSpPr>
        <p:spPr>
          <a:xfrm>
            <a:off x="152400" y="692696"/>
            <a:ext cx="8839200" cy="6165304"/>
          </a:xfrm>
        </p:spPr>
        <p:txBody>
          <a:bodyPr>
            <a:normAutofit/>
          </a:bodyPr>
          <a:lstStyle/>
          <a:p>
            <a:pPr algn="just"/>
            <a:r>
              <a:rPr lang="en-GB" dirty="0"/>
              <a:t>It is very common to delete text and retype the content in your Word document</a:t>
            </a:r>
            <a:r>
              <a:rPr lang="en-GB" dirty="0" smtClean="0"/>
              <a:t>.</a:t>
            </a:r>
          </a:p>
          <a:p>
            <a:pPr algn="just"/>
            <a:endParaRPr lang="en-GB" dirty="0" smtClean="0"/>
          </a:p>
          <a:p>
            <a:pPr algn="just"/>
            <a:r>
              <a:rPr lang="en-GB" dirty="0" smtClean="0"/>
              <a:t>You </a:t>
            </a:r>
            <a:r>
              <a:rPr lang="en-GB" dirty="0"/>
              <a:t>might type something you did not want to type or there is something extra which is not required in the document</a:t>
            </a:r>
            <a:r>
              <a:rPr lang="en-GB" dirty="0" smtClean="0"/>
              <a:t>.</a:t>
            </a:r>
          </a:p>
          <a:p>
            <a:pPr algn="just"/>
            <a:endParaRPr lang="en-GB" dirty="0"/>
          </a:p>
          <a:p>
            <a:pPr algn="just"/>
            <a:r>
              <a:rPr lang="en-GB" dirty="0"/>
              <a:t>Regardless of the reason, Word offers you various ways of deleting the text in partial or complete content of the document.</a:t>
            </a:r>
            <a:endParaRPr lang="en-US" dirty="0"/>
          </a:p>
        </p:txBody>
      </p:sp>
    </p:spTree>
    <p:extLst>
      <p:ext uri="{BB962C8B-B14F-4D97-AF65-F5344CB8AC3E}">
        <p14:creationId xmlns:p14="http://schemas.microsoft.com/office/powerpoint/2010/main" val="4001953233"/>
      </p:ext>
    </p:extLst>
  </p:cSld>
  <p:clrMapOvr>
    <a:masterClrMapping/>
  </p:clrMapOvr>
  <p:transition>
    <p:fad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lstStyle/>
          <a:p>
            <a:pPr algn="ctr"/>
            <a:r>
              <a:rPr lang="en-GB" dirty="0"/>
              <a:t>Using Backspace &amp; Delete Keys</a:t>
            </a:r>
            <a:endParaRPr lang="en-US" dirty="0"/>
          </a:p>
        </p:txBody>
      </p:sp>
      <p:sp>
        <p:nvSpPr>
          <p:cNvPr id="3" name="Content Placeholder 2"/>
          <p:cNvSpPr>
            <a:spLocks noGrp="1"/>
          </p:cNvSpPr>
          <p:nvPr>
            <p:ph idx="1"/>
          </p:nvPr>
        </p:nvSpPr>
        <p:spPr>
          <a:xfrm>
            <a:off x="152400" y="692696"/>
            <a:ext cx="8839200" cy="6165304"/>
          </a:xfrm>
        </p:spPr>
        <p:txBody>
          <a:bodyPr>
            <a:normAutofit/>
          </a:bodyPr>
          <a:lstStyle/>
          <a:p>
            <a:pPr algn="just"/>
            <a:r>
              <a:rPr lang="en-GB" dirty="0"/>
              <a:t>The most basic deletion technique is to delete characters one at a time by pressing either the </a:t>
            </a:r>
            <a:r>
              <a:rPr lang="en-GB" b="1" dirty="0"/>
              <a:t>backspace key </a:t>
            </a:r>
            <a:r>
              <a:rPr lang="en-GB" dirty="0"/>
              <a:t>or the </a:t>
            </a:r>
            <a:r>
              <a:rPr lang="en-GB" b="1" dirty="0"/>
              <a:t>delete key</a:t>
            </a:r>
            <a:r>
              <a:rPr lang="en-GB" dirty="0" smtClean="0"/>
              <a:t>.</a:t>
            </a:r>
          </a:p>
          <a:p>
            <a:pPr algn="just"/>
            <a:endParaRPr lang="en-GB" dirty="0"/>
          </a:p>
          <a:p>
            <a:pPr algn="just"/>
            <a:r>
              <a:rPr lang="en-GB" dirty="0" smtClean="0"/>
              <a:t>The following </a:t>
            </a:r>
            <a:r>
              <a:rPr lang="en-GB" dirty="0"/>
              <a:t>table describes how you can </a:t>
            </a:r>
            <a:r>
              <a:rPr lang="en-GB" b="1" dirty="0"/>
              <a:t>delete single character</a:t>
            </a:r>
            <a:r>
              <a:rPr lang="en-GB" dirty="0"/>
              <a:t> or a </a:t>
            </a:r>
            <a:r>
              <a:rPr lang="en-GB" b="1" dirty="0"/>
              <a:t>whole word </a:t>
            </a:r>
            <a:r>
              <a:rPr lang="en-GB" dirty="0"/>
              <a:t>by using either of these two keys</a:t>
            </a:r>
            <a:endParaRPr lang="en-US" dirty="0"/>
          </a:p>
        </p:txBody>
      </p:sp>
    </p:spTree>
    <p:extLst>
      <p:ext uri="{BB962C8B-B14F-4D97-AF65-F5344CB8AC3E}">
        <p14:creationId xmlns:p14="http://schemas.microsoft.com/office/powerpoint/2010/main" val="666399682"/>
      </p:ext>
    </p:extLst>
  </p:cSld>
  <p:clrMapOvr>
    <a:masterClrMapping/>
  </p:clrMapOvr>
  <p:transition>
    <p:fad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lstStyle/>
          <a:p>
            <a:pPr algn="ctr"/>
            <a:r>
              <a:rPr lang="en-GB" dirty="0"/>
              <a:t>Using Backspace &amp; Delete Keys</a:t>
            </a:r>
            <a:endParaRPr lang="en-US" dirty="0"/>
          </a:p>
        </p:txBody>
      </p:sp>
      <p:sp>
        <p:nvSpPr>
          <p:cNvPr id="3" name="Content Placeholder 2"/>
          <p:cNvSpPr>
            <a:spLocks noGrp="1"/>
          </p:cNvSpPr>
          <p:nvPr>
            <p:ph idx="1"/>
          </p:nvPr>
        </p:nvSpPr>
        <p:spPr>
          <a:xfrm>
            <a:off x="152400" y="692696"/>
            <a:ext cx="8839200" cy="6165304"/>
          </a:xfrm>
        </p:spPr>
        <p:txBody>
          <a:bodyPr>
            <a:normAutofit/>
          </a:bodyPr>
          <a:lstStyle/>
          <a:p>
            <a:pPr marL="0" indent="0" algn="just">
              <a:buNone/>
            </a:pPr>
            <a:endParaRPr lang="en-US" dirty="0"/>
          </a:p>
        </p:txBody>
      </p:sp>
      <p:pic>
        <p:nvPicPr>
          <p:cNvPr id="11266" name="Picture 2" descr="C:\Users\UCCSMS1\Downloads\Screenshot_2021-02-10 Delete Text in Word 2010 - Tutorialspoint.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520" y="766762"/>
            <a:ext cx="8712967" cy="58305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6416608"/>
      </p:ext>
    </p:extLst>
  </p:cSld>
  <p:clrMapOvr>
    <a:masterClrMapping/>
  </p:clrMapOvr>
  <p:transition>
    <p:fad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lstStyle/>
          <a:p>
            <a:pPr algn="ctr"/>
            <a:r>
              <a:rPr lang="en-GB" dirty="0"/>
              <a:t>Using Selection Method</a:t>
            </a:r>
            <a:endParaRPr lang="en-US" dirty="0"/>
          </a:p>
        </p:txBody>
      </p:sp>
      <p:sp>
        <p:nvSpPr>
          <p:cNvPr id="3" name="Content Placeholder 2"/>
          <p:cNvSpPr>
            <a:spLocks noGrp="1"/>
          </p:cNvSpPr>
          <p:nvPr>
            <p:ph idx="1"/>
          </p:nvPr>
        </p:nvSpPr>
        <p:spPr>
          <a:xfrm>
            <a:off x="152400" y="692696"/>
            <a:ext cx="8839200" cy="6165304"/>
          </a:xfrm>
        </p:spPr>
        <p:txBody>
          <a:bodyPr>
            <a:normAutofit/>
          </a:bodyPr>
          <a:lstStyle/>
          <a:p>
            <a:pPr algn="just"/>
            <a:r>
              <a:rPr lang="en-GB" dirty="0"/>
              <a:t>You have learnt how to select various parts of a Word document</a:t>
            </a:r>
            <a:r>
              <a:rPr lang="en-GB" dirty="0" smtClean="0"/>
              <a:t>.</a:t>
            </a:r>
          </a:p>
          <a:p>
            <a:pPr algn="just"/>
            <a:endParaRPr lang="en-GB" dirty="0"/>
          </a:p>
          <a:p>
            <a:pPr algn="just"/>
            <a:r>
              <a:rPr lang="en-GB" dirty="0"/>
              <a:t>You can make use of that learning to delete those selected parts as described in the following table</a:t>
            </a:r>
            <a:endParaRPr lang="en-US" dirty="0"/>
          </a:p>
        </p:txBody>
      </p:sp>
    </p:spTree>
    <p:extLst>
      <p:ext uri="{BB962C8B-B14F-4D97-AF65-F5344CB8AC3E}">
        <p14:creationId xmlns:p14="http://schemas.microsoft.com/office/powerpoint/2010/main" val="855775078"/>
      </p:ext>
    </p:extLst>
  </p:cSld>
  <p:clrMapOvr>
    <a:masterClrMapping/>
  </p:clrMapOvr>
  <p:transition>
    <p:fad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lstStyle/>
          <a:p>
            <a:pPr algn="ctr"/>
            <a:r>
              <a:rPr lang="en-GB" dirty="0"/>
              <a:t>Using Selection Method</a:t>
            </a:r>
            <a:endParaRPr lang="en-US" dirty="0"/>
          </a:p>
        </p:txBody>
      </p:sp>
      <p:pic>
        <p:nvPicPr>
          <p:cNvPr id="12290"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0" y="764704"/>
            <a:ext cx="9144000" cy="5976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18116291"/>
      </p:ext>
    </p:extLst>
  </p:cSld>
  <p:clrMapOvr>
    <a:masterClrMapping/>
  </p:clrMapOvr>
  <p:transition>
    <p:fad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lstStyle/>
          <a:p>
            <a:pPr algn="ctr"/>
            <a:r>
              <a:rPr lang="en-GB" dirty="0"/>
              <a:t>Using Selection Method</a:t>
            </a:r>
            <a:endParaRPr lang="en-US" dirty="0"/>
          </a:p>
        </p:txBody>
      </p:sp>
      <p:pic>
        <p:nvPicPr>
          <p:cNvPr id="13314"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0" y="764704"/>
            <a:ext cx="9143999" cy="5976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58331518"/>
      </p:ext>
    </p:extLst>
  </p:cSld>
  <p:clrMapOvr>
    <a:masterClrMapping/>
  </p:clrMapOvr>
  <p:transition>
    <p:fad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lstStyle/>
          <a:p>
            <a:pPr algn="ctr"/>
            <a:r>
              <a:rPr lang="en-GB" dirty="0"/>
              <a:t>Move Text in Word 2010</a:t>
            </a:r>
            <a:endParaRPr lang="en-US" dirty="0"/>
          </a:p>
        </p:txBody>
      </p:sp>
      <p:sp>
        <p:nvSpPr>
          <p:cNvPr id="3" name="Content Placeholder 2"/>
          <p:cNvSpPr>
            <a:spLocks noGrp="1"/>
          </p:cNvSpPr>
          <p:nvPr>
            <p:ph idx="1"/>
          </p:nvPr>
        </p:nvSpPr>
        <p:spPr>
          <a:xfrm>
            <a:off x="152400" y="692696"/>
            <a:ext cx="8839200" cy="6165304"/>
          </a:xfrm>
        </p:spPr>
        <p:txBody>
          <a:bodyPr>
            <a:normAutofit/>
          </a:bodyPr>
          <a:lstStyle/>
          <a:p>
            <a:pPr algn="just"/>
            <a:r>
              <a:rPr lang="en-GB" dirty="0"/>
              <a:t> You can move text from one location in a document to another by using the </a:t>
            </a:r>
            <a:r>
              <a:rPr lang="en-GB" b="1" dirty="0"/>
              <a:t>drag-and-drop technique</a:t>
            </a:r>
            <a:r>
              <a:rPr lang="en-GB" dirty="0"/>
              <a:t> with the help of mouse. </a:t>
            </a:r>
            <a:endParaRPr lang="en-GB" dirty="0" smtClean="0"/>
          </a:p>
          <a:p>
            <a:pPr algn="just"/>
            <a:endParaRPr lang="en-GB" dirty="0"/>
          </a:p>
          <a:p>
            <a:pPr algn="just"/>
            <a:r>
              <a:rPr lang="en-GB" dirty="0" smtClean="0"/>
              <a:t>This </a:t>
            </a:r>
            <a:r>
              <a:rPr lang="en-GB" dirty="0"/>
              <a:t>tutorial will teach you how to use the drag and drop technique to move text.</a:t>
            </a:r>
            <a:endParaRPr lang="en-US" dirty="0"/>
          </a:p>
        </p:txBody>
      </p:sp>
    </p:spTree>
    <p:extLst>
      <p:ext uri="{BB962C8B-B14F-4D97-AF65-F5344CB8AC3E}">
        <p14:creationId xmlns:p14="http://schemas.microsoft.com/office/powerpoint/2010/main" val="246891161"/>
      </p:ext>
    </p:extLst>
  </p:cSld>
  <p:clrMapOvr>
    <a:masterClrMapping/>
  </p:clrMapOvr>
  <p:transition>
    <p:fade/>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lstStyle/>
          <a:p>
            <a:pPr algn="ctr"/>
            <a:r>
              <a:rPr lang="en-GB" dirty="0"/>
              <a:t>Move within the same document</a:t>
            </a:r>
            <a:endParaRPr lang="en-US" dirty="0"/>
          </a:p>
        </p:txBody>
      </p:sp>
      <p:sp>
        <p:nvSpPr>
          <p:cNvPr id="3" name="Content Placeholder 2"/>
          <p:cNvSpPr>
            <a:spLocks noGrp="1"/>
          </p:cNvSpPr>
          <p:nvPr>
            <p:ph idx="1"/>
          </p:nvPr>
        </p:nvSpPr>
        <p:spPr>
          <a:xfrm>
            <a:off x="152400" y="692696"/>
            <a:ext cx="8839200" cy="6165304"/>
          </a:xfrm>
        </p:spPr>
        <p:txBody>
          <a:bodyPr>
            <a:normAutofit/>
          </a:bodyPr>
          <a:lstStyle/>
          <a:p>
            <a:pPr marL="0" indent="0" algn="ctr">
              <a:buNone/>
            </a:pPr>
            <a:r>
              <a:rPr lang="en-GB" b="1" dirty="0">
                <a:solidFill>
                  <a:srgbClr val="FF0000"/>
                </a:solidFill>
              </a:rPr>
              <a:t>Step 1 </a:t>
            </a:r>
            <a:r>
              <a:rPr lang="en-GB" b="1" dirty="0" smtClean="0">
                <a:solidFill>
                  <a:srgbClr val="FF0000"/>
                </a:solidFill>
              </a:rPr>
              <a:t> </a:t>
            </a:r>
          </a:p>
          <a:p>
            <a:pPr algn="just"/>
            <a:r>
              <a:rPr lang="en-GB" dirty="0" smtClean="0"/>
              <a:t>Select </a:t>
            </a:r>
            <a:r>
              <a:rPr lang="en-GB" dirty="0"/>
              <a:t>a portion of the text using any of the text selection methods</a:t>
            </a:r>
            <a:r>
              <a:rPr lang="en-GB" dirty="0" smtClean="0"/>
              <a:t>.</a:t>
            </a:r>
          </a:p>
          <a:p>
            <a:pPr algn="just"/>
            <a:endParaRPr lang="en-GB" dirty="0"/>
          </a:p>
        </p:txBody>
      </p:sp>
      <p:pic>
        <p:nvPicPr>
          <p:cNvPr id="14338" name="Picture 2" descr="C:\Users\UCCSMS1\Desktop\images\selected_text.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9672" y="2492896"/>
            <a:ext cx="6336703" cy="4124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8237744"/>
      </p:ext>
    </p:extLst>
  </p:cSld>
  <p:clrMapOvr>
    <a:masterClrMapping/>
  </p:clrMapOvr>
  <p:transition>
    <p:fade/>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lstStyle/>
          <a:p>
            <a:pPr algn="ctr"/>
            <a:r>
              <a:rPr lang="en-GB" dirty="0"/>
              <a:t>Move within the same document</a:t>
            </a:r>
            <a:endParaRPr lang="en-US" dirty="0"/>
          </a:p>
        </p:txBody>
      </p:sp>
      <p:sp>
        <p:nvSpPr>
          <p:cNvPr id="3" name="Content Placeholder 2"/>
          <p:cNvSpPr>
            <a:spLocks noGrp="1"/>
          </p:cNvSpPr>
          <p:nvPr>
            <p:ph idx="1"/>
          </p:nvPr>
        </p:nvSpPr>
        <p:spPr>
          <a:xfrm>
            <a:off x="152400" y="692696"/>
            <a:ext cx="8839200" cy="6165304"/>
          </a:xfrm>
        </p:spPr>
        <p:txBody>
          <a:bodyPr>
            <a:normAutofit/>
          </a:bodyPr>
          <a:lstStyle/>
          <a:p>
            <a:pPr marL="0" indent="0" algn="ctr">
              <a:buNone/>
            </a:pPr>
            <a:r>
              <a:rPr lang="en-GB" b="1" dirty="0">
                <a:solidFill>
                  <a:srgbClr val="FF0000"/>
                </a:solidFill>
              </a:rPr>
              <a:t>Step </a:t>
            </a:r>
            <a:r>
              <a:rPr lang="en-GB" b="1" dirty="0" smtClean="0">
                <a:solidFill>
                  <a:srgbClr val="FF0000"/>
                </a:solidFill>
              </a:rPr>
              <a:t>2  </a:t>
            </a:r>
          </a:p>
          <a:p>
            <a:pPr algn="just"/>
            <a:r>
              <a:rPr lang="en-GB" dirty="0"/>
              <a:t>Now take your mouse pointer over the selected text and </a:t>
            </a:r>
            <a:r>
              <a:rPr lang="en-GB" b="1" dirty="0"/>
              <a:t>hold the left button of the mouse </a:t>
            </a:r>
            <a:r>
              <a:rPr lang="en-GB" dirty="0"/>
              <a:t>and keep holding it while moving around the document.</a:t>
            </a:r>
          </a:p>
        </p:txBody>
      </p:sp>
    </p:spTree>
    <p:extLst>
      <p:ext uri="{BB962C8B-B14F-4D97-AF65-F5344CB8AC3E}">
        <p14:creationId xmlns:p14="http://schemas.microsoft.com/office/powerpoint/2010/main" val="448697354"/>
      </p:ext>
    </p:extLst>
  </p:cSld>
  <p:clrMapOvr>
    <a:masterClrMapping/>
  </p:clrMapOvr>
  <p:transition>
    <p:fade/>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lstStyle/>
          <a:p>
            <a:pPr algn="ctr"/>
            <a:r>
              <a:rPr lang="en-GB" dirty="0"/>
              <a:t>Move within the same document</a:t>
            </a:r>
            <a:endParaRPr lang="en-US" dirty="0"/>
          </a:p>
        </p:txBody>
      </p:sp>
      <p:sp>
        <p:nvSpPr>
          <p:cNvPr id="3" name="Content Placeholder 2"/>
          <p:cNvSpPr>
            <a:spLocks noGrp="1"/>
          </p:cNvSpPr>
          <p:nvPr>
            <p:ph idx="1"/>
          </p:nvPr>
        </p:nvSpPr>
        <p:spPr>
          <a:xfrm>
            <a:off x="152400" y="692696"/>
            <a:ext cx="8839200" cy="6165304"/>
          </a:xfrm>
        </p:spPr>
        <p:txBody>
          <a:bodyPr>
            <a:normAutofit/>
          </a:bodyPr>
          <a:lstStyle/>
          <a:p>
            <a:pPr marL="0" indent="0" algn="ctr">
              <a:buNone/>
            </a:pPr>
            <a:r>
              <a:rPr lang="en-GB" b="1" dirty="0">
                <a:solidFill>
                  <a:srgbClr val="FF0000"/>
                </a:solidFill>
              </a:rPr>
              <a:t>Step 3</a:t>
            </a:r>
            <a:r>
              <a:rPr lang="en-GB" b="1" dirty="0" smtClean="0">
                <a:solidFill>
                  <a:srgbClr val="FF0000"/>
                </a:solidFill>
              </a:rPr>
              <a:t>  </a:t>
            </a:r>
          </a:p>
          <a:p>
            <a:pPr algn="just"/>
            <a:r>
              <a:rPr lang="en-GB" dirty="0"/>
              <a:t>Take your mouse pointer to the place where you want to move the selected text and release the mouse button. </a:t>
            </a:r>
            <a:endParaRPr lang="en-GB" dirty="0" smtClean="0"/>
          </a:p>
          <a:p>
            <a:pPr algn="just"/>
            <a:endParaRPr lang="en-GB" dirty="0"/>
          </a:p>
          <a:p>
            <a:pPr algn="just"/>
            <a:r>
              <a:rPr lang="en-GB" dirty="0" smtClean="0"/>
              <a:t>You </a:t>
            </a:r>
            <a:r>
              <a:rPr lang="en-GB" dirty="0"/>
              <a:t>will see that the selected text is moved to the desired location.</a:t>
            </a:r>
          </a:p>
        </p:txBody>
      </p:sp>
    </p:spTree>
    <p:extLst>
      <p:ext uri="{BB962C8B-B14F-4D97-AF65-F5344CB8AC3E}">
        <p14:creationId xmlns:p14="http://schemas.microsoft.com/office/powerpoint/2010/main" val="378956752"/>
      </p:ext>
    </p:extLst>
  </p:cSld>
  <p:clrMapOvr>
    <a:masterClrMapping/>
  </p:clrMapOvr>
  <p:transition>
    <p:fade/>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lstStyle/>
          <a:p>
            <a:pPr algn="ctr"/>
            <a:r>
              <a:rPr lang="en-GB" dirty="0"/>
              <a:t>Move within the same document</a:t>
            </a:r>
            <a:endParaRPr lang="en-US" dirty="0"/>
          </a:p>
        </p:txBody>
      </p:sp>
      <p:sp>
        <p:nvSpPr>
          <p:cNvPr id="3" name="Content Placeholder 2"/>
          <p:cNvSpPr>
            <a:spLocks noGrp="1"/>
          </p:cNvSpPr>
          <p:nvPr>
            <p:ph idx="1"/>
          </p:nvPr>
        </p:nvSpPr>
        <p:spPr>
          <a:xfrm>
            <a:off x="152400" y="692696"/>
            <a:ext cx="8839200" cy="6165304"/>
          </a:xfrm>
        </p:spPr>
        <p:txBody>
          <a:bodyPr>
            <a:normAutofit/>
          </a:bodyPr>
          <a:lstStyle/>
          <a:p>
            <a:pPr marL="0" indent="0" algn="ctr">
              <a:buNone/>
            </a:pPr>
            <a:r>
              <a:rPr lang="en-GB" b="1" dirty="0">
                <a:solidFill>
                  <a:srgbClr val="FF0000"/>
                </a:solidFill>
              </a:rPr>
              <a:t>Step 3</a:t>
            </a:r>
            <a:r>
              <a:rPr lang="en-GB" b="1" dirty="0" smtClean="0">
                <a:solidFill>
                  <a:srgbClr val="FF0000"/>
                </a:solidFill>
              </a:rPr>
              <a:t> </a:t>
            </a:r>
          </a:p>
          <a:p>
            <a:pPr marL="0" indent="0" algn="ctr">
              <a:buNone/>
            </a:pPr>
            <a:r>
              <a:rPr lang="en-GB" b="1" dirty="0" smtClean="0">
                <a:solidFill>
                  <a:srgbClr val="FF0000"/>
                </a:solidFill>
              </a:rPr>
              <a:t> </a:t>
            </a:r>
          </a:p>
        </p:txBody>
      </p:sp>
      <p:pic>
        <p:nvPicPr>
          <p:cNvPr id="15362" name="Picture 2" descr="C:\Users\UCCSMS1\Desktop\images\moved_text.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576" y="1338263"/>
            <a:ext cx="7344816" cy="49710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8953333"/>
      </p:ext>
    </p:extLst>
  </p:cSld>
  <p:clrMapOvr>
    <a:masterClrMapping/>
  </p:clrMapOvr>
  <p:transition>
    <p:fade/>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lstStyle/>
          <a:p>
            <a:pPr algn="ctr"/>
            <a:r>
              <a:rPr lang="en-GB" dirty="0"/>
              <a:t>Move within different documents</a:t>
            </a:r>
            <a:endParaRPr lang="en-US" dirty="0"/>
          </a:p>
        </p:txBody>
      </p:sp>
      <p:sp>
        <p:nvSpPr>
          <p:cNvPr id="3" name="Content Placeholder 2"/>
          <p:cNvSpPr>
            <a:spLocks noGrp="1"/>
          </p:cNvSpPr>
          <p:nvPr>
            <p:ph idx="1"/>
          </p:nvPr>
        </p:nvSpPr>
        <p:spPr>
          <a:xfrm>
            <a:off x="152400" y="692696"/>
            <a:ext cx="8839200" cy="6165304"/>
          </a:xfrm>
        </p:spPr>
        <p:txBody>
          <a:bodyPr>
            <a:normAutofit/>
          </a:bodyPr>
          <a:lstStyle/>
          <a:p>
            <a:pPr marL="0" indent="0" algn="ctr">
              <a:buNone/>
            </a:pPr>
            <a:r>
              <a:rPr lang="en-GB" b="1" dirty="0">
                <a:solidFill>
                  <a:srgbClr val="FF0000"/>
                </a:solidFill>
              </a:rPr>
              <a:t>Step 1 </a:t>
            </a:r>
            <a:r>
              <a:rPr lang="en-GB" b="1" dirty="0" smtClean="0">
                <a:solidFill>
                  <a:srgbClr val="FF0000"/>
                </a:solidFill>
              </a:rPr>
              <a:t> </a:t>
            </a:r>
          </a:p>
          <a:p>
            <a:pPr algn="just"/>
            <a:r>
              <a:rPr lang="en-GB" dirty="0" smtClean="0"/>
              <a:t>Open a new word document</a:t>
            </a:r>
          </a:p>
          <a:p>
            <a:pPr algn="just"/>
            <a:endParaRPr lang="en-GB" dirty="0"/>
          </a:p>
        </p:txBody>
      </p:sp>
    </p:spTree>
    <p:extLst>
      <p:ext uri="{BB962C8B-B14F-4D97-AF65-F5344CB8AC3E}">
        <p14:creationId xmlns:p14="http://schemas.microsoft.com/office/powerpoint/2010/main" val="2635159835"/>
      </p:ext>
    </p:extLst>
  </p:cSld>
  <p:clrMapOvr>
    <a:masterClrMapping/>
  </p:clrMapOvr>
  <p:transition>
    <p:fade/>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lstStyle/>
          <a:p>
            <a:pPr algn="ctr"/>
            <a:r>
              <a:rPr lang="en-GB" dirty="0"/>
              <a:t>Move within different documents</a:t>
            </a:r>
            <a:endParaRPr lang="en-US" dirty="0"/>
          </a:p>
        </p:txBody>
      </p:sp>
      <p:sp>
        <p:nvSpPr>
          <p:cNvPr id="3" name="Content Placeholder 2"/>
          <p:cNvSpPr>
            <a:spLocks noGrp="1"/>
          </p:cNvSpPr>
          <p:nvPr>
            <p:ph idx="1"/>
          </p:nvPr>
        </p:nvSpPr>
        <p:spPr>
          <a:xfrm>
            <a:off x="152400" y="692696"/>
            <a:ext cx="8839200" cy="6165304"/>
          </a:xfrm>
        </p:spPr>
        <p:txBody>
          <a:bodyPr>
            <a:normAutofit/>
          </a:bodyPr>
          <a:lstStyle/>
          <a:p>
            <a:pPr marL="0" indent="0" algn="ctr">
              <a:buNone/>
            </a:pPr>
            <a:r>
              <a:rPr lang="en-GB" dirty="0" smtClean="0">
                <a:solidFill>
                  <a:srgbClr val="FF0000"/>
                </a:solidFill>
              </a:rPr>
              <a:t>Step 2</a:t>
            </a:r>
          </a:p>
          <a:p>
            <a:r>
              <a:rPr lang="en-GB" dirty="0" smtClean="0"/>
              <a:t>Keep </a:t>
            </a:r>
            <a:r>
              <a:rPr lang="en-GB" dirty="0"/>
              <a:t>both the documents opened and to ensure that both documents are visible, click the </a:t>
            </a:r>
            <a:r>
              <a:rPr lang="en-GB" b="1" dirty="0"/>
              <a:t>Arrange All button </a:t>
            </a:r>
            <a:r>
              <a:rPr lang="en-GB" dirty="0" smtClean="0"/>
              <a:t>on </a:t>
            </a:r>
            <a:r>
              <a:rPr lang="en-GB" dirty="0"/>
              <a:t>the </a:t>
            </a:r>
            <a:r>
              <a:rPr lang="en-GB" b="1" dirty="0"/>
              <a:t>View tab </a:t>
            </a:r>
            <a:r>
              <a:rPr lang="en-GB" dirty="0"/>
              <a:t>on the </a:t>
            </a:r>
            <a:r>
              <a:rPr lang="en-GB" b="1" dirty="0"/>
              <a:t>Ribbon</a:t>
            </a:r>
            <a:r>
              <a:rPr lang="en-GB" dirty="0" smtClean="0"/>
              <a:t>.</a:t>
            </a:r>
          </a:p>
          <a:p>
            <a:endParaRPr lang="en-GB" dirty="0"/>
          </a:p>
        </p:txBody>
      </p:sp>
      <p:pic>
        <p:nvPicPr>
          <p:cNvPr id="16386" name="Picture 2" descr="C:\Users\UCCSMS1\Desktop\images\arrange_all.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3648" y="2924944"/>
            <a:ext cx="6912768" cy="38255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0395180"/>
      </p:ext>
    </p:extLst>
  </p:cSld>
  <p:clrMapOvr>
    <a:masterClrMapping/>
  </p:clrMapOvr>
  <p:transition>
    <p:fade/>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lstStyle/>
          <a:p>
            <a:pPr algn="ctr"/>
            <a:r>
              <a:rPr lang="en-GB" dirty="0"/>
              <a:t>Move within different documents</a:t>
            </a:r>
            <a:endParaRPr lang="en-US" dirty="0"/>
          </a:p>
        </p:txBody>
      </p:sp>
      <p:sp>
        <p:nvSpPr>
          <p:cNvPr id="3" name="Content Placeholder 2"/>
          <p:cNvSpPr>
            <a:spLocks noGrp="1"/>
          </p:cNvSpPr>
          <p:nvPr>
            <p:ph idx="1"/>
          </p:nvPr>
        </p:nvSpPr>
        <p:spPr>
          <a:xfrm>
            <a:off x="152400" y="692696"/>
            <a:ext cx="8839200" cy="6165304"/>
          </a:xfrm>
        </p:spPr>
        <p:txBody>
          <a:bodyPr>
            <a:normAutofit/>
          </a:bodyPr>
          <a:lstStyle/>
          <a:p>
            <a:pPr marL="0" indent="0" algn="ctr">
              <a:buNone/>
            </a:pPr>
            <a:r>
              <a:rPr lang="en-GB" dirty="0" smtClean="0">
                <a:solidFill>
                  <a:srgbClr val="FF0000"/>
                </a:solidFill>
              </a:rPr>
              <a:t>Step 2</a:t>
            </a:r>
          </a:p>
          <a:p>
            <a:r>
              <a:rPr lang="en-GB" dirty="0"/>
              <a:t>This will display both the documents as shown </a:t>
            </a:r>
            <a:r>
              <a:rPr lang="en-GB" dirty="0" smtClean="0"/>
              <a:t>below</a:t>
            </a:r>
          </a:p>
          <a:p>
            <a:endParaRPr lang="en-GB" dirty="0"/>
          </a:p>
        </p:txBody>
      </p:sp>
      <p:pic>
        <p:nvPicPr>
          <p:cNvPr id="17410" name="Picture 2" descr="C:\Users\UCCSMS1\Desktop\images\double_documents.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5696" y="2132856"/>
            <a:ext cx="6480719" cy="44644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4502606"/>
      </p:ext>
    </p:extLst>
  </p:cSld>
  <p:clrMapOvr>
    <a:masterClrMapping/>
  </p:clrMapOvr>
  <p:transition>
    <p:fade/>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lstStyle/>
          <a:p>
            <a:pPr algn="ctr"/>
            <a:r>
              <a:rPr lang="en-GB" dirty="0"/>
              <a:t>Move within different documents</a:t>
            </a:r>
            <a:endParaRPr lang="en-US" dirty="0"/>
          </a:p>
        </p:txBody>
      </p:sp>
      <p:sp>
        <p:nvSpPr>
          <p:cNvPr id="3" name="Content Placeholder 2"/>
          <p:cNvSpPr>
            <a:spLocks noGrp="1"/>
          </p:cNvSpPr>
          <p:nvPr>
            <p:ph idx="1"/>
          </p:nvPr>
        </p:nvSpPr>
        <p:spPr>
          <a:xfrm>
            <a:off x="152400" y="692696"/>
            <a:ext cx="8839200" cy="6165304"/>
          </a:xfrm>
        </p:spPr>
        <p:txBody>
          <a:bodyPr>
            <a:normAutofit/>
          </a:bodyPr>
          <a:lstStyle/>
          <a:p>
            <a:pPr marL="0" indent="0" algn="ctr">
              <a:buNone/>
            </a:pPr>
            <a:r>
              <a:rPr lang="en-GB" dirty="0" smtClean="0">
                <a:solidFill>
                  <a:srgbClr val="FF0000"/>
                </a:solidFill>
              </a:rPr>
              <a:t>Step 3</a:t>
            </a:r>
          </a:p>
          <a:p>
            <a:r>
              <a:rPr lang="en-GB" dirty="0"/>
              <a:t>Now, select a portion of the text using any of the text selection methods</a:t>
            </a:r>
            <a:r>
              <a:rPr lang="en-GB" dirty="0" smtClean="0"/>
              <a:t>.</a:t>
            </a:r>
          </a:p>
          <a:p>
            <a:endParaRPr lang="en-GB" dirty="0"/>
          </a:p>
          <a:p>
            <a:pPr marL="0" indent="0" algn="ctr">
              <a:buNone/>
            </a:pPr>
            <a:r>
              <a:rPr lang="en-GB" dirty="0">
                <a:solidFill>
                  <a:srgbClr val="FF0000"/>
                </a:solidFill>
              </a:rPr>
              <a:t>Step </a:t>
            </a:r>
            <a:r>
              <a:rPr lang="en-GB" dirty="0" smtClean="0">
                <a:solidFill>
                  <a:srgbClr val="FF0000"/>
                </a:solidFill>
              </a:rPr>
              <a:t>4</a:t>
            </a:r>
            <a:endParaRPr lang="en-GB" dirty="0">
              <a:solidFill>
                <a:srgbClr val="FF0000"/>
              </a:solidFill>
            </a:endParaRPr>
          </a:p>
          <a:p>
            <a:r>
              <a:rPr lang="en-GB" dirty="0"/>
              <a:t>Take your mouse pointer over the selected text and hold the left button of the mouse and keep holding it while moving around the document.</a:t>
            </a:r>
          </a:p>
        </p:txBody>
      </p:sp>
    </p:spTree>
    <p:extLst>
      <p:ext uri="{BB962C8B-B14F-4D97-AF65-F5344CB8AC3E}">
        <p14:creationId xmlns:p14="http://schemas.microsoft.com/office/powerpoint/2010/main" val="546647107"/>
      </p:ext>
    </p:extLst>
  </p:cSld>
  <p:clrMapOvr>
    <a:masterClrMapping/>
  </p:clrMapOvr>
  <p:transition>
    <p:fade/>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lstStyle/>
          <a:p>
            <a:pPr algn="ctr"/>
            <a:r>
              <a:rPr lang="en-GB" dirty="0"/>
              <a:t>Move within different documents</a:t>
            </a:r>
            <a:endParaRPr lang="en-US" dirty="0"/>
          </a:p>
        </p:txBody>
      </p:sp>
      <p:sp>
        <p:nvSpPr>
          <p:cNvPr id="3" name="Content Placeholder 2"/>
          <p:cNvSpPr>
            <a:spLocks noGrp="1"/>
          </p:cNvSpPr>
          <p:nvPr>
            <p:ph idx="1"/>
          </p:nvPr>
        </p:nvSpPr>
        <p:spPr>
          <a:xfrm>
            <a:off x="152400" y="692696"/>
            <a:ext cx="8839200" cy="6165304"/>
          </a:xfrm>
        </p:spPr>
        <p:txBody>
          <a:bodyPr>
            <a:normAutofit/>
          </a:bodyPr>
          <a:lstStyle/>
          <a:p>
            <a:pPr marL="0" indent="0" algn="ctr">
              <a:buNone/>
            </a:pPr>
            <a:r>
              <a:rPr lang="en-GB" dirty="0" smtClean="0">
                <a:solidFill>
                  <a:srgbClr val="FF0000"/>
                </a:solidFill>
              </a:rPr>
              <a:t>Step 5</a:t>
            </a:r>
          </a:p>
          <a:p>
            <a:pPr algn="just"/>
            <a:r>
              <a:rPr lang="en-GB" dirty="0"/>
              <a:t>Take your mouse pointer at the place in the second document where you want to move the selected text and release the mouse button. </a:t>
            </a:r>
            <a:endParaRPr lang="en-GB" dirty="0" smtClean="0"/>
          </a:p>
          <a:p>
            <a:pPr algn="just"/>
            <a:endParaRPr lang="en-GB" dirty="0"/>
          </a:p>
          <a:p>
            <a:pPr algn="just"/>
            <a:r>
              <a:rPr lang="en-GB" dirty="0" smtClean="0"/>
              <a:t>You </a:t>
            </a:r>
            <a:r>
              <a:rPr lang="en-GB" dirty="0"/>
              <a:t>will see that the selected text is moved to the desired location in the second document.</a:t>
            </a:r>
          </a:p>
        </p:txBody>
      </p:sp>
    </p:spTree>
    <p:extLst>
      <p:ext uri="{BB962C8B-B14F-4D97-AF65-F5344CB8AC3E}">
        <p14:creationId xmlns:p14="http://schemas.microsoft.com/office/powerpoint/2010/main" val="574362002"/>
      </p:ext>
    </p:extLst>
  </p:cSld>
  <p:clrMapOvr>
    <a:masterClrMapping/>
  </p:clrMapOvr>
  <p:transition>
    <p:fade/>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lstStyle/>
          <a:p>
            <a:pPr algn="ctr"/>
            <a:r>
              <a:rPr lang="en-GB" dirty="0"/>
              <a:t>Move within different documents</a:t>
            </a:r>
            <a:endParaRPr lang="en-US" dirty="0"/>
          </a:p>
        </p:txBody>
      </p:sp>
      <p:sp>
        <p:nvSpPr>
          <p:cNvPr id="3" name="Content Placeholder 2"/>
          <p:cNvSpPr>
            <a:spLocks noGrp="1"/>
          </p:cNvSpPr>
          <p:nvPr>
            <p:ph idx="1"/>
          </p:nvPr>
        </p:nvSpPr>
        <p:spPr>
          <a:xfrm>
            <a:off x="152400" y="692696"/>
            <a:ext cx="8839200" cy="6165304"/>
          </a:xfrm>
        </p:spPr>
        <p:txBody>
          <a:bodyPr>
            <a:normAutofit/>
          </a:bodyPr>
          <a:lstStyle/>
          <a:p>
            <a:pPr marL="0" indent="0" algn="ctr">
              <a:buNone/>
            </a:pPr>
            <a:r>
              <a:rPr lang="en-GB" dirty="0" smtClean="0">
                <a:solidFill>
                  <a:srgbClr val="FF0000"/>
                </a:solidFill>
              </a:rPr>
              <a:t>Step 5</a:t>
            </a:r>
          </a:p>
          <a:p>
            <a:pPr marL="0" indent="0" algn="ctr">
              <a:buNone/>
            </a:pPr>
            <a:endParaRPr lang="en-GB" dirty="0" smtClean="0">
              <a:solidFill>
                <a:srgbClr val="FF0000"/>
              </a:solidFill>
            </a:endParaRPr>
          </a:p>
        </p:txBody>
      </p:sp>
      <p:pic>
        <p:nvPicPr>
          <p:cNvPr id="18434" name="Picture 2" descr="C:\Users\UCCSMS1\Desktop\images\moved_text2.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560" y="1484784"/>
            <a:ext cx="7848872" cy="49874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860758"/>
      </p:ext>
    </p:extLst>
  </p:cSld>
  <p:clrMapOvr>
    <a:masterClrMapping/>
  </p:clrMapOvr>
  <p:transition>
    <p:fade/>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lstStyle/>
          <a:p>
            <a:pPr algn="ctr"/>
            <a:r>
              <a:rPr lang="en-GB" dirty="0"/>
              <a:t>Copy &amp; Paste in Word 2010</a:t>
            </a:r>
            <a:endParaRPr lang="en-US" dirty="0"/>
          </a:p>
        </p:txBody>
      </p:sp>
      <p:sp>
        <p:nvSpPr>
          <p:cNvPr id="3" name="Content Placeholder 2"/>
          <p:cNvSpPr>
            <a:spLocks noGrp="1"/>
          </p:cNvSpPr>
          <p:nvPr>
            <p:ph idx="1"/>
          </p:nvPr>
        </p:nvSpPr>
        <p:spPr>
          <a:xfrm>
            <a:off x="152400" y="692696"/>
            <a:ext cx="8839200" cy="6165304"/>
          </a:xfrm>
        </p:spPr>
        <p:txBody>
          <a:bodyPr>
            <a:normAutofit/>
          </a:bodyPr>
          <a:lstStyle/>
          <a:p>
            <a:pPr algn="just"/>
            <a:r>
              <a:rPr lang="en-GB" dirty="0"/>
              <a:t>To use copy and paste or cut and paste operations, Word makes use of a temporary memory which is called the </a:t>
            </a:r>
            <a:r>
              <a:rPr lang="en-GB" b="1" dirty="0"/>
              <a:t>clipboard</a:t>
            </a:r>
            <a:r>
              <a:rPr lang="en-GB" dirty="0" smtClean="0"/>
              <a:t>.</a:t>
            </a:r>
          </a:p>
          <a:p>
            <a:pPr algn="just"/>
            <a:endParaRPr lang="en-GB" dirty="0"/>
          </a:p>
          <a:p>
            <a:pPr algn="just"/>
            <a:r>
              <a:rPr lang="en-GB" dirty="0"/>
              <a:t>When you copy or cut a text, it stay on the clipboard </a:t>
            </a:r>
            <a:r>
              <a:rPr lang="en-GB" b="1" dirty="0"/>
              <a:t>temporarily</a:t>
            </a:r>
            <a:r>
              <a:rPr lang="en-GB" dirty="0"/>
              <a:t> and in the second step you can paste this content at the desired location.</a:t>
            </a:r>
            <a:endParaRPr lang="en-US" dirty="0"/>
          </a:p>
        </p:txBody>
      </p:sp>
    </p:spTree>
    <p:extLst>
      <p:ext uri="{BB962C8B-B14F-4D97-AF65-F5344CB8AC3E}">
        <p14:creationId xmlns:p14="http://schemas.microsoft.com/office/powerpoint/2010/main" val="2394788338"/>
      </p:ext>
    </p:extLst>
  </p:cSld>
  <p:clrMapOvr>
    <a:masterClrMapping/>
  </p:clrMapOvr>
  <p:transition>
    <p:fade/>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lstStyle/>
          <a:p>
            <a:pPr algn="ctr"/>
            <a:r>
              <a:rPr lang="en-GB" dirty="0"/>
              <a:t>Copy &amp; Paste Operation</a:t>
            </a:r>
            <a:endParaRPr lang="en-US" dirty="0"/>
          </a:p>
        </p:txBody>
      </p:sp>
      <p:sp>
        <p:nvSpPr>
          <p:cNvPr id="3" name="Content Placeholder 2"/>
          <p:cNvSpPr>
            <a:spLocks noGrp="1"/>
          </p:cNvSpPr>
          <p:nvPr>
            <p:ph idx="1"/>
          </p:nvPr>
        </p:nvSpPr>
        <p:spPr>
          <a:xfrm>
            <a:off x="152400" y="692696"/>
            <a:ext cx="8839200" cy="6165304"/>
          </a:xfrm>
        </p:spPr>
        <p:txBody>
          <a:bodyPr>
            <a:normAutofit/>
          </a:bodyPr>
          <a:lstStyle/>
          <a:p>
            <a:pPr algn="just"/>
            <a:r>
              <a:rPr lang="en-GB" dirty="0"/>
              <a:t>The Copy operation will just copy the content from its original place and create a </a:t>
            </a:r>
            <a:r>
              <a:rPr lang="en-GB" b="1" dirty="0"/>
              <a:t>duplicate copy </a:t>
            </a:r>
            <a:r>
              <a:rPr lang="en-GB" dirty="0"/>
              <a:t>of the content at the desired location without </a:t>
            </a:r>
            <a:r>
              <a:rPr lang="en-GB" b="1" dirty="0"/>
              <a:t>deleting the </a:t>
            </a:r>
            <a:r>
              <a:rPr lang="en-GB" b="1" dirty="0" smtClean="0"/>
              <a:t>text</a:t>
            </a:r>
            <a:r>
              <a:rPr lang="en-GB" dirty="0" smtClean="0"/>
              <a:t> </a:t>
            </a:r>
            <a:r>
              <a:rPr lang="en-GB" dirty="0"/>
              <a:t>from it's the original location</a:t>
            </a:r>
            <a:r>
              <a:rPr lang="en-GB" dirty="0" smtClean="0"/>
              <a:t>.</a:t>
            </a:r>
          </a:p>
          <a:p>
            <a:pPr algn="just"/>
            <a:endParaRPr lang="en-GB" dirty="0"/>
          </a:p>
          <a:p>
            <a:pPr algn="just"/>
            <a:r>
              <a:rPr lang="en-GB" dirty="0" smtClean="0"/>
              <a:t>The Following </a:t>
            </a:r>
            <a:r>
              <a:rPr lang="en-GB" dirty="0"/>
              <a:t>is the procedure to copy the content in word </a:t>
            </a:r>
            <a:endParaRPr lang="en-US" dirty="0"/>
          </a:p>
        </p:txBody>
      </p:sp>
    </p:spTree>
    <p:extLst>
      <p:ext uri="{BB962C8B-B14F-4D97-AF65-F5344CB8AC3E}">
        <p14:creationId xmlns:p14="http://schemas.microsoft.com/office/powerpoint/2010/main" val="3479730988"/>
      </p:ext>
    </p:extLst>
  </p:cSld>
  <p:clrMapOvr>
    <a:masterClrMapping/>
  </p:clrMapOvr>
  <p:transition>
    <p:fade/>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lstStyle/>
          <a:p>
            <a:pPr algn="ctr"/>
            <a:r>
              <a:rPr lang="en-GB" dirty="0"/>
              <a:t>Copy &amp; Paste Operation</a:t>
            </a:r>
            <a:endParaRPr lang="en-US" dirty="0"/>
          </a:p>
        </p:txBody>
      </p:sp>
      <p:sp>
        <p:nvSpPr>
          <p:cNvPr id="3" name="Content Placeholder 2"/>
          <p:cNvSpPr>
            <a:spLocks noGrp="1"/>
          </p:cNvSpPr>
          <p:nvPr>
            <p:ph idx="1"/>
          </p:nvPr>
        </p:nvSpPr>
        <p:spPr>
          <a:xfrm>
            <a:off x="152400" y="692696"/>
            <a:ext cx="8839200" cy="6165304"/>
          </a:xfrm>
        </p:spPr>
        <p:txBody>
          <a:bodyPr>
            <a:normAutofit/>
          </a:bodyPr>
          <a:lstStyle/>
          <a:p>
            <a:pPr marL="0" indent="0" algn="ctr">
              <a:buNone/>
            </a:pPr>
            <a:r>
              <a:rPr lang="en-GB" b="1" dirty="0">
                <a:solidFill>
                  <a:srgbClr val="FF0000"/>
                </a:solidFill>
              </a:rPr>
              <a:t>Step 1 </a:t>
            </a:r>
            <a:endParaRPr lang="en-GB" b="1" dirty="0" smtClean="0">
              <a:solidFill>
                <a:srgbClr val="FF0000"/>
              </a:solidFill>
            </a:endParaRPr>
          </a:p>
          <a:p>
            <a:pPr algn="just"/>
            <a:r>
              <a:rPr lang="en-GB" dirty="0" smtClean="0"/>
              <a:t>Select </a:t>
            </a:r>
            <a:r>
              <a:rPr lang="en-GB" dirty="0"/>
              <a:t>a portion of the text using any of the text selection methods</a:t>
            </a:r>
            <a:r>
              <a:rPr lang="en-GB" dirty="0" smtClean="0"/>
              <a:t>.</a:t>
            </a:r>
          </a:p>
          <a:p>
            <a:pPr algn="just"/>
            <a:endParaRPr lang="en-GB" dirty="0"/>
          </a:p>
        </p:txBody>
      </p:sp>
      <p:pic>
        <p:nvPicPr>
          <p:cNvPr id="19458" name="Picture 2" descr="C:\Users\UCCSMS1\Desktop\images\selected_text.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5696" y="2420888"/>
            <a:ext cx="5616624" cy="42484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97707541"/>
      </p:ext>
    </p:extLst>
  </p:cSld>
  <p:clrMapOvr>
    <a:masterClrMapping/>
  </p:clrMapOvr>
  <p:transition>
    <p:fade/>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lstStyle/>
          <a:p>
            <a:pPr algn="ctr"/>
            <a:r>
              <a:rPr lang="en-GB" dirty="0"/>
              <a:t>Copy &amp; Paste Operation</a:t>
            </a:r>
            <a:endParaRPr lang="en-US" dirty="0"/>
          </a:p>
        </p:txBody>
      </p:sp>
      <p:sp>
        <p:nvSpPr>
          <p:cNvPr id="3" name="Content Placeholder 2"/>
          <p:cNvSpPr>
            <a:spLocks noGrp="1"/>
          </p:cNvSpPr>
          <p:nvPr>
            <p:ph idx="1"/>
          </p:nvPr>
        </p:nvSpPr>
        <p:spPr>
          <a:xfrm>
            <a:off x="152400" y="692696"/>
            <a:ext cx="8839200" cy="6165304"/>
          </a:xfrm>
        </p:spPr>
        <p:txBody>
          <a:bodyPr>
            <a:normAutofit/>
          </a:bodyPr>
          <a:lstStyle/>
          <a:p>
            <a:pPr marL="0" indent="0" algn="ctr">
              <a:buNone/>
            </a:pPr>
            <a:r>
              <a:rPr lang="en-GB" b="1" dirty="0">
                <a:solidFill>
                  <a:srgbClr val="FF0000"/>
                </a:solidFill>
              </a:rPr>
              <a:t>Step </a:t>
            </a:r>
            <a:r>
              <a:rPr lang="en-GB" b="1" dirty="0" smtClean="0">
                <a:solidFill>
                  <a:srgbClr val="FF0000"/>
                </a:solidFill>
              </a:rPr>
              <a:t>2 </a:t>
            </a:r>
          </a:p>
          <a:p>
            <a:pPr algn="just"/>
            <a:r>
              <a:rPr lang="en-GB" dirty="0" smtClean="0"/>
              <a:t>You </a:t>
            </a:r>
            <a:r>
              <a:rPr lang="en-GB" dirty="0"/>
              <a:t>have various options available to copy the selected text in clipboard. </a:t>
            </a:r>
            <a:endParaRPr lang="en-GB" dirty="0" smtClean="0"/>
          </a:p>
          <a:p>
            <a:pPr algn="just"/>
            <a:r>
              <a:rPr lang="en-GB" dirty="0" smtClean="0"/>
              <a:t>You </a:t>
            </a:r>
            <a:r>
              <a:rPr lang="en-GB" dirty="0"/>
              <a:t>can make use of any one of the options </a:t>
            </a:r>
            <a:r>
              <a:rPr lang="en-GB" dirty="0" smtClean="0"/>
              <a:t>−</a:t>
            </a:r>
          </a:p>
          <a:p>
            <a:pPr lvl="1" algn="just"/>
            <a:r>
              <a:rPr lang="en-GB" b="1" dirty="0">
                <a:solidFill>
                  <a:srgbClr val="FF0000"/>
                </a:solidFill>
              </a:rPr>
              <a:t>Using </a:t>
            </a:r>
            <a:r>
              <a:rPr lang="en-GB" b="1" dirty="0" smtClean="0">
                <a:solidFill>
                  <a:srgbClr val="FF0000"/>
                </a:solidFill>
              </a:rPr>
              <a:t>Right-Click</a:t>
            </a:r>
            <a:r>
              <a:rPr lang="en-GB" b="1" dirty="0" smtClean="0"/>
              <a:t>: </a:t>
            </a:r>
            <a:r>
              <a:rPr lang="en-GB" dirty="0" smtClean="0"/>
              <a:t>When </a:t>
            </a:r>
            <a:r>
              <a:rPr lang="en-GB" dirty="0"/>
              <a:t>you right-click on the selected text, it will display the copy option, click this option to copy the selected content in clipboard</a:t>
            </a:r>
            <a:r>
              <a:rPr lang="en-GB" dirty="0" smtClean="0"/>
              <a:t>.</a:t>
            </a:r>
          </a:p>
          <a:p>
            <a:pPr lvl="1" algn="just"/>
            <a:r>
              <a:rPr lang="en-GB" b="1" dirty="0">
                <a:solidFill>
                  <a:srgbClr val="FF0000"/>
                </a:solidFill>
              </a:rPr>
              <a:t>Using Ribbon Copy </a:t>
            </a:r>
            <a:r>
              <a:rPr lang="en-GB" b="1" dirty="0" smtClean="0">
                <a:solidFill>
                  <a:srgbClr val="FF0000"/>
                </a:solidFill>
              </a:rPr>
              <a:t>Button</a:t>
            </a:r>
            <a:r>
              <a:rPr lang="en-GB" dirty="0" smtClean="0"/>
              <a:t>: </a:t>
            </a:r>
            <a:r>
              <a:rPr lang="en-GB" dirty="0"/>
              <a:t>After selecting text, you can use the copy button available at the ribbon to copy the selected content in clipboard</a:t>
            </a:r>
            <a:r>
              <a:rPr lang="en-GB" dirty="0" smtClean="0"/>
              <a:t>.</a:t>
            </a:r>
          </a:p>
          <a:p>
            <a:pPr lvl="1" algn="just"/>
            <a:r>
              <a:rPr lang="en-GB" b="1" dirty="0">
                <a:solidFill>
                  <a:srgbClr val="FF0000"/>
                </a:solidFill>
              </a:rPr>
              <a:t>Using Ctrl + c </a:t>
            </a:r>
            <a:r>
              <a:rPr lang="en-GB" b="1" dirty="0" smtClean="0">
                <a:solidFill>
                  <a:srgbClr val="FF0000"/>
                </a:solidFill>
              </a:rPr>
              <a:t>Keys</a:t>
            </a:r>
            <a:r>
              <a:rPr lang="en-GB" dirty="0" smtClean="0"/>
              <a:t>: After </a:t>
            </a:r>
            <a:r>
              <a:rPr lang="en-GB" dirty="0"/>
              <a:t>selecting a text, just press Ctrl + c keys to copy the selected content in clipboard.</a:t>
            </a:r>
          </a:p>
        </p:txBody>
      </p:sp>
    </p:spTree>
    <p:extLst>
      <p:ext uri="{BB962C8B-B14F-4D97-AF65-F5344CB8AC3E}">
        <p14:creationId xmlns:p14="http://schemas.microsoft.com/office/powerpoint/2010/main" val="3131685168"/>
      </p:ext>
    </p:extLst>
  </p:cSld>
  <p:clrMapOvr>
    <a:masterClrMapping/>
  </p:clrMapOvr>
  <p:transition>
    <p:fade/>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lstStyle/>
          <a:p>
            <a:pPr algn="ctr"/>
            <a:r>
              <a:rPr lang="en-GB" dirty="0"/>
              <a:t>Copy &amp; Paste Operation</a:t>
            </a:r>
            <a:endParaRPr lang="en-US" dirty="0"/>
          </a:p>
        </p:txBody>
      </p:sp>
      <p:sp>
        <p:nvSpPr>
          <p:cNvPr id="3" name="Content Placeholder 2"/>
          <p:cNvSpPr>
            <a:spLocks noGrp="1"/>
          </p:cNvSpPr>
          <p:nvPr>
            <p:ph idx="1"/>
          </p:nvPr>
        </p:nvSpPr>
        <p:spPr>
          <a:xfrm>
            <a:off x="152400" y="692696"/>
            <a:ext cx="8839200" cy="6165304"/>
          </a:xfrm>
        </p:spPr>
        <p:txBody>
          <a:bodyPr>
            <a:normAutofit/>
          </a:bodyPr>
          <a:lstStyle/>
          <a:p>
            <a:pPr marL="0" indent="0" algn="ctr">
              <a:buNone/>
            </a:pPr>
            <a:r>
              <a:rPr lang="en-GB" b="1" dirty="0">
                <a:solidFill>
                  <a:srgbClr val="FF0000"/>
                </a:solidFill>
              </a:rPr>
              <a:t>Step </a:t>
            </a:r>
            <a:r>
              <a:rPr lang="en-GB" b="1" dirty="0" smtClean="0">
                <a:solidFill>
                  <a:srgbClr val="FF0000"/>
                </a:solidFill>
              </a:rPr>
              <a:t>2</a:t>
            </a:r>
          </a:p>
          <a:p>
            <a:pPr marL="0" indent="0" algn="ctr">
              <a:buNone/>
            </a:pPr>
            <a:endParaRPr lang="en-GB" b="1" dirty="0" smtClean="0">
              <a:solidFill>
                <a:srgbClr val="FF0000"/>
              </a:solidFill>
            </a:endParaRPr>
          </a:p>
        </p:txBody>
      </p:sp>
      <p:pic>
        <p:nvPicPr>
          <p:cNvPr id="20482" name="Picture 2" descr="C:\Users\UCCSMS1\Desktop\images\copy_buttons.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584" y="1412776"/>
            <a:ext cx="7704856" cy="5286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53470569"/>
      </p:ext>
    </p:extLst>
  </p:cSld>
  <p:clrMapOvr>
    <a:masterClrMapping/>
  </p:clrMapOvr>
  <p:transition>
    <p:fade/>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lstStyle/>
          <a:p>
            <a:pPr algn="ctr"/>
            <a:r>
              <a:rPr lang="en-GB" dirty="0"/>
              <a:t>Copy &amp; Paste Operation</a:t>
            </a:r>
            <a:endParaRPr lang="en-US" dirty="0"/>
          </a:p>
        </p:txBody>
      </p:sp>
      <p:sp>
        <p:nvSpPr>
          <p:cNvPr id="3" name="Content Placeholder 2"/>
          <p:cNvSpPr>
            <a:spLocks noGrp="1"/>
          </p:cNvSpPr>
          <p:nvPr>
            <p:ph idx="1"/>
          </p:nvPr>
        </p:nvSpPr>
        <p:spPr>
          <a:xfrm>
            <a:off x="152400" y="692696"/>
            <a:ext cx="8839200" cy="6165304"/>
          </a:xfrm>
        </p:spPr>
        <p:txBody>
          <a:bodyPr>
            <a:normAutofit/>
          </a:bodyPr>
          <a:lstStyle/>
          <a:p>
            <a:pPr marL="0" indent="0" algn="ctr">
              <a:buNone/>
            </a:pPr>
            <a:r>
              <a:rPr lang="en-GB" b="1" dirty="0">
                <a:solidFill>
                  <a:srgbClr val="FF0000"/>
                </a:solidFill>
              </a:rPr>
              <a:t>Step 3</a:t>
            </a:r>
            <a:endParaRPr lang="en-GB" b="1" dirty="0" smtClean="0">
              <a:solidFill>
                <a:srgbClr val="FF0000"/>
              </a:solidFill>
            </a:endParaRPr>
          </a:p>
          <a:p>
            <a:pPr algn="just"/>
            <a:r>
              <a:rPr lang="en-GB" dirty="0" smtClean="0"/>
              <a:t>Finally </a:t>
            </a:r>
            <a:r>
              <a:rPr lang="en-GB" dirty="0"/>
              <a:t>click at the place where you want to copy the selected text and use either of these two simple </a:t>
            </a:r>
            <a:r>
              <a:rPr lang="en-GB" dirty="0" smtClean="0"/>
              <a:t>options</a:t>
            </a:r>
          </a:p>
          <a:p>
            <a:pPr lvl="1" algn="just"/>
            <a:r>
              <a:rPr lang="en-GB" b="1" dirty="0">
                <a:solidFill>
                  <a:srgbClr val="FF0000"/>
                </a:solidFill>
              </a:rPr>
              <a:t>Using Ribbon Paste </a:t>
            </a:r>
            <a:r>
              <a:rPr lang="en-GB" b="1" dirty="0" smtClean="0">
                <a:solidFill>
                  <a:srgbClr val="FF0000"/>
                </a:solidFill>
              </a:rPr>
              <a:t>Button</a:t>
            </a:r>
            <a:r>
              <a:rPr lang="en-GB" b="1" dirty="0" smtClean="0"/>
              <a:t>: </a:t>
            </a:r>
            <a:r>
              <a:rPr lang="en-GB" dirty="0" smtClean="0"/>
              <a:t> </a:t>
            </a:r>
            <a:r>
              <a:rPr lang="en-GB" dirty="0"/>
              <a:t>Just click the Paste button available at the ribbon to paste the copied content at the desired location</a:t>
            </a:r>
            <a:r>
              <a:rPr lang="en-GB" dirty="0" smtClean="0"/>
              <a:t>.</a:t>
            </a:r>
          </a:p>
          <a:p>
            <a:pPr marL="457200" lvl="1" indent="0" algn="just">
              <a:buNone/>
            </a:pPr>
            <a:endParaRPr lang="en-GB" dirty="0" smtClean="0"/>
          </a:p>
          <a:p>
            <a:pPr lvl="1" algn="just"/>
            <a:r>
              <a:rPr lang="en-GB" b="1" dirty="0">
                <a:solidFill>
                  <a:srgbClr val="FF0000"/>
                </a:solidFill>
              </a:rPr>
              <a:t>Using Ctrl + v Keys </a:t>
            </a:r>
            <a:r>
              <a:rPr lang="en-GB" dirty="0"/>
              <a:t>− This is simplest way of pasting the content. Just press </a:t>
            </a:r>
            <a:r>
              <a:rPr lang="en-GB" b="1" dirty="0">
                <a:solidFill>
                  <a:srgbClr val="FF0000"/>
                </a:solidFill>
              </a:rPr>
              <a:t>Ctrl + v </a:t>
            </a:r>
            <a:r>
              <a:rPr lang="en-GB" dirty="0"/>
              <a:t>keys to paste the content at the new location.</a:t>
            </a:r>
            <a:endParaRPr lang="en-GB" dirty="0" smtClean="0"/>
          </a:p>
        </p:txBody>
      </p:sp>
    </p:spTree>
    <p:extLst>
      <p:ext uri="{BB962C8B-B14F-4D97-AF65-F5344CB8AC3E}">
        <p14:creationId xmlns:p14="http://schemas.microsoft.com/office/powerpoint/2010/main" val="3718757548"/>
      </p:ext>
    </p:extLst>
  </p:cSld>
  <p:clrMapOvr>
    <a:masterClrMapping/>
  </p:clrMapOvr>
  <p:transition>
    <p:fade/>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lstStyle/>
          <a:p>
            <a:pPr algn="ctr"/>
            <a:r>
              <a:rPr lang="en-GB" dirty="0"/>
              <a:t>Copy &amp; Paste Operation</a:t>
            </a:r>
            <a:endParaRPr lang="en-US" dirty="0"/>
          </a:p>
        </p:txBody>
      </p:sp>
      <p:sp>
        <p:nvSpPr>
          <p:cNvPr id="3" name="Content Placeholder 2"/>
          <p:cNvSpPr>
            <a:spLocks noGrp="1"/>
          </p:cNvSpPr>
          <p:nvPr>
            <p:ph idx="1"/>
          </p:nvPr>
        </p:nvSpPr>
        <p:spPr>
          <a:xfrm>
            <a:off x="152400" y="692696"/>
            <a:ext cx="8839200" cy="6165304"/>
          </a:xfrm>
        </p:spPr>
        <p:txBody>
          <a:bodyPr>
            <a:normAutofit/>
          </a:bodyPr>
          <a:lstStyle/>
          <a:p>
            <a:pPr marL="0" indent="0" algn="ctr">
              <a:buNone/>
            </a:pPr>
            <a:r>
              <a:rPr lang="en-GB" b="1" dirty="0">
                <a:solidFill>
                  <a:srgbClr val="FF0000"/>
                </a:solidFill>
              </a:rPr>
              <a:t>Step </a:t>
            </a:r>
            <a:r>
              <a:rPr lang="en-GB" b="1" dirty="0" smtClean="0">
                <a:solidFill>
                  <a:srgbClr val="FF0000"/>
                </a:solidFill>
              </a:rPr>
              <a:t>3</a:t>
            </a:r>
          </a:p>
          <a:p>
            <a:pPr marL="0" indent="0" algn="ctr">
              <a:buNone/>
            </a:pPr>
            <a:endParaRPr lang="en-GB" b="1" dirty="0" smtClean="0">
              <a:solidFill>
                <a:srgbClr val="FF0000"/>
              </a:solidFill>
            </a:endParaRPr>
          </a:p>
        </p:txBody>
      </p:sp>
      <p:pic>
        <p:nvPicPr>
          <p:cNvPr id="21506" name="Picture 2" descr="C:\Users\UCCSMS1\Desktop\images\copied_text.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7851" y="1313718"/>
            <a:ext cx="7416824" cy="406717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755576" y="5733256"/>
            <a:ext cx="7776863" cy="646331"/>
          </a:xfrm>
          <a:prstGeom prst="rect">
            <a:avLst/>
          </a:prstGeom>
        </p:spPr>
        <p:txBody>
          <a:bodyPr wrap="square">
            <a:spAutoFit/>
          </a:bodyPr>
          <a:lstStyle/>
          <a:p>
            <a:r>
              <a:rPr lang="en-GB" b="1" dirty="0"/>
              <a:t>Note</a:t>
            </a:r>
            <a:r>
              <a:rPr lang="en-GB" dirty="0"/>
              <a:t> − </a:t>
            </a:r>
            <a:r>
              <a:rPr lang="en-GB" b="1" dirty="0"/>
              <a:t>You can repeat the Paste operation as many times as you like to paste the same content</a:t>
            </a:r>
            <a:r>
              <a:rPr lang="en-GB" dirty="0"/>
              <a:t>.</a:t>
            </a:r>
          </a:p>
        </p:txBody>
      </p:sp>
    </p:spTree>
    <p:extLst>
      <p:ext uri="{BB962C8B-B14F-4D97-AF65-F5344CB8AC3E}">
        <p14:creationId xmlns:p14="http://schemas.microsoft.com/office/powerpoint/2010/main" val="3219391076"/>
      </p:ext>
    </p:extLst>
  </p:cSld>
  <p:clrMapOvr>
    <a:masterClrMapping/>
  </p:clrMapOvr>
  <p:transition>
    <p:fade/>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lstStyle/>
          <a:p>
            <a:pPr algn="ctr"/>
            <a:r>
              <a:rPr lang="en-GB" dirty="0"/>
              <a:t>Cut &amp; Paste Operation</a:t>
            </a:r>
            <a:endParaRPr lang="en-US" dirty="0"/>
          </a:p>
        </p:txBody>
      </p:sp>
      <p:sp>
        <p:nvSpPr>
          <p:cNvPr id="3" name="Content Placeholder 2"/>
          <p:cNvSpPr>
            <a:spLocks noGrp="1"/>
          </p:cNvSpPr>
          <p:nvPr>
            <p:ph idx="1"/>
          </p:nvPr>
        </p:nvSpPr>
        <p:spPr>
          <a:xfrm>
            <a:off x="152400" y="692696"/>
            <a:ext cx="8839200" cy="6165304"/>
          </a:xfrm>
        </p:spPr>
        <p:txBody>
          <a:bodyPr>
            <a:normAutofit/>
          </a:bodyPr>
          <a:lstStyle/>
          <a:p>
            <a:pPr algn="just"/>
            <a:r>
              <a:rPr lang="en-GB" dirty="0"/>
              <a:t>The Cut operation will cut the content from its original place and move the content from its original location to a new desired location</a:t>
            </a:r>
            <a:r>
              <a:rPr lang="en-GB" dirty="0" smtClean="0"/>
              <a:t>.</a:t>
            </a:r>
          </a:p>
          <a:p>
            <a:pPr algn="just"/>
            <a:endParaRPr lang="en-GB" dirty="0"/>
          </a:p>
          <a:p>
            <a:pPr algn="just"/>
            <a:r>
              <a:rPr lang="en-GB" dirty="0" smtClean="0"/>
              <a:t>The Following </a:t>
            </a:r>
            <a:r>
              <a:rPr lang="en-GB" dirty="0"/>
              <a:t>is the procedure to </a:t>
            </a:r>
            <a:r>
              <a:rPr lang="en-GB" dirty="0" smtClean="0"/>
              <a:t>cut &amp; paste </a:t>
            </a:r>
            <a:r>
              <a:rPr lang="en-GB" dirty="0"/>
              <a:t>the content in word</a:t>
            </a:r>
            <a:endParaRPr lang="en-GB" dirty="0" smtClean="0"/>
          </a:p>
        </p:txBody>
      </p:sp>
    </p:spTree>
    <p:extLst>
      <p:ext uri="{BB962C8B-B14F-4D97-AF65-F5344CB8AC3E}">
        <p14:creationId xmlns:p14="http://schemas.microsoft.com/office/powerpoint/2010/main" val="1842670906"/>
      </p:ext>
    </p:extLst>
  </p:cSld>
  <p:clrMapOvr>
    <a:masterClrMapping/>
  </p:clrMapOvr>
  <p:transition>
    <p:fade/>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lstStyle/>
          <a:p>
            <a:pPr algn="ctr"/>
            <a:r>
              <a:rPr lang="en-GB" dirty="0"/>
              <a:t>Cut &amp; Paste Operation</a:t>
            </a:r>
            <a:endParaRPr lang="en-US" dirty="0"/>
          </a:p>
        </p:txBody>
      </p:sp>
      <p:sp>
        <p:nvSpPr>
          <p:cNvPr id="3" name="Content Placeholder 2"/>
          <p:cNvSpPr>
            <a:spLocks noGrp="1"/>
          </p:cNvSpPr>
          <p:nvPr>
            <p:ph idx="1"/>
          </p:nvPr>
        </p:nvSpPr>
        <p:spPr>
          <a:xfrm>
            <a:off x="152400" y="692696"/>
            <a:ext cx="8839200" cy="6165304"/>
          </a:xfrm>
        </p:spPr>
        <p:txBody>
          <a:bodyPr>
            <a:normAutofit/>
          </a:bodyPr>
          <a:lstStyle/>
          <a:p>
            <a:pPr marL="0" indent="0" algn="ctr">
              <a:buNone/>
            </a:pPr>
            <a:r>
              <a:rPr lang="en-GB" b="1" dirty="0">
                <a:solidFill>
                  <a:srgbClr val="FF0000"/>
                </a:solidFill>
              </a:rPr>
              <a:t>Step 1 </a:t>
            </a:r>
            <a:endParaRPr lang="en-GB" b="1" dirty="0" smtClean="0">
              <a:solidFill>
                <a:srgbClr val="FF0000"/>
              </a:solidFill>
            </a:endParaRPr>
          </a:p>
          <a:p>
            <a:pPr algn="just"/>
            <a:r>
              <a:rPr lang="en-GB" dirty="0" smtClean="0"/>
              <a:t>Select </a:t>
            </a:r>
            <a:r>
              <a:rPr lang="en-GB" dirty="0"/>
              <a:t>a portion of the text using any of the text selection methods</a:t>
            </a:r>
            <a:r>
              <a:rPr lang="en-GB" dirty="0" smtClean="0"/>
              <a:t>.</a:t>
            </a:r>
          </a:p>
          <a:p>
            <a:pPr algn="just"/>
            <a:endParaRPr lang="en-GB" dirty="0" smtClean="0"/>
          </a:p>
        </p:txBody>
      </p:sp>
      <p:pic>
        <p:nvPicPr>
          <p:cNvPr id="4" name="Picture 2" descr="C:\Users\UCCSMS1\Desktop\images\selected_text.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5696" y="2420888"/>
            <a:ext cx="5616624" cy="42484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6690917"/>
      </p:ext>
    </p:extLst>
  </p:cSld>
  <p:clrMapOvr>
    <a:masterClrMapping/>
  </p:clrMapOvr>
  <p:transition>
    <p:fade/>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lstStyle/>
          <a:p>
            <a:pPr algn="ctr"/>
            <a:r>
              <a:rPr lang="en-GB" dirty="0"/>
              <a:t>Cut &amp; Paste Operation</a:t>
            </a:r>
            <a:endParaRPr lang="en-US" dirty="0"/>
          </a:p>
        </p:txBody>
      </p:sp>
      <p:sp>
        <p:nvSpPr>
          <p:cNvPr id="3" name="Content Placeholder 2"/>
          <p:cNvSpPr>
            <a:spLocks noGrp="1"/>
          </p:cNvSpPr>
          <p:nvPr>
            <p:ph idx="1"/>
          </p:nvPr>
        </p:nvSpPr>
        <p:spPr>
          <a:xfrm>
            <a:off x="152400" y="692696"/>
            <a:ext cx="8839200" cy="6165304"/>
          </a:xfrm>
        </p:spPr>
        <p:txBody>
          <a:bodyPr>
            <a:normAutofit/>
          </a:bodyPr>
          <a:lstStyle/>
          <a:p>
            <a:pPr marL="0" indent="0" algn="ctr">
              <a:buNone/>
            </a:pPr>
            <a:r>
              <a:rPr lang="en-GB" b="1" dirty="0">
                <a:solidFill>
                  <a:srgbClr val="FF0000"/>
                </a:solidFill>
              </a:rPr>
              <a:t>Step </a:t>
            </a:r>
            <a:r>
              <a:rPr lang="en-GB" b="1" dirty="0" smtClean="0">
                <a:solidFill>
                  <a:srgbClr val="FF0000"/>
                </a:solidFill>
              </a:rPr>
              <a:t>2 </a:t>
            </a:r>
          </a:p>
          <a:p>
            <a:pPr algn="just"/>
            <a:r>
              <a:rPr lang="en-GB" dirty="0" smtClean="0"/>
              <a:t>Select </a:t>
            </a:r>
            <a:r>
              <a:rPr lang="en-GB" dirty="0"/>
              <a:t>a portion of the text using any of the text selection methods</a:t>
            </a:r>
            <a:r>
              <a:rPr lang="en-GB" dirty="0" smtClean="0"/>
              <a:t>.</a:t>
            </a:r>
          </a:p>
          <a:p>
            <a:pPr algn="just"/>
            <a:endParaRPr lang="en-GB" dirty="0" smtClean="0"/>
          </a:p>
          <a:p>
            <a:pPr algn="just"/>
            <a:r>
              <a:rPr lang="en-GB" dirty="0"/>
              <a:t>Now, you have various options available to cut the selected text and put it in the clipboard. </a:t>
            </a:r>
            <a:endParaRPr lang="en-GB" dirty="0" smtClean="0"/>
          </a:p>
          <a:p>
            <a:pPr algn="just"/>
            <a:endParaRPr lang="en-GB" dirty="0"/>
          </a:p>
          <a:p>
            <a:pPr algn="just"/>
            <a:r>
              <a:rPr lang="en-GB" dirty="0" smtClean="0"/>
              <a:t>You </a:t>
            </a:r>
            <a:r>
              <a:rPr lang="en-GB" dirty="0"/>
              <a:t>can make use of one of </a:t>
            </a:r>
            <a:r>
              <a:rPr lang="en-GB" dirty="0" smtClean="0"/>
              <a:t>these </a:t>
            </a:r>
            <a:r>
              <a:rPr lang="en-GB" dirty="0"/>
              <a:t>options</a:t>
            </a:r>
            <a:endParaRPr lang="en-GB" dirty="0" smtClean="0"/>
          </a:p>
        </p:txBody>
      </p:sp>
    </p:spTree>
    <p:extLst>
      <p:ext uri="{BB962C8B-B14F-4D97-AF65-F5344CB8AC3E}">
        <p14:creationId xmlns:p14="http://schemas.microsoft.com/office/powerpoint/2010/main" val="2270598362"/>
      </p:ext>
    </p:extLst>
  </p:cSld>
  <p:clrMapOvr>
    <a:masterClrMapping/>
  </p:clrMapOvr>
  <p:transition>
    <p:fade/>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lstStyle/>
          <a:p>
            <a:pPr algn="ctr"/>
            <a:r>
              <a:rPr lang="en-GB" dirty="0"/>
              <a:t>Cut &amp; Paste Operation</a:t>
            </a:r>
            <a:endParaRPr lang="en-US" dirty="0"/>
          </a:p>
        </p:txBody>
      </p:sp>
      <p:sp>
        <p:nvSpPr>
          <p:cNvPr id="3" name="Content Placeholder 2"/>
          <p:cNvSpPr>
            <a:spLocks noGrp="1"/>
          </p:cNvSpPr>
          <p:nvPr>
            <p:ph idx="1"/>
          </p:nvPr>
        </p:nvSpPr>
        <p:spPr>
          <a:xfrm>
            <a:off x="152400" y="692696"/>
            <a:ext cx="8839200" cy="6165304"/>
          </a:xfrm>
        </p:spPr>
        <p:txBody>
          <a:bodyPr>
            <a:normAutofit lnSpcReduction="10000"/>
          </a:bodyPr>
          <a:lstStyle/>
          <a:p>
            <a:pPr marL="0" indent="0" algn="ctr">
              <a:buNone/>
            </a:pPr>
            <a:r>
              <a:rPr lang="en-GB" b="1" dirty="0">
                <a:solidFill>
                  <a:srgbClr val="FF0000"/>
                </a:solidFill>
              </a:rPr>
              <a:t>Step </a:t>
            </a:r>
            <a:r>
              <a:rPr lang="en-GB" b="1" dirty="0" smtClean="0">
                <a:solidFill>
                  <a:srgbClr val="FF0000"/>
                </a:solidFill>
              </a:rPr>
              <a:t>2 </a:t>
            </a:r>
          </a:p>
          <a:p>
            <a:pPr algn="just"/>
            <a:r>
              <a:rPr lang="en-GB" b="1" dirty="0">
                <a:solidFill>
                  <a:srgbClr val="FF0000"/>
                </a:solidFill>
              </a:rPr>
              <a:t>Using </a:t>
            </a:r>
            <a:r>
              <a:rPr lang="en-GB" b="1" dirty="0" smtClean="0">
                <a:solidFill>
                  <a:srgbClr val="FF0000"/>
                </a:solidFill>
              </a:rPr>
              <a:t>Right-Click: </a:t>
            </a:r>
            <a:r>
              <a:rPr lang="en-GB" dirty="0" smtClean="0"/>
              <a:t>If </a:t>
            </a:r>
            <a:r>
              <a:rPr lang="en-GB" dirty="0"/>
              <a:t>right-click on the selected portion of text, it will display cut option, just click this option to cut the selected content and keep it in clipboard</a:t>
            </a:r>
            <a:r>
              <a:rPr lang="en-GB" dirty="0" smtClean="0"/>
              <a:t>.</a:t>
            </a:r>
          </a:p>
          <a:p>
            <a:pPr algn="just"/>
            <a:r>
              <a:rPr lang="en-GB" b="1" dirty="0">
                <a:solidFill>
                  <a:srgbClr val="FF0000"/>
                </a:solidFill>
              </a:rPr>
              <a:t>Using Ribbon Cut </a:t>
            </a:r>
            <a:r>
              <a:rPr lang="en-GB" b="1" dirty="0" smtClean="0">
                <a:solidFill>
                  <a:srgbClr val="FF0000"/>
                </a:solidFill>
              </a:rPr>
              <a:t>Button: </a:t>
            </a:r>
            <a:r>
              <a:rPr lang="en-GB" dirty="0" smtClean="0"/>
              <a:t>After </a:t>
            </a:r>
            <a:r>
              <a:rPr lang="en-GB" dirty="0"/>
              <a:t>selecting a portion of text, you can use cut button available at the ribbon to cut the selected content and keep it in clipboard</a:t>
            </a:r>
            <a:r>
              <a:rPr lang="en-GB" dirty="0" smtClean="0"/>
              <a:t>.</a:t>
            </a:r>
          </a:p>
          <a:p>
            <a:pPr algn="just"/>
            <a:r>
              <a:rPr lang="en-GB" dirty="0"/>
              <a:t> </a:t>
            </a:r>
            <a:r>
              <a:rPr lang="en-GB" b="1" dirty="0">
                <a:solidFill>
                  <a:srgbClr val="FF0000"/>
                </a:solidFill>
              </a:rPr>
              <a:t>Using Ctrl + x </a:t>
            </a:r>
            <a:r>
              <a:rPr lang="en-GB" b="1" dirty="0" smtClean="0">
                <a:solidFill>
                  <a:srgbClr val="FF0000"/>
                </a:solidFill>
              </a:rPr>
              <a:t>Keys:</a:t>
            </a:r>
            <a:r>
              <a:rPr lang="en-GB" dirty="0" smtClean="0"/>
              <a:t> </a:t>
            </a:r>
            <a:r>
              <a:rPr lang="en-GB" dirty="0"/>
              <a:t>After selecting a portion of text, just press Ctrl + x keys to cut the selected content and keep it in clipboard.</a:t>
            </a:r>
            <a:endParaRPr lang="en-GB" dirty="0" smtClean="0"/>
          </a:p>
        </p:txBody>
      </p:sp>
    </p:spTree>
    <p:extLst>
      <p:ext uri="{BB962C8B-B14F-4D97-AF65-F5344CB8AC3E}">
        <p14:creationId xmlns:p14="http://schemas.microsoft.com/office/powerpoint/2010/main" val="117124849"/>
      </p:ext>
    </p:extLst>
  </p:cSld>
  <p:clrMapOvr>
    <a:masterClrMapping/>
  </p:clrMapOvr>
  <p:transition>
    <p:fade/>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lstStyle/>
          <a:p>
            <a:pPr algn="ctr"/>
            <a:r>
              <a:rPr lang="en-GB" dirty="0"/>
              <a:t>Cut &amp; Paste Operation</a:t>
            </a:r>
            <a:endParaRPr lang="en-US" dirty="0"/>
          </a:p>
        </p:txBody>
      </p:sp>
      <p:sp>
        <p:nvSpPr>
          <p:cNvPr id="3" name="Content Placeholder 2"/>
          <p:cNvSpPr>
            <a:spLocks noGrp="1"/>
          </p:cNvSpPr>
          <p:nvPr>
            <p:ph idx="1"/>
          </p:nvPr>
        </p:nvSpPr>
        <p:spPr>
          <a:xfrm>
            <a:off x="152400" y="692696"/>
            <a:ext cx="8839200" cy="6165304"/>
          </a:xfrm>
        </p:spPr>
        <p:txBody>
          <a:bodyPr>
            <a:normAutofit/>
          </a:bodyPr>
          <a:lstStyle/>
          <a:p>
            <a:pPr marL="0" indent="0" algn="ctr">
              <a:buNone/>
            </a:pPr>
            <a:r>
              <a:rPr lang="en-GB" b="1" dirty="0">
                <a:solidFill>
                  <a:srgbClr val="FF0000"/>
                </a:solidFill>
              </a:rPr>
              <a:t>Step </a:t>
            </a:r>
            <a:r>
              <a:rPr lang="en-GB" b="1" dirty="0" smtClean="0">
                <a:solidFill>
                  <a:srgbClr val="FF0000"/>
                </a:solidFill>
              </a:rPr>
              <a:t>2 </a:t>
            </a:r>
          </a:p>
          <a:p>
            <a:pPr marL="0" indent="0" algn="ctr">
              <a:buNone/>
            </a:pPr>
            <a:endParaRPr lang="en-GB" b="1" dirty="0" smtClean="0">
              <a:solidFill>
                <a:srgbClr val="FF0000"/>
              </a:solidFill>
            </a:endParaRPr>
          </a:p>
        </p:txBody>
      </p:sp>
      <p:pic>
        <p:nvPicPr>
          <p:cNvPr id="22530" name="Picture 2" descr="C:\Users\UCCSMS1\Desktop\images\copy_buttons.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584" y="1340768"/>
            <a:ext cx="7776864" cy="5286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5111263"/>
      </p:ext>
    </p:extLst>
  </p:cSld>
  <p:clrMapOvr>
    <a:masterClrMapping/>
  </p:clrMapOvr>
  <p:transition>
    <p:fade/>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lstStyle/>
          <a:p>
            <a:pPr algn="ctr"/>
            <a:r>
              <a:rPr lang="en-GB" dirty="0"/>
              <a:t>Cut &amp; Paste Operation</a:t>
            </a:r>
            <a:endParaRPr lang="en-US" dirty="0"/>
          </a:p>
        </p:txBody>
      </p:sp>
      <p:sp>
        <p:nvSpPr>
          <p:cNvPr id="3" name="Content Placeholder 2"/>
          <p:cNvSpPr>
            <a:spLocks noGrp="1"/>
          </p:cNvSpPr>
          <p:nvPr>
            <p:ph idx="1"/>
          </p:nvPr>
        </p:nvSpPr>
        <p:spPr>
          <a:xfrm>
            <a:off x="152400" y="692696"/>
            <a:ext cx="8839200" cy="6165304"/>
          </a:xfrm>
        </p:spPr>
        <p:txBody>
          <a:bodyPr>
            <a:normAutofit/>
          </a:bodyPr>
          <a:lstStyle/>
          <a:p>
            <a:pPr marL="0" indent="0" algn="ctr">
              <a:buNone/>
            </a:pPr>
            <a:r>
              <a:rPr lang="en-GB" b="1" dirty="0">
                <a:solidFill>
                  <a:srgbClr val="FF0000"/>
                </a:solidFill>
              </a:rPr>
              <a:t>Step </a:t>
            </a:r>
            <a:r>
              <a:rPr lang="en-GB" b="1" dirty="0" smtClean="0">
                <a:solidFill>
                  <a:srgbClr val="FF0000"/>
                </a:solidFill>
              </a:rPr>
              <a:t>3</a:t>
            </a:r>
          </a:p>
          <a:p>
            <a:pPr algn="just"/>
            <a:r>
              <a:rPr lang="en-GB" dirty="0" smtClean="0"/>
              <a:t>Finally</a:t>
            </a:r>
            <a:r>
              <a:rPr lang="en-GB" dirty="0"/>
              <a:t>, click at the place where you want to move the selected text and use either of these two simple </a:t>
            </a:r>
            <a:r>
              <a:rPr lang="en-GB" dirty="0" smtClean="0"/>
              <a:t>options:</a:t>
            </a:r>
          </a:p>
          <a:p>
            <a:pPr lvl="1" algn="just"/>
            <a:r>
              <a:rPr lang="en-GB" b="1" dirty="0">
                <a:solidFill>
                  <a:srgbClr val="FF0000"/>
                </a:solidFill>
              </a:rPr>
              <a:t>Using Ribbon Paste Button </a:t>
            </a:r>
            <a:r>
              <a:rPr lang="en-GB" dirty="0"/>
              <a:t>− Just click the Paste button available at the ribbon to paste the content at the new location</a:t>
            </a:r>
            <a:r>
              <a:rPr lang="en-GB" dirty="0" smtClean="0"/>
              <a:t>.</a:t>
            </a:r>
          </a:p>
          <a:p>
            <a:pPr marL="457200" lvl="1" indent="0" algn="just">
              <a:buNone/>
            </a:pPr>
            <a:endParaRPr lang="en-GB" dirty="0" smtClean="0"/>
          </a:p>
          <a:p>
            <a:pPr lvl="1" algn="just"/>
            <a:r>
              <a:rPr lang="en-GB" b="1" dirty="0">
                <a:solidFill>
                  <a:srgbClr val="FF0000"/>
                </a:solidFill>
              </a:rPr>
              <a:t>Using Ctrl + v Keys </a:t>
            </a:r>
            <a:r>
              <a:rPr lang="en-GB" dirty="0"/>
              <a:t>− This is simplest way of pasting the content. Just press Ctrl + v keys to paste the content at the new location.</a:t>
            </a:r>
            <a:endParaRPr lang="en-GB" dirty="0" smtClean="0"/>
          </a:p>
          <a:p>
            <a:pPr marL="0" indent="0" algn="just">
              <a:buNone/>
            </a:pPr>
            <a:endParaRPr lang="en-GB" dirty="0" smtClean="0"/>
          </a:p>
        </p:txBody>
      </p:sp>
    </p:spTree>
    <p:extLst>
      <p:ext uri="{BB962C8B-B14F-4D97-AF65-F5344CB8AC3E}">
        <p14:creationId xmlns:p14="http://schemas.microsoft.com/office/powerpoint/2010/main" val="4274489000"/>
      </p:ext>
    </p:extLst>
  </p:cSld>
  <p:clrMapOvr>
    <a:masterClrMapping/>
  </p:clrMapOvr>
  <p:transition>
    <p:fade/>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lstStyle/>
          <a:p>
            <a:pPr algn="ctr"/>
            <a:r>
              <a:rPr lang="en-GB" dirty="0"/>
              <a:t>Cut &amp; Paste Operation</a:t>
            </a:r>
            <a:endParaRPr lang="en-US" dirty="0"/>
          </a:p>
        </p:txBody>
      </p:sp>
      <p:sp>
        <p:nvSpPr>
          <p:cNvPr id="3" name="Content Placeholder 2"/>
          <p:cNvSpPr>
            <a:spLocks noGrp="1"/>
          </p:cNvSpPr>
          <p:nvPr>
            <p:ph idx="1"/>
          </p:nvPr>
        </p:nvSpPr>
        <p:spPr>
          <a:xfrm>
            <a:off x="152400" y="692696"/>
            <a:ext cx="8839200" cy="6165304"/>
          </a:xfrm>
        </p:spPr>
        <p:txBody>
          <a:bodyPr>
            <a:normAutofit/>
          </a:bodyPr>
          <a:lstStyle/>
          <a:p>
            <a:pPr marL="0" indent="0" algn="ctr">
              <a:buNone/>
            </a:pPr>
            <a:r>
              <a:rPr lang="en-GB" b="1" dirty="0">
                <a:solidFill>
                  <a:srgbClr val="FF0000"/>
                </a:solidFill>
              </a:rPr>
              <a:t>Step </a:t>
            </a:r>
            <a:r>
              <a:rPr lang="en-GB" b="1" dirty="0" smtClean="0">
                <a:solidFill>
                  <a:srgbClr val="FF0000"/>
                </a:solidFill>
              </a:rPr>
              <a:t>3</a:t>
            </a:r>
          </a:p>
          <a:p>
            <a:pPr marL="0" indent="0" algn="just">
              <a:buNone/>
            </a:pPr>
            <a:endParaRPr lang="en-GB" dirty="0" smtClean="0"/>
          </a:p>
        </p:txBody>
      </p:sp>
      <p:pic>
        <p:nvPicPr>
          <p:cNvPr id="23554" name="Picture 2" descr="C:\Users\UCCSMS1\Desktop\images\moved_text.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7624" y="1196752"/>
            <a:ext cx="7056784" cy="46110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1187624" y="5947790"/>
            <a:ext cx="7056784" cy="646331"/>
          </a:xfrm>
          <a:prstGeom prst="rect">
            <a:avLst/>
          </a:prstGeom>
        </p:spPr>
        <p:txBody>
          <a:bodyPr wrap="square">
            <a:spAutoFit/>
          </a:bodyPr>
          <a:lstStyle/>
          <a:p>
            <a:r>
              <a:rPr lang="en-GB" b="1" dirty="0"/>
              <a:t>Note − You can repeat the Paste operation as many times as you like to paste the same content.</a:t>
            </a:r>
          </a:p>
        </p:txBody>
      </p:sp>
    </p:spTree>
    <p:extLst>
      <p:ext uri="{BB962C8B-B14F-4D97-AF65-F5344CB8AC3E}">
        <p14:creationId xmlns:p14="http://schemas.microsoft.com/office/powerpoint/2010/main" val="1264974513"/>
      </p:ext>
    </p:extLst>
  </p:cSld>
  <p:clrMapOvr>
    <a:masterClrMapping/>
  </p:clrMapOvr>
  <p:transition>
    <p:fade/>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lstStyle/>
          <a:p>
            <a:pPr algn="ctr"/>
            <a:r>
              <a:rPr lang="en-GB" dirty="0"/>
              <a:t>Copy, Cut &amp; Paste in different documents</a:t>
            </a:r>
            <a:endParaRPr lang="en-US" dirty="0"/>
          </a:p>
        </p:txBody>
      </p:sp>
      <p:sp>
        <p:nvSpPr>
          <p:cNvPr id="3" name="Content Placeholder 2"/>
          <p:cNvSpPr>
            <a:spLocks noGrp="1"/>
          </p:cNvSpPr>
          <p:nvPr>
            <p:ph idx="1"/>
          </p:nvPr>
        </p:nvSpPr>
        <p:spPr>
          <a:xfrm>
            <a:off x="152400" y="692696"/>
            <a:ext cx="8839200" cy="6165304"/>
          </a:xfrm>
        </p:spPr>
        <p:txBody>
          <a:bodyPr>
            <a:normAutofit/>
          </a:bodyPr>
          <a:lstStyle/>
          <a:p>
            <a:pPr marL="0" indent="0" algn="ctr">
              <a:buNone/>
            </a:pPr>
            <a:endParaRPr lang="en-GB" b="1" dirty="0" smtClean="0">
              <a:solidFill>
                <a:srgbClr val="FF0000"/>
              </a:solidFill>
            </a:endParaRPr>
          </a:p>
          <a:p>
            <a:pPr algn="just"/>
            <a:r>
              <a:rPr lang="en-GB" sz="2800" dirty="0"/>
              <a:t>You can use the same procedure that we discussed above to </a:t>
            </a:r>
            <a:r>
              <a:rPr lang="en-GB" sz="2800" b="1" dirty="0"/>
              <a:t>copy and paste or cut and paste</a:t>
            </a:r>
            <a:r>
              <a:rPr lang="en-GB" sz="2800" dirty="0"/>
              <a:t> content from one document to another document</a:t>
            </a:r>
            <a:r>
              <a:rPr lang="en-GB" sz="2800" dirty="0" smtClean="0"/>
              <a:t>.</a:t>
            </a:r>
          </a:p>
          <a:p>
            <a:pPr algn="just"/>
            <a:endParaRPr lang="en-GB" sz="2800" dirty="0"/>
          </a:p>
          <a:p>
            <a:pPr algn="just"/>
            <a:r>
              <a:rPr lang="en-GB" sz="2800" dirty="0"/>
              <a:t>just copy or cut the desired content from one document and go into another document where you want to paste the content and use mentioned step to paste the content</a:t>
            </a:r>
            <a:r>
              <a:rPr lang="en-GB" sz="2800" dirty="0" smtClean="0"/>
              <a:t>.</a:t>
            </a:r>
          </a:p>
          <a:p>
            <a:pPr algn="just"/>
            <a:endParaRPr lang="en-GB" sz="2800" dirty="0"/>
          </a:p>
          <a:p>
            <a:pPr algn="just"/>
            <a:r>
              <a:rPr lang="en-GB" sz="2800" dirty="0"/>
              <a:t>You can use the </a:t>
            </a:r>
            <a:r>
              <a:rPr lang="en-GB" sz="2800" b="1" dirty="0"/>
              <a:t>Alt + Tab </a:t>
            </a:r>
            <a:r>
              <a:rPr lang="en-GB" sz="2800" dirty="0"/>
              <a:t>keys to switch through the different documents and select the desired destination document.</a:t>
            </a:r>
            <a:endParaRPr lang="en-GB" sz="2800" dirty="0" smtClean="0"/>
          </a:p>
        </p:txBody>
      </p:sp>
    </p:spTree>
    <p:extLst>
      <p:ext uri="{BB962C8B-B14F-4D97-AF65-F5344CB8AC3E}">
        <p14:creationId xmlns:p14="http://schemas.microsoft.com/office/powerpoint/2010/main" val="1368475952"/>
      </p:ext>
    </p:extLst>
  </p:cSld>
  <p:clrMapOvr>
    <a:masterClrMapping/>
  </p:clrMapOvr>
  <p:transition>
    <p:fade/>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lstStyle/>
          <a:p>
            <a:pPr algn="ctr"/>
            <a:r>
              <a:rPr lang="en-GB" dirty="0"/>
              <a:t>Find &amp; Replace in Word 2010</a:t>
            </a:r>
            <a:endParaRPr lang="en-US" dirty="0"/>
          </a:p>
        </p:txBody>
      </p:sp>
      <p:sp>
        <p:nvSpPr>
          <p:cNvPr id="3" name="Content Placeholder 2"/>
          <p:cNvSpPr>
            <a:spLocks noGrp="1"/>
          </p:cNvSpPr>
          <p:nvPr>
            <p:ph idx="1"/>
          </p:nvPr>
        </p:nvSpPr>
        <p:spPr>
          <a:xfrm>
            <a:off x="152400" y="692696"/>
            <a:ext cx="8839200" cy="6165304"/>
          </a:xfrm>
        </p:spPr>
        <p:txBody>
          <a:bodyPr>
            <a:normAutofit/>
          </a:bodyPr>
          <a:lstStyle/>
          <a:p>
            <a:pPr algn="just"/>
            <a:endParaRPr lang="en-GB" dirty="0" smtClean="0"/>
          </a:p>
          <a:p>
            <a:pPr algn="just"/>
            <a:r>
              <a:rPr lang="en-GB" dirty="0" smtClean="0"/>
              <a:t>While </a:t>
            </a:r>
            <a:r>
              <a:rPr lang="en-GB" dirty="0"/>
              <a:t>working on editing a document you come across a situation very frequently when you want to search a particular word in your </a:t>
            </a:r>
            <a:r>
              <a:rPr lang="en-GB" dirty="0" smtClean="0"/>
              <a:t>document.</a:t>
            </a:r>
          </a:p>
          <a:p>
            <a:pPr algn="just"/>
            <a:endParaRPr lang="en-GB" dirty="0"/>
          </a:p>
          <a:p>
            <a:pPr algn="just"/>
            <a:r>
              <a:rPr lang="en-GB" dirty="0" smtClean="0"/>
              <a:t>Many </a:t>
            </a:r>
            <a:r>
              <a:rPr lang="en-GB" dirty="0"/>
              <a:t>times you will be willing to replace this word with another word at a few or all the places throughout the document. </a:t>
            </a:r>
            <a:endParaRPr lang="en-GB" dirty="0" smtClean="0"/>
          </a:p>
        </p:txBody>
      </p:sp>
    </p:spTree>
    <p:extLst>
      <p:ext uri="{BB962C8B-B14F-4D97-AF65-F5344CB8AC3E}">
        <p14:creationId xmlns:p14="http://schemas.microsoft.com/office/powerpoint/2010/main" val="2001000402"/>
      </p:ext>
    </p:extLst>
  </p:cSld>
  <p:clrMapOvr>
    <a:masterClrMapping/>
  </p:clrMapOvr>
  <p:transition>
    <p:fade/>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lstStyle/>
          <a:p>
            <a:pPr algn="ctr"/>
            <a:r>
              <a:rPr lang="en-GB" dirty="0"/>
              <a:t>Find Command</a:t>
            </a:r>
            <a:endParaRPr lang="en-US" dirty="0"/>
          </a:p>
        </p:txBody>
      </p:sp>
      <p:sp>
        <p:nvSpPr>
          <p:cNvPr id="3" name="Content Placeholder 2"/>
          <p:cNvSpPr>
            <a:spLocks noGrp="1"/>
          </p:cNvSpPr>
          <p:nvPr>
            <p:ph idx="1"/>
          </p:nvPr>
        </p:nvSpPr>
        <p:spPr>
          <a:xfrm>
            <a:off x="152400" y="692696"/>
            <a:ext cx="8839200" cy="6165304"/>
          </a:xfrm>
        </p:spPr>
        <p:txBody>
          <a:bodyPr>
            <a:normAutofit/>
          </a:bodyPr>
          <a:lstStyle/>
          <a:p>
            <a:pPr marL="0" indent="0" algn="ctr">
              <a:buNone/>
            </a:pPr>
            <a:r>
              <a:rPr lang="en-GB" b="1" dirty="0" smtClean="0">
                <a:solidFill>
                  <a:srgbClr val="FF0000"/>
                </a:solidFill>
              </a:rPr>
              <a:t>Step </a:t>
            </a:r>
            <a:r>
              <a:rPr lang="en-GB" b="1" dirty="0">
                <a:solidFill>
                  <a:srgbClr val="FF0000"/>
                </a:solidFill>
              </a:rPr>
              <a:t>1 </a:t>
            </a:r>
            <a:endParaRPr lang="en-GB" b="1" dirty="0" smtClean="0">
              <a:solidFill>
                <a:srgbClr val="FF0000"/>
              </a:solidFill>
            </a:endParaRPr>
          </a:p>
          <a:p>
            <a:pPr algn="just"/>
            <a:r>
              <a:rPr lang="en-GB" dirty="0" smtClean="0"/>
              <a:t> Type </a:t>
            </a:r>
            <a:r>
              <a:rPr lang="en-GB" dirty="0"/>
              <a:t>=rand() and press Enter; the following screen will </a:t>
            </a:r>
            <a:r>
              <a:rPr lang="en-GB" dirty="0" smtClean="0"/>
              <a:t>appear.</a:t>
            </a:r>
          </a:p>
          <a:p>
            <a:pPr algn="just"/>
            <a:endParaRPr lang="en-GB" dirty="0" smtClean="0"/>
          </a:p>
        </p:txBody>
      </p:sp>
      <p:pic>
        <p:nvPicPr>
          <p:cNvPr id="24578" name="Picture 2" descr="C:\Users\UCCSMS1\Desktop\images\sample_text.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3688" y="2420888"/>
            <a:ext cx="5688632" cy="4248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7856215"/>
      </p:ext>
    </p:extLst>
  </p:cSld>
  <p:clrMapOvr>
    <a:masterClrMapping/>
  </p:clrMapOvr>
  <p:transition>
    <p:fade/>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lstStyle/>
          <a:p>
            <a:pPr algn="ctr"/>
            <a:r>
              <a:rPr lang="en-GB" dirty="0"/>
              <a:t>Find Command</a:t>
            </a:r>
            <a:endParaRPr lang="en-US" dirty="0"/>
          </a:p>
        </p:txBody>
      </p:sp>
      <p:sp>
        <p:nvSpPr>
          <p:cNvPr id="3" name="Content Placeholder 2"/>
          <p:cNvSpPr>
            <a:spLocks noGrp="1"/>
          </p:cNvSpPr>
          <p:nvPr>
            <p:ph idx="1"/>
          </p:nvPr>
        </p:nvSpPr>
        <p:spPr>
          <a:xfrm>
            <a:off x="152400" y="692696"/>
            <a:ext cx="8839200" cy="6165304"/>
          </a:xfrm>
        </p:spPr>
        <p:txBody>
          <a:bodyPr>
            <a:normAutofit/>
          </a:bodyPr>
          <a:lstStyle/>
          <a:p>
            <a:pPr marL="0" indent="0" algn="ctr">
              <a:buNone/>
            </a:pPr>
            <a:r>
              <a:rPr lang="en-GB" b="1" dirty="0" smtClean="0">
                <a:solidFill>
                  <a:srgbClr val="FF0000"/>
                </a:solidFill>
              </a:rPr>
              <a:t>Step 2 </a:t>
            </a:r>
          </a:p>
          <a:p>
            <a:pPr algn="just"/>
            <a:r>
              <a:rPr lang="en-GB" dirty="0" smtClean="0"/>
              <a:t>Click </a:t>
            </a:r>
            <a:r>
              <a:rPr lang="en-GB" dirty="0"/>
              <a:t>the Find option in the Editing group on the Home tab or press </a:t>
            </a:r>
            <a:r>
              <a:rPr lang="en-GB" b="1" dirty="0"/>
              <a:t>Ctrl + F</a:t>
            </a:r>
            <a:r>
              <a:rPr lang="en-GB" dirty="0"/>
              <a:t> to launch the Navigation </a:t>
            </a:r>
            <a:r>
              <a:rPr lang="en-GB" dirty="0" smtClean="0"/>
              <a:t>pane.</a:t>
            </a:r>
          </a:p>
          <a:p>
            <a:pPr algn="just"/>
            <a:endParaRPr lang="en-GB" dirty="0" smtClean="0"/>
          </a:p>
        </p:txBody>
      </p:sp>
      <p:pic>
        <p:nvPicPr>
          <p:cNvPr id="25602" name="Picture 2" descr="C:\Users\UCCSMS1\Desktop\images\find_option.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1720" y="2780928"/>
            <a:ext cx="6048672" cy="39158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4511932"/>
      </p:ext>
    </p:extLst>
  </p:cSld>
  <p:clrMapOvr>
    <a:masterClrMapping/>
  </p:clrMapOvr>
  <p:transition>
    <p:fade/>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lstStyle/>
          <a:p>
            <a:pPr algn="ctr"/>
            <a:r>
              <a:rPr lang="en-GB" dirty="0"/>
              <a:t>Find Command</a:t>
            </a:r>
            <a:endParaRPr lang="en-US" dirty="0"/>
          </a:p>
        </p:txBody>
      </p:sp>
      <p:sp>
        <p:nvSpPr>
          <p:cNvPr id="3" name="Content Placeholder 2"/>
          <p:cNvSpPr>
            <a:spLocks noGrp="1"/>
          </p:cNvSpPr>
          <p:nvPr>
            <p:ph idx="1"/>
          </p:nvPr>
        </p:nvSpPr>
        <p:spPr>
          <a:xfrm>
            <a:off x="152400" y="692696"/>
            <a:ext cx="8839200" cy="6165304"/>
          </a:xfrm>
        </p:spPr>
        <p:txBody>
          <a:bodyPr>
            <a:normAutofit/>
          </a:bodyPr>
          <a:lstStyle/>
          <a:p>
            <a:pPr marL="0" indent="0" algn="ctr">
              <a:buNone/>
            </a:pPr>
            <a:r>
              <a:rPr lang="en-GB" b="1" dirty="0" smtClean="0">
                <a:solidFill>
                  <a:srgbClr val="FF0000"/>
                </a:solidFill>
              </a:rPr>
              <a:t>Step 3 </a:t>
            </a:r>
          </a:p>
          <a:p>
            <a:pPr algn="just"/>
            <a:r>
              <a:rPr lang="en-GB" dirty="0"/>
              <a:t>Enter a word which you want to search in the Search </a:t>
            </a:r>
            <a:r>
              <a:rPr lang="en-GB" dirty="0" smtClean="0"/>
              <a:t>box </a:t>
            </a:r>
          </a:p>
          <a:p>
            <a:pPr algn="just"/>
            <a:endParaRPr lang="en-GB" dirty="0" smtClean="0"/>
          </a:p>
          <a:p>
            <a:pPr algn="just"/>
            <a:r>
              <a:rPr lang="en-GB" dirty="0" smtClean="0"/>
              <a:t>Word </a:t>
            </a:r>
            <a:r>
              <a:rPr lang="en-GB" dirty="0"/>
              <a:t>searches for the text you entered and displays the results in the navigation </a:t>
            </a:r>
            <a:r>
              <a:rPr lang="en-GB" dirty="0" smtClean="0"/>
              <a:t>pane.</a:t>
            </a:r>
          </a:p>
          <a:p>
            <a:pPr algn="just"/>
            <a:endParaRPr lang="en-GB" dirty="0"/>
          </a:p>
          <a:p>
            <a:pPr algn="just"/>
            <a:r>
              <a:rPr lang="en-GB" dirty="0" smtClean="0"/>
              <a:t>and </a:t>
            </a:r>
            <a:r>
              <a:rPr lang="en-GB" dirty="0"/>
              <a:t>highlights the word in the document as in the following screenshot</a:t>
            </a:r>
            <a:endParaRPr lang="en-GB" dirty="0" smtClean="0"/>
          </a:p>
        </p:txBody>
      </p:sp>
    </p:spTree>
    <p:extLst>
      <p:ext uri="{BB962C8B-B14F-4D97-AF65-F5344CB8AC3E}">
        <p14:creationId xmlns:p14="http://schemas.microsoft.com/office/powerpoint/2010/main" val="2329965587"/>
      </p:ext>
    </p:extLst>
  </p:cSld>
  <p:clrMapOvr>
    <a:masterClrMapping/>
  </p:clrMapOvr>
  <p:transition>
    <p:fade/>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lstStyle/>
          <a:p>
            <a:pPr algn="ctr"/>
            <a:r>
              <a:rPr lang="en-GB" dirty="0"/>
              <a:t>Find Command</a:t>
            </a:r>
            <a:endParaRPr lang="en-US" dirty="0"/>
          </a:p>
        </p:txBody>
      </p:sp>
      <p:sp>
        <p:nvSpPr>
          <p:cNvPr id="3" name="Content Placeholder 2"/>
          <p:cNvSpPr>
            <a:spLocks noGrp="1"/>
          </p:cNvSpPr>
          <p:nvPr>
            <p:ph idx="1"/>
          </p:nvPr>
        </p:nvSpPr>
        <p:spPr>
          <a:xfrm>
            <a:off x="152400" y="692696"/>
            <a:ext cx="8839200" cy="6165304"/>
          </a:xfrm>
        </p:spPr>
        <p:txBody>
          <a:bodyPr>
            <a:normAutofit/>
          </a:bodyPr>
          <a:lstStyle/>
          <a:p>
            <a:pPr marL="0" indent="0" algn="ctr">
              <a:buNone/>
            </a:pPr>
            <a:r>
              <a:rPr lang="en-GB" b="1" dirty="0" smtClean="0">
                <a:solidFill>
                  <a:srgbClr val="FF0000"/>
                </a:solidFill>
              </a:rPr>
              <a:t>Step 3 </a:t>
            </a:r>
          </a:p>
          <a:p>
            <a:pPr marL="0" indent="0" algn="ctr">
              <a:buNone/>
            </a:pPr>
            <a:endParaRPr lang="en-GB" b="1" dirty="0" smtClean="0">
              <a:solidFill>
                <a:srgbClr val="FF0000"/>
              </a:solidFill>
            </a:endParaRPr>
          </a:p>
        </p:txBody>
      </p:sp>
      <p:pic>
        <p:nvPicPr>
          <p:cNvPr id="26626" name="Picture 2" descr="C:\Users\UCCSMS1\Desktop\images\search_word.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600" y="1615019"/>
            <a:ext cx="7275512" cy="46943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5222426"/>
      </p:ext>
    </p:extLst>
  </p:cSld>
  <p:clrMapOvr>
    <a:masterClrMapping/>
  </p:clrMapOvr>
  <p:transition>
    <p:fade/>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lstStyle/>
          <a:p>
            <a:pPr algn="ctr"/>
            <a:r>
              <a:rPr lang="en-GB" dirty="0"/>
              <a:t>Find &amp; Replace Operation</a:t>
            </a:r>
            <a:endParaRPr lang="en-US" dirty="0"/>
          </a:p>
        </p:txBody>
      </p:sp>
      <p:sp>
        <p:nvSpPr>
          <p:cNvPr id="3" name="Content Placeholder 2"/>
          <p:cNvSpPr>
            <a:spLocks noGrp="1"/>
          </p:cNvSpPr>
          <p:nvPr>
            <p:ph idx="1"/>
          </p:nvPr>
        </p:nvSpPr>
        <p:spPr>
          <a:xfrm>
            <a:off x="152400" y="692696"/>
            <a:ext cx="8839200" cy="6165304"/>
          </a:xfrm>
        </p:spPr>
        <p:txBody>
          <a:bodyPr>
            <a:normAutofit/>
          </a:bodyPr>
          <a:lstStyle/>
          <a:p>
            <a:pPr marL="0" indent="0" algn="ctr">
              <a:buNone/>
            </a:pPr>
            <a:r>
              <a:rPr lang="en-GB" b="1" dirty="0" smtClean="0">
                <a:solidFill>
                  <a:srgbClr val="FF0000"/>
                </a:solidFill>
              </a:rPr>
              <a:t>Step 1</a:t>
            </a:r>
          </a:p>
          <a:p>
            <a:pPr algn="just"/>
            <a:r>
              <a:rPr lang="en-GB" sz="2800" dirty="0" smtClean="0"/>
              <a:t>Click </a:t>
            </a:r>
            <a:r>
              <a:rPr lang="en-GB" sz="2800" dirty="0"/>
              <a:t>the </a:t>
            </a:r>
            <a:r>
              <a:rPr lang="en-GB" sz="2800" b="1" dirty="0"/>
              <a:t>Replace option </a:t>
            </a:r>
            <a:r>
              <a:rPr lang="en-GB" sz="2800" dirty="0"/>
              <a:t>in the Editing group on the Home tab or </a:t>
            </a:r>
            <a:endParaRPr lang="en-GB" sz="2800" dirty="0" smtClean="0"/>
          </a:p>
          <a:p>
            <a:pPr algn="just"/>
            <a:r>
              <a:rPr lang="en-GB" sz="2800" dirty="0" smtClean="0"/>
              <a:t>press </a:t>
            </a:r>
            <a:r>
              <a:rPr lang="en-GB" sz="2800" b="1" dirty="0"/>
              <a:t>Ctrl + H</a:t>
            </a:r>
            <a:r>
              <a:rPr lang="en-GB" sz="2800" dirty="0"/>
              <a:t> to launch the Find and Replace dialog box </a:t>
            </a:r>
            <a:r>
              <a:rPr lang="en-GB" sz="2800" dirty="0" smtClean="0"/>
              <a:t>shown.</a:t>
            </a:r>
          </a:p>
          <a:p>
            <a:pPr algn="just"/>
            <a:endParaRPr lang="en-GB" sz="2800" dirty="0" smtClean="0"/>
          </a:p>
        </p:txBody>
      </p:sp>
      <p:pic>
        <p:nvPicPr>
          <p:cNvPr id="27650" name="Picture 2" descr="C:\Users\UCCSMS1\Desktop\images\replace_button.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1760" y="2852937"/>
            <a:ext cx="5715000" cy="39030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1619421"/>
      </p:ext>
    </p:extLst>
  </p:cSld>
  <p:clrMapOvr>
    <a:masterClrMapping/>
  </p:clrMapOvr>
  <p:transition>
    <p:fade/>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lstStyle/>
          <a:p>
            <a:pPr algn="ctr"/>
            <a:r>
              <a:rPr lang="en-GB" dirty="0"/>
              <a:t>Find &amp; Replace Operation</a:t>
            </a:r>
            <a:endParaRPr lang="en-US" dirty="0"/>
          </a:p>
        </p:txBody>
      </p:sp>
      <p:sp>
        <p:nvSpPr>
          <p:cNvPr id="3" name="Content Placeholder 2"/>
          <p:cNvSpPr>
            <a:spLocks noGrp="1"/>
          </p:cNvSpPr>
          <p:nvPr>
            <p:ph idx="1"/>
          </p:nvPr>
        </p:nvSpPr>
        <p:spPr>
          <a:xfrm>
            <a:off x="152400" y="692696"/>
            <a:ext cx="8839200" cy="6165304"/>
          </a:xfrm>
        </p:spPr>
        <p:txBody>
          <a:bodyPr>
            <a:normAutofit/>
          </a:bodyPr>
          <a:lstStyle/>
          <a:p>
            <a:pPr marL="0" indent="0" algn="ctr">
              <a:buNone/>
            </a:pPr>
            <a:r>
              <a:rPr lang="en-GB" b="1" dirty="0" smtClean="0">
                <a:solidFill>
                  <a:srgbClr val="FF0000"/>
                </a:solidFill>
              </a:rPr>
              <a:t>Step 2</a:t>
            </a:r>
          </a:p>
          <a:p>
            <a:pPr algn="just"/>
            <a:r>
              <a:rPr lang="en-GB" sz="2800" dirty="0"/>
              <a:t>Type a word which you want to search. </a:t>
            </a:r>
            <a:endParaRPr lang="en-GB" sz="2800" dirty="0" smtClean="0"/>
          </a:p>
          <a:p>
            <a:pPr algn="just"/>
            <a:endParaRPr lang="en-GB" sz="2800" dirty="0"/>
          </a:p>
          <a:p>
            <a:pPr algn="just"/>
            <a:r>
              <a:rPr lang="en-GB" sz="2800" dirty="0" smtClean="0"/>
              <a:t>You </a:t>
            </a:r>
            <a:r>
              <a:rPr lang="en-GB" sz="2800" dirty="0"/>
              <a:t>can also replace the word using the Find and Replace dialog box as in the following </a:t>
            </a:r>
            <a:r>
              <a:rPr lang="en-GB" sz="2800" dirty="0" smtClean="0"/>
              <a:t>screenshot.</a:t>
            </a:r>
          </a:p>
          <a:p>
            <a:pPr algn="just"/>
            <a:endParaRPr lang="en-GB" sz="2800" dirty="0" smtClean="0"/>
          </a:p>
        </p:txBody>
      </p:sp>
      <p:pic>
        <p:nvPicPr>
          <p:cNvPr id="28674" name="Picture 2" descr="C:\Users\UCCSMS1\Desktop\images\find_and_replace.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1760" y="3242967"/>
            <a:ext cx="5715000" cy="35283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1080805"/>
      </p:ext>
    </p:extLst>
  </p:cSld>
  <p:clrMapOvr>
    <a:masterClrMapping/>
  </p:clrMapOvr>
  <p:transition>
    <p:fade/>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lstStyle/>
          <a:p>
            <a:pPr algn="ctr"/>
            <a:r>
              <a:rPr lang="en-GB" dirty="0"/>
              <a:t>Find &amp; Replace Operation</a:t>
            </a:r>
            <a:endParaRPr lang="en-US" dirty="0"/>
          </a:p>
        </p:txBody>
      </p:sp>
      <p:sp>
        <p:nvSpPr>
          <p:cNvPr id="3" name="Content Placeholder 2"/>
          <p:cNvSpPr>
            <a:spLocks noGrp="1"/>
          </p:cNvSpPr>
          <p:nvPr>
            <p:ph idx="1"/>
          </p:nvPr>
        </p:nvSpPr>
        <p:spPr>
          <a:xfrm>
            <a:off x="152400" y="692696"/>
            <a:ext cx="8839200" cy="6165304"/>
          </a:xfrm>
        </p:spPr>
        <p:txBody>
          <a:bodyPr>
            <a:normAutofit/>
          </a:bodyPr>
          <a:lstStyle/>
          <a:p>
            <a:pPr marL="0" indent="0" algn="ctr">
              <a:buNone/>
            </a:pPr>
            <a:r>
              <a:rPr lang="en-GB" b="1" dirty="0" smtClean="0">
                <a:solidFill>
                  <a:srgbClr val="FF0000"/>
                </a:solidFill>
              </a:rPr>
              <a:t>Step 3</a:t>
            </a:r>
          </a:p>
          <a:p>
            <a:pPr algn="just"/>
            <a:r>
              <a:rPr lang="en-GB" sz="2800" dirty="0"/>
              <a:t>Click the </a:t>
            </a:r>
            <a:r>
              <a:rPr lang="en-GB" sz="2800" b="1" dirty="0"/>
              <a:t>Replace button </a:t>
            </a:r>
            <a:r>
              <a:rPr lang="en-GB" sz="2800" dirty="0"/>
              <a:t>available on the Find and </a:t>
            </a:r>
            <a:r>
              <a:rPr lang="en-GB" sz="2800" b="1" dirty="0"/>
              <a:t>Replace dialog box </a:t>
            </a:r>
            <a:r>
              <a:rPr lang="en-GB" sz="2800" dirty="0"/>
              <a:t>and you will see the </a:t>
            </a:r>
            <a:r>
              <a:rPr lang="en-GB" sz="2800" b="1" dirty="0"/>
              <a:t>first occurrence of the searched</a:t>
            </a:r>
            <a:r>
              <a:rPr lang="en-GB" sz="2800" dirty="0"/>
              <a:t> word would be replaced with the replace with word</a:t>
            </a:r>
            <a:r>
              <a:rPr lang="en-GB" sz="2800" dirty="0" smtClean="0"/>
              <a:t>.</a:t>
            </a:r>
          </a:p>
          <a:p>
            <a:pPr algn="just"/>
            <a:endParaRPr lang="en-GB" sz="2800" dirty="0"/>
          </a:p>
          <a:p>
            <a:pPr algn="just"/>
            <a:r>
              <a:rPr lang="en-GB" sz="2800" dirty="0"/>
              <a:t>Clicking </a:t>
            </a:r>
            <a:r>
              <a:rPr lang="en-GB" sz="2800" b="1" dirty="0"/>
              <a:t>again on Replace </a:t>
            </a:r>
            <a:r>
              <a:rPr lang="en-GB" sz="2800" dirty="0"/>
              <a:t>button would replace next occurrence of the searched word</a:t>
            </a:r>
            <a:r>
              <a:rPr lang="en-GB" sz="2800" dirty="0" smtClean="0"/>
              <a:t>.</a:t>
            </a:r>
          </a:p>
          <a:p>
            <a:pPr algn="just"/>
            <a:endParaRPr lang="en-GB" sz="2800" dirty="0"/>
          </a:p>
          <a:p>
            <a:pPr algn="just"/>
            <a:r>
              <a:rPr lang="en-GB" sz="2800" dirty="0"/>
              <a:t>If you will click </a:t>
            </a:r>
            <a:r>
              <a:rPr lang="en-GB" sz="2800" b="1" dirty="0"/>
              <a:t>Replace All </a:t>
            </a:r>
            <a:r>
              <a:rPr lang="en-GB" sz="2800" dirty="0"/>
              <a:t>button then it would replace all the found words in one go</a:t>
            </a:r>
            <a:endParaRPr lang="en-GB" sz="2800" dirty="0" smtClean="0"/>
          </a:p>
        </p:txBody>
      </p:sp>
    </p:spTree>
    <p:extLst>
      <p:ext uri="{BB962C8B-B14F-4D97-AF65-F5344CB8AC3E}">
        <p14:creationId xmlns:p14="http://schemas.microsoft.com/office/powerpoint/2010/main" val="1586689134"/>
      </p:ext>
    </p:extLst>
  </p:cSld>
  <p:clrMapOvr>
    <a:masterClrMapping/>
  </p:clrMapOvr>
  <p:transition>
    <p:fade/>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lstStyle/>
          <a:p>
            <a:pPr algn="ctr"/>
            <a:r>
              <a:rPr lang="en-GB" dirty="0"/>
              <a:t>Spell Check in Word 2010</a:t>
            </a:r>
            <a:endParaRPr lang="en-US" dirty="0"/>
          </a:p>
        </p:txBody>
      </p:sp>
      <p:sp>
        <p:nvSpPr>
          <p:cNvPr id="3" name="Content Placeholder 2"/>
          <p:cNvSpPr>
            <a:spLocks noGrp="1"/>
          </p:cNvSpPr>
          <p:nvPr>
            <p:ph idx="1"/>
          </p:nvPr>
        </p:nvSpPr>
        <p:spPr>
          <a:xfrm>
            <a:off x="152400" y="692696"/>
            <a:ext cx="8839200" cy="6165304"/>
          </a:xfrm>
        </p:spPr>
        <p:txBody>
          <a:bodyPr>
            <a:normAutofit/>
          </a:bodyPr>
          <a:lstStyle/>
          <a:p>
            <a:pPr algn="just"/>
            <a:r>
              <a:rPr lang="en-GB" sz="2800" dirty="0" smtClean="0"/>
              <a:t>Microsoft </a:t>
            </a:r>
            <a:r>
              <a:rPr lang="en-GB" sz="2800" dirty="0"/>
              <a:t>Word provides a decent Spelling and Grammar Checker which enables you to search for and correct all </a:t>
            </a:r>
            <a:r>
              <a:rPr lang="en-GB" sz="2800" b="1" dirty="0"/>
              <a:t>spelling</a:t>
            </a:r>
            <a:r>
              <a:rPr lang="en-GB" sz="2800" dirty="0"/>
              <a:t> and </a:t>
            </a:r>
            <a:r>
              <a:rPr lang="en-GB" sz="2800" b="1" dirty="0"/>
              <a:t>grammar mistakes </a:t>
            </a:r>
            <a:r>
              <a:rPr lang="en-GB" sz="2800" dirty="0"/>
              <a:t>in your document</a:t>
            </a:r>
            <a:r>
              <a:rPr lang="en-GB" sz="2800" dirty="0" smtClean="0"/>
              <a:t>.</a:t>
            </a:r>
          </a:p>
          <a:p>
            <a:pPr algn="just"/>
            <a:endParaRPr lang="en-GB" sz="2800" dirty="0"/>
          </a:p>
          <a:p>
            <a:pPr algn="just"/>
            <a:r>
              <a:rPr lang="en-GB" sz="2800" dirty="0"/>
              <a:t>Word is intelligent enough to identify misspelled or misused, as well as grammar errors and underlines them as follows</a:t>
            </a:r>
            <a:r>
              <a:rPr lang="en-GB" sz="2800" dirty="0" smtClean="0"/>
              <a:t>.</a:t>
            </a:r>
          </a:p>
          <a:p>
            <a:pPr lvl="1" algn="just"/>
            <a:endParaRPr lang="en-GB" sz="2400" dirty="0"/>
          </a:p>
          <a:p>
            <a:pPr lvl="1" algn="just"/>
            <a:r>
              <a:rPr lang="en-GB" sz="2400" dirty="0"/>
              <a:t>    A </a:t>
            </a:r>
            <a:r>
              <a:rPr lang="en-GB" sz="2400" b="1" dirty="0"/>
              <a:t>red</a:t>
            </a:r>
            <a:r>
              <a:rPr lang="en-GB" sz="2400" dirty="0"/>
              <a:t> underline beneath spelling errors.</a:t>
            </a:r>
          </a:p>
          <a:p>
            <a:pPr lvl="1" algn="just"/>
            <a:r>
              <a:rPr lang="en-GB" sz="2400" dirty="0"/>
              <a:t>    A </a:t>
            </a:r>
            <a:r>
              <a:rPr lang="en-GB" sz="2400" b="1" dirty="0"/>
              <a:t>green</a:t>
            </a:r>
            <a:r>
              <a:rPr lang="en-GB" sz="2400" dirty="0"/>
              <a:t> underline beneath grammar errors.</a:t>
            </a:r>
          </a:p>
          <a:p>
            <a:pPr lvl="1" algn="just"/>
            <a:r>
              <a:rPr lang="en-GB" sz="2400" dirty="0"/>
              <a:t>    A </a:t>
            </a:r>
            <a:r>
              <a:rPr lang="en-GB" sz="2400" b="1" dirty="0"/>
              <a:t>blue</a:t>
            </a:r>
            <a:r>
              <a:rPr lang="en-GB" sz="2400" dirty="0"/>
              <a:t> line under correctly spelled but misused words.</a:t>
            </a:r>
          </a:p>
          <a:p>
            <a:pPr lvl="1" algn="just"/>
            <a:endParaRPr lang="en-GB" sz="2400" dirty="0" smtClean="0"/>
          </a:p>
        </p:txBody>
      </p:sp>
    </p:spTree>
    <p:extLst>
      <p:ext uri="{BB962C8B-B14F-4D97-AF65-F5344CB8AC3E}">
        <p14:creationId xmlns:p14="http://schemas.microsoft.com/office/powerpoint/2010/main" val="556018323"/>
      </p:ext>
    </p:extLst>
  </p:cSld>
  <p:clrMapOvr>
    <a:masterClrMapping/>
  </p:clrMapOvr>
  <p:transition>
    <p:fade/>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normAutofit/>
          </a:bodyPr>
          <a:lstStyle/>
          <a:p>
            <a:pPr algn="ctr"/>
            <a:r>
              <a:rPr lang="en-GB" sz="3200" dirty="0"/>
              <a:t>Check Spelling and Grammar using Review tab</a:t>
            </a:r>
            <a:endParaRPr lang="en-US" sz="3200" dirty="0"/>
          </a:p>
        </p:txBody>
      </p:sp>
      <p:sp>
        <p:nvSpPr>
          <p:cNvPr id="3" name="Content Placeholder 2"/>
          <p:cNvSpPr>
            <a:spLocks noGrp="1"/>
          </p:cNvSpPr>
          <p:nvPr>
            <p:ph idx="1"/>
          </p:nvPr>
        </p:nvSpPr>
        <p:spPr>
          <a:xfrm>
            <a:off x="152400" y="692696"/>
            <a:ext cx="8839200" cy="6165304"/>
          </a:xfrm>
        </p:spPr>
        <p:txBody>
          <a:bodyPr>
            <a:normAutofit/>
          </a:bodyPr>
          <a:lstStyle/>
          <a:p>
            <a:pPr marL="0" indent="0" algn="ctr">
              <a:buNone/>
            </a:pPr>
            <a:r>
              <a:rPr lang="en-GB" sz="2800" b="1" dirty="0">
                <a:solidFill>
                  <a:srgbClr val="FF0000"/>
                </a:solidFill>
              </a:rPr>
              <a:t>Step 1 </a:t>
            </a:r>
            <a:r>
              <a:rPr lang="en-GB" sz="2800" b="1" dirty="0" smtClean="0">
                <a:solidFill>
                  <a:srgbClr val="FF0000"/>
                </a:solidFill>
              </a:rPr>
              <a:t> </a:t>
            </a:r>
          </a:p>
          <a:p>
            <a:pPr algn="just"/>
            <a:r>
              <a:rPr lang="en-GB" sz="2800" dirty="0" smtClean="0"/>
              <a:t>Click </a:t>
            </a:r>
            <a:r>
              <a:rPr lang="en-GB" sz="2800" dirty="0"/>
              <a:t>the Review tab and then click the Spelling &amp; Grammar button</a:t>
            </a:r>
            <a:r>
              <a:rPr lang="en-GB" sz="2800" dirty="0" smtClean="0"/>
              <a:t>.</a:t>
            </a:r>
          </a:p>
          <a:p>
            <a:pPr algn="just"/>
            <a:endParaRPr lang="en-GB" sz="2800" dirty="0"/>
          </a:p>
        </p:txBody>
      </p:sp>
      <p:pic>
        <p:nvPicPr>
          <p:cNvPr id="29698" name="Picture 2" descr="C:\Users\UCCSMS1\Desktop\images\spelling_button.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67787" y="2348880"/>
            <a:ext cx="6408712" cy="43204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993954"/>
      </p:ext>
    </p:extLst>
  </p:cSld>
  <p:clrMapOvr>
    <a:masterClrMapping/>
  </p:clrMapOvr>
  <p:transition>
    <p:fade/>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normAutofit/>
          </a:bodyPr>
          <a:lstStyle/>
          <a:p>
            <a:pPr algn="ctr"/>
            <a:r>
              <a:rPr lang="en-GB" sz="3200" dirty="0"/>
              <a:t>Check Spelling and Grammar using Review tab</a:t>
            </a:r>
            <a:endParaRPr lang="en-US" sz="3200" dirty="0"/>
          </a:p>
        </p:txBody>
      </p:sp>
      <p:sp>
        <p:nvSpPr>
          <p:cNvPr id="3" name="Content Placeholder 2"/>
          <p:cNvSpPr>
            <a:spLocks noGrp="1"/>
          </p:cNvSpPr>
          <p:nvPr>
            <p:ph idx="1"/>
          </p:nvPr>
        </p:nvSpPr>
        <p:spPr>
          <a:xfrm>
            <a:off x="152400" y="692696"/>
            <a:ext cx="8839200" cy="6165304"/>
          </a:xfrm>
        </p:spPr>
        <p:txBody>
          <a:bodyPr>
            <a:normAutofit/>
          </a:bodyPr>
          <a:lstStyle/>
          <a:p>
            <a:pPr marL="0" indent="0" algn="ctr">
              <a:buNone/>
            </a:pPr>
            <a:r>
              <a:rPr lang="en-GB" sz="2800" b="1" dirty="0">
                <a:solidFill>
                  <a:srgbClr val="FF0000"/>
                </a:solidFill>
              </a:rPr>
              <a:t>Step 2</a:t>
            </a:r>
            <a:r>
              <a:rPr lang="en-GB" sz="2800" b="1" dirty="0" smtClean="0">
                <a:solidFill>
                  <a:srgbClr val="FF0000"/>
                </a:solidFill>
              </a:rPr>
              <a:t> </a:t>
            </a:r>
          </a:p>
          <a:p>
            <a:pPr algn="just"/>
            <a:r>
              <a:rPr lang="en-GB" sz="2800" dirty="0"/>
              <a:t>A Spelling and Grammar dialog box will appear and will display the wrong spellings or errors in grammar</a:t>
            </a:r>
            <a:r>
              <a:rPr lang="en-GB" sz="2800" dirty="0" smtClean="0"/>
              <a:t>.</a:t>
            </a:r>
          </a:p>
          <a:p>
            <a:pPr algn="just"/>
            <a:endParaRPr lang="en-GB" sz="2800" dirty="0" smtClean="0"/>
          </a:p>
          <a:p>
            <a:pPr algn="just"/>
            <a:endParaRPr lang="en-GB" sz="2800" dirty="0"/>
          </a:p>
        </p:txBody>
      </p:sp>
      <p:pic>
        <p:nvPicPr>
          <p:cNvPr id="30722" name="Picture 2" descr="C:\Users\UCCSMS1\Desktop\images\spelling_dialog.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1640" y="2204864"/>
            <a:ext cx="6624736" cy="4524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4728267"/>
      </p:ext>
    </p:extLst>
  </p:cSld>
  <p:clrMapOvr>
    <a:masterClrMapping/>
  </p:clrMapOvr>
  <p:transition>
    <p:fade/>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normAutofit/>
          </a:bodyPr>
          <a:lstStyle/>
          <a:p>
            <a:pPr algn="ctr"/>
            <a:r>
              <a:rPr lang="en-GB" sz="3200" dirty="0"/>
              <a:t>Check Spelling and Grammar using Review tab</a:t>
            </a:r>
            <a:endParaRPr lang="en-US" sz="3200" dirty="0"/>
          </a:p>
        </p:txBody>
      </p:sp>
      <p:sp>
        <p:nvSpPr>
          <p:cNvPr id="3" name="Content Placeholder 2"/>
          <p:cNvSpPr>
            <a:spLocks noGrp="1"/>
          </p:cNvSpPr>
          <p:nvPr>
            <p:ph idx="1"/>
          </p:nvPr>
        </p:nvSpPr>
        <p:spPr>
          <a:xfrm>
            <a:off x="152400" y="692696"/>
            <a:ext cx="8839200" cy="6165304"/>
          </a:xfrm>
        </p:spPr>
        <p:txBody>
          <a:bodyPr>
            <a:normAutofit/>
          </a:bodyPr>
          <a:lstStyle/>
          <a:p>
            <a:pPr marL="0" indent="0" algn="ctr">
              <a:buNone/>
            </a:pPr>
            <a:r>
              <a:rPr lang="en-GB" sz="2800" b="1" dirty="0">
                <a:solidFill>
                  <a:srgbClr val="FF0000"/>
                </a:solidFill>
              </a:rPr>
              <a:t>Step 2</a:t>
            </a:r>
            <a:r>
              <a:rPr lang="en-GB" sz="2800" b="1" dirty="0" smtClean="0">
                <a:solidFill>
                  <a:srgbClr val="FF0000"/>
                </a:solidFill>
              </a:rPr>
              <a:t> </a:t>
            </a:r>
          </a:p>
          <a:p>
            <a:pPr algn="just"/>
            <a:r>
              <a:rPr lang="en-GB" sz="2800" dirty="0"/>
              <a:t>Now you have following options to fix the spelling </a:t>
            </a:r>
            <a:r>
              <a:rPr lang="en-GB" sz="2800" dirty="0" smtClean="0"/>
              <a:t>mistakes</a:t>
            </a:r>
          </a:p>
          <a:p>
            <a:pPr marL="0" indent="0" algn="just">
              <a:buNone/>
            </a:pPr>
            <a:endParaRPr lang="en-GB" sz="2800" dirty="0" smtClean="0"/>
          </a:p>
          <a:p>
            <a:pPr lvl="1" algn="just"/>
            <a:r>
              <a:rPr lang="en-GB" sz="2400" b="1" dirty="0" smtClean="0">
                <a:solidFill>
                  <a:srgbClr val="FF0000"/>
                </a:solidFill>
              </a:rPr>
              <a:t>Ignore</a:t>
            </a:r>
            <a:r>
              <a:rPr lang="en-GB" sz="2400" dirty="0" smtClean="0"/>
              <a:t>: If </a:t>
            </a:r>
            <a:r>
              <a:rPr lang="en-GB" sz="2400" dirty="0"/>
              <a:t>you are willing to ignore a word, then click this button and Word ignores the word throughout the document</a:t>
            </a:r>
            <a:r>
              <a:rPr lang="en-GB" sz="2400" dirty="0" smtClean="0"/>
              <a:t>.</a:t>
            </a:r>
          </a:p>
          <a:p>
            <a:pPr lvl="1" algn="just"/>
            <a:endParaRPr lang="en-GB" sz="2400" dirty="0" smtClean="0"/>
          </a:p>
          <a:p>
            <a:pPr lvl="1" algn="just"/>
            <a:r>
              <a:rPr lang="en-GB" sz="2400" b="1" dirty="0">
                <a:solidFill>
                  <a:srgbClr val="FF0000"/>
                </a:solidFill>
              </a:rPr>
              <a:t>Ignore </a:t>
            </a:r>
            <a:r>
              <a:rPr lang="en-GB" sz="2400" b="1" dirty="0" smtClean="0">
                <a:solidFill>
                  <a:srgbClr val="FF0000"/>
                </a:solidFill>
              </a:rPr>
              <a:t>All</a:t>
            </a:r>
            <a:r>
              <a:rPr lang="en-GB" sz="2400" b="1" dirty="0" smtClean="0"/>
              <a:t>:</a:t>
            </a:r>
            <a:r>
              <a:rPr lang="en-GB" sz="2400" b="1" dirty="0" smtClean="0">
                <a:solidFill>
                  <a:srgbClr val="FF0000"/>
                </a:solidFill>
              </a:rPr>
              <a:t> </a:t>
            </a:r>
            <a:r>
              <a:rPr lang="en-GB" sz="2400" dirty="0" smtClean="0"/>
              <a:t>Like </a:t>
            </a:r>
            <a:r>
              <a:rPr lang="en-GB" sz="2400" dirty="0"/>
              <a:t>Ignore, but this ignores all occurrences of the same misspelling, not just once but throughout the document</a:t>
            </a:r>
            <a:r>
              <a:rPr lang="en-GB" sz="2400" dirty="0" smtClean="0"/>
              <a:t>.</a:t>
            </a:r>
          </a:p>
          <a:p>
            <a:pPr lvl="1" algn="just"/>
            <a:endParaRPr lang="en-GB" sz="2400" dirty="0"/>
          </a:p>
          <a:p>
            <a:pPr lvl="1" algn="just"/>
            <a:r>
              <a:rPr lang="en-GB" sz="2400" b="1" dirty="0">
                <a:solidFill>
                  <a:srgbClr val="FF0000"/>
                </a:solidFill>
              </a:rPr>
              <a:t>Add to </a:t>
            </a:r>
            <a:r>
              <a:rPr lang="en-GB" sz="2400" b="1" dirty="0" smtClean="0">
                <a:solidFill>
                  <a:srgbClr val="FF0000"/>
                </a:solidFill>
              </a:rPr>
              <a:t>Dictionary</a:t>
            </a:r>
            <a:r>
              <a:rPr lang="en-GB" sz="2400" dirty="0" smtClean="0"/>
              <a:t>: Choose </a:t>
            </a:r>
            <a:r>
              <a:rPr lang="en-GB" sz="2400" dirty="0"/>
              <a:t>Add to Dictionary to add the word to the Word spelling dictionary.</a:t>
            </a:r>
          </a:p>
        </p:txBody>
      </p:sp>
    </p:spTree>
    <p:extLst>
      <p:ext uri="{BB962C8B-B14F-4D97-AF65-F5344CB8AC3E}">
        <p14:creationId xmlns:p14="http://schemas.microsoft.com/office/powerpoint/2010/main" val="3726512178"/>
      </p:ext>
    </p:extLst>
  </p:cSld>
  <p:clrMapOvr>
    <a:masterClrMapping/>
  </p:clrMapOvr>
  <p:transition>
    <p:fade/>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normAutofit/>
          </a:bodyPr>
          <a:lstStyle/>
          <a:p>
            <a:pPr algn="ctr"/>
            <a:r>
              <a:rPr lang="en-GB" sz="3200" dirty="0"/>
              <a:t>Check Spelling and Grammar using Review tab</a:t>
            </a:r>
            <a:endParaRPr lang="en-US" sz="3200" dirty="0"/>
          </a:p>
        </p:txBody>
      </p:sp>
      <p:sp>
        <p:nvSpPr>
          <p:cNvPr id="3" name="Content Placeholder 2"/>
          <p:cNvSpPr>
            <a:spLocks noGrp="1"/>
          </p:cNvSpPr>
          <p:nvPr>
            <p:ph idx="1"/>
          </p:nvPr>
        </p:nvSpPr>
        <p:spPr>
          <a:xfrm>
            <a:off x="152400" y="692696"/>
            <a:ext cx="8839200" cy="6165304"/>
          </a:xfrm>
        </p:spPr>
        <p:txBody>
          <a:bodyPr>
            <a:normAutofit/>
          </a:bodyPr>
          <a:lstStyle/>
          <a:p>
            <a:pPr marL="0" indent="0" algn="ctr">
              <a:buNone/>
            </a:pPr>
            <a:r>
              <a:rPr lang="en-GB" sz="2800" b="1" dirty="0">
                <a:solidFill>
                  <a:srgbClr val="FF0000"/>
                </a:solidFill>
              </a:rPr>
              <a:t>Step 2</a:t>
            </a:r>
            <a:r>
              <a:rPr lang="en-GB" sz="2800" b="1" dirty="0" smtClean="0">
                <a:solidFill>
                  <a:srgbClr val="FF0000"/>
                </a:solidFill>
              </a:rPr>
              <a:t> </a:t>
            </a:r>
          </a:p>
          <a:p>
            <a:pPr algn="just"/>
            <a:r>
              <a:rPr lang="en-GB" sz="2800" dirty="0"/>
              <a:t>Now you have following options to fix the spelling </a:t>
            </a:r>
            <a:r>
              <a:rPr lang="en-GB" sz="2800" dirty="0" smtClean="0"/>
              <a:t>mistakes</a:t>
            </a:r>
          </a:p>
          <a:p>
            <a:pPr marL="0" indent="0" algn="just">
              <a:buNone/>
            </a:pPr>
            <a:endParaRPr lang="en-GB" sz="2800" dirty="0" smtClean="0"/>
          </a:p>
          <a:p>
            <a:pPr lvl="1" algn="just"/>
            <a:r>
              <a:rPr lang="en-GB" sz="2400" b="1" dirty="0" smtClean="0">
                <a:solidFill>
                  <a:srgbClr val="FF0000"/>
                </a:solidFill>
              </a:rPr>
              <a:t>Change</a:t>
            </a:r>
            <a:r>
              <a:rPr lang="en-GB" sz="2400" b="1" dirty="0" smtClean="0"/>
              <a:t>:</a:t>
            </a:r>
            <a:r>
              <a:rPr lang="en-GB" sz="2400" b="1" dirty="0" smtClean="0">
                <a:solidFill>
                  <a:srgbClr val="FF0000"/>
                </a:solidFill>
              </a:rPr>
              <a:t> </a:t>
            </a:r>
            <a:r>
              <a:rPr lang="en-GB" sz="2400" dirty="0" smtClean="0"/>
              <a:t>This </a:t>
            </a:r>
            <a:r>
              <a:rPr lang="en-GB" sz="2400" dirty="0"/>
              <a:t>will change the wrong word using the suggested correct word</a:t>
            </a:r>
            <a:r>
              <a:rPr lang="en-GB" sz="2400" dirty="0" smtClean="0"/>
              <a:t>.</a:t>
            </a:r>
          </a:p>
          <a:p>
            <a:pPr lvl="1" algn="just"/>
            <a:endParaRPr lang="en-GB" sz="2400" dirty="0"/>
          </a:p>
          <a:p>
            <a:pPr lvl="1" algn="just"/>
            <a:r>
              <a:rPr lang="en-GB" sz="2400" b="1" dirty="0">
                <a:solidFill>
                  <a:srgbClr val="FF0000"/>
                </a:solidFill>
              </a:rPr>
              <a:t>Change </a:t>
            </a:r>
            <a:r>
              <a:rPr lang="en-GB" sz="2400" b="1" dirty="0" smtClean="0">
                <a:solidFill>
                  <a:srgbClr val="FF0000"/>
                </a:solidFill>
              </a:rPr>
              <a:t>All</a:t>
            </a:r>
            <a:r>
              <a:rPr lang="en-GB" sz="2400" dirty="0" smtClean="0"/>
              <a:t>: Like </a:t>
            </a:r>
            <a:r>
              <a:rPr lang="en-GB" sz="2400" dirty="0"/>
              <a:t>Change, but this changes all occurrences of the same misspelling, not just once but throughout the document</a:t>
            </a:r>
            <a:r>
              <a:rPr lang="en-GB" sz="2400" dirty="0" smtClean="0"/>
              <a:t>.</a:t>
            </a:r>
          </a:p>
          <a:p>
            <a:pPr lvl="1" algn="just"/>
            <a:endParaRPr lang="en-GB" sz="2400" dirty="0"/>
          </a:p>
          <a:p>
            <a:pPr lvl="1" algn="just"/>
            <a:r>
              <a:rPr lang="en-GB" sz="2400" b="1" dirty="0" smtClean="0">
                <a:solidFill>
                  <a:srgbClr val="FF0000"/>
                </a:solidFill>
              </a:rPr>
              <a:t>AutoCorrect</a:t>
            </a:r>
            <a:r>
              <a:rPr lang="en-GB" sz="2400" dirty="0" smtClean="0"/>
              <a:t>: If </a:t>
            </a:r>
            <a:r>
              <a:rPr lang="en-GB" sz="2400" dirty="0"/>
              <a:t>you select a suggestion, Word creates an AutoCorrect entry that automatically corrects this spelling error from now on.</a:t>
            </a:r>
          </a:p>
        </p:txBody>
      </p:sp>
    </p:spTree>
    <p:extLst>
      <p:ext uri="{BB962C8B-B14F-4D97-AF65-F5344CB8AC3E}">
        <p14:creationId xmlns:p14="http://schemas.microsoft.com/office/powerpoint/2010/main" val="764487219"/>
      </p:ext>
    </p:extLst>
  </p:cSld>
  <p:clrMapOvr>
    <a:masterClrMapping/>
  </p:clrMapOvr>
  <p:transition>
    <p:fade/>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normAutofit/>
          </a:bodyPr>
          <a:lstStyle/>
          <a:p>
            <a:pPr algn="ctr"/>
            <a:r>
              <a:rPr lang="en-GB" sz="3200" dirty="0"/>
              <a:t>Check Spelling and Grammar using Review tab</a:t>
            </a:r>
            <a:endParaRPr lang="en-US" sz="3200" dirty="0"/>
          </a:p>
        </p:txBody>
      </p:sp>
      <p:sp>
        <p:nvSpPr>
          <p:cNvPr id="3" name="Content Placeholder 2"/>
          <p:cNvSpPr>
            <a:spLocks noGrp="1"/>
          </p:cNvSpPr>
          <p:nvPr>
            <p:ph idx="1"/>
          </p:nvPr>
        </p:nvSpPr>
        <p:spPr>
          <a:xfrm>
            <a:off x="152400" y="692696"/>
            <a:ext cx="8839200" cy="6165304"/>
          </a:xfrm>
        </p:spPr>
        <p:txBody>
          <a:bodyPr>
            <a:normAutofit/>
          </a:bodyPr>
          <a:lstStyle/>
          <a:p>
            <a:pPr marL="0" indent="0" algn="ctr">
              <a:buNone/>
            </a:pPr>
            <a:r>
              <a:rPr lang="en-GB" sz="2800" b="1" dirty="0">
                <a:solidFill>
                  <a:srgbClr val="FF0000"/>
                </a:solidFill>
              </a:rPr>
              <a:t>Step 2</a:t>
            </a:r>
            <a:r>
              <a:rPr lang="en-GB" sz="2800" b="1" dirty="0" smtClean="0">
                <a:solidFill>
                  <a:srgbClr val="FF0000"/>
                </a:solidFill>
              </a:rPr>
              <a:t> </a:t>
            </a:r>
          </a:p>
          <a:p>
            <a:pPr algn="just"/>
            <a:r>
              <a:rPr lang="en-GB" sz="2800" dirty="0" smtClean="0"/>
              <a:t>The following </a:t>
            </a:r>
            <a:r>
              <a:rPr lang="en-GB" sz="2800" dirty="0"/>
              <a:t>are the different options in case you have grammatical </a:t>
            </a:r>
            <a:r>
              <a:rPr lang="en-GB" sz="2800" dirty="0" smtClean="0"/>
              <a:t>mistake</a:t>
            </a:r>
          </a:p>
          <a:p>
            <a:pPr lvl="1" algn="just"/>
            <a:r>
              <a:rPr lang="en-GB" sz="2400" b="1" dirty="0">
                <a:solidFill>
                  <a:srgbClr val="FF0000"/>
                </a:solidFill>
              </a:rPr>
              <a:t>Next </a:t>
            </a:r>
            <a:r>
              <a:rPr lang="en-GB" sz="2400" b="1" dirty="0" smtClean="0">
                <a:solidFill>
                  <a:srgbClr val="FF0000"/>
                </a:solidFill>
              </a:rPr>
              <a:t>Sentence</a:t>
            </a:r>
            <a:r>
              <a:rPr lang="en-GB" sz="2400" b="1" dirty="0" smtClean="0"/>
              <a:t>: </a:t>
            </a:r>
            <a:r>
              <a:rPr lang="en-GB" sz="2400" dirty="0" smtClean="0"/>
              <a:t>You </a:t>
            </a:r>
            <a:r>
              <a:rPr lang="en-GB" sz="2400" dirty="0"/>
              <a:t>can click Next Sentence to direct the grammar checker to skip ahead to the next sentence</a:t>
            </a:r>
            <a:r>
              <a:rPr lang="en-GB" sz="2400" dirty="0" smtClean="0"/>
              <a:t>.</a:t>
            </a:r>
          </a:p>
          <a:p>
            <a:pPr lvl="1" algn="just"/>
            <a:endParaRPr lang="en-GB" sz="2400" dirty="0"/>
          </a:p>
          <a:p>
            <a:pPr lvl="1" algn="just"/>
            <a:r>
              <a:rPr lang="en-GB" sz="2400" b="1" dirty="0" smtClean="0">
                <a:solidFill>
                  <a:srgbClr val="FF0000"/>
                </a:solidFill>
              </a:rPr>
              <a:t>Explain</a:t>
            </a:r>
            <a:r>
              <a:rPr lang="en-GB" sz="2400" dirty="0" smtClean="0"/>
              <a:t>: The </a:t>
            </a:r>
            <a:r>
              <a:rPr lang="en-GB" sz="2400" dirty="0"/>
              <a:t>grammar checker displays a description of the rule that caused the sentence to be flagged as a possible error</a:t>
            </a:r>
            <a:r>
              <a:rPr lang="en-GB" sz="2400" dirty="0" smtClean="0"/>
              <a:t>.</a:t>
            </a:r>
          </a:p>
          <a:p>
            <a:pPr lvl="1" algn="just"/>
            <a:endParaRPr lang="en-GB" sz="2400" dirty="0"/>
          </a:p>
          <a:p>
            <a:pPr lvl="1" algn="just"/>
            <a:r>
              <a:rPr lang="en-GB" sz="2400" b="1" dirty="0" smtClean="0">
                <a:solidFill>
                  <a:srgbClr val="FF0000"/>
                </a:solidFill>
              </a:rPr>
              <a:t>Options</a:t>
            </a:r>
            <a:r>
              <a:rPr lang="en-GB" sz="2400" dirty="0" smtClean="0"/>
              <a:t>: This </a:t>
            </a:r>
            <a:r>
              <a:rPr lang="en-GB" sz="2400" dirty="0"/>
              <a:t>will open the Word Options dialog box to allow you to change the </a:t>
            </a:r>
            <a:r>
              <a:rPr lang="en-GB" sz="2400" dirty="0" err="1"/>
              <a:t>behavior</a:t>
            </a:r>
            <a:r>
              <a:rPr lang="en-GB" sz="2400" dirty="0"/>
              <a:t> of the grammar checker or spelling options</a:t>
            </a:r>
            <a:r>
              <a:rPr lang="en-GB" sz="2400" dirty="0" smtClean="0"/>
              <a:t>.</a:t>
            </a:r>
          </a:p>
          <a:p>
            <a:pPr lvl="1" algn="just"/>
            <a:r>
              <a:rPr lang="en-GB" sz="2400" b="1" dirty="0" smtClean="0">
                <a:solidFill>
                  <a:srgbClr val="FF0000"/>
                </a:solidFill>
              </a:rPr>
              <a:t>Undo</a:t>
            </a:r>
            <a:r>
              <a:rPr lang="en-GB" sz="2400" dirty="0" smtClean="0"/>
              <a:t>: This </a:t>
            </a:r>
            <a:r>
              <a:rPr lang="en-GB" sz="2400" dirty="0"/>
              <a:t>will undo the last grammar changed.</a:t>
            </a:r>
            <a:endParaRPr lang="en-GB" sz="2400" dirty="0" smtClean="0"/>
          </a:p>
          <a:p>
            <a:pPr lvl="1" algn="just"/>
            <a:endParaRPr lang="en-GB" sz="2400" b="1" dirty="0"/>
          </a:p>
          <a:p>
            <a:pPr lvl="1" algn="just"/>
            <a:endParaRPr lang="en-GB" sz="2400" dirty="0"/>
          </a:p>
        </p:txBody>
      </p:sp>
    </p:spTree>
    <p:extLst>
      <p:ext uri="{BB962C8B-B14F-4D97-AF65-F5344CB8AC3E}">
        <p14:creationId xmlns:p14="http://schemas.microsoft.com/office/powerpoint/2010/main" val="2381622249"/>
      </p:ext>
    </p:extLst>
  </p:cSld>
  <p:clrMapOvr>
    <a:masterClrMapping/>
  </p:clrMapOvr>
  <p:transition>
    <p:fade/>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normAutofit/>
          </a:bodyPr>
          <a:lstStyle/>
          <a:p>
            <a:pPr algn="ctr"/>
            <a:r>
              <a:rPr lang="en-GB" sz="3200" dirty="0"/>
              <a:t>Check Spelling and Grammar using Review tab</a:t>
            </a:r>
            <a:endParaRPr lang="en-US" sz="3200" dirty="0"/>
          </a:p>
        </p:txBody>
      </p:sp>
      <p:sp>
        <p:nvSpPr>
          <p:cNvPr id="3" name="Content Placeholder 2"/>
          <p:cNvSpPr>
            <a:spLocks noGrp="1"/>
          </p:cNvSpPr>
          <p:nvPr>
            <p:ph idx="1"/>
          </p:nvPr>
        </p:nvSpPr>
        <p:spPr>
          <a:xfrm>
            <a:off x="152400" y="692696"/>
            <a:ext cx="8839200" cy="6165304"/>
          </a:xfrm>
        </p:spPr>
        <p:txBody>
          <a:bodyPr>
            <a:normAutofit/>
          </a:bodyPr>
          <a:lstStyle/>
          <a:p>
            <a:pPr marL="0" indent="0" algn="ctr">
              <a:buNone/>
            </a:pPr>
            <a:r>
              <a:rPr lang="en-GB" sz="2800" b="1" dirty="0">
                <a:solidFill>
                  <a:srgbClr val="FF0000"/>
                </a:solidFill>
              </a:rPr>
              <a:t>Step </a:t>
            </a:r>
            <a:r>
              <a:rPr lang="en-GB" sz="2800" b="1" dirty="0" smtClean="0">
                <a:solidFill>
                  <a:srgbClr val="FF0000"/>
                </a:solidFill>
              </a:rPr>
              <a:t>3 </a:t>
            </a:r>
          </a:p>
          <a:p>
            <a:pPr algn="just"/>
            <a:r>
              <a:rPr lang="en-GB" dirty="0"/>
              <a:t>Select one of the given suggestions you want to use and click the Change option to fix the spelling or grammar mistake and repeat the step to fix all the spelling or grammar mistake.</a:t>
            </a:r>
          </a:p>
        </p:txBody>
      </p:sp>
    </p:spTree>
    <p:extLst>
      <p:ext uri="{BB962C8B-B14F-4D97-AF65-F5344CB8AC3E}">
        <p14:creationId xmlns:p14="http://schemas.microsoft.com/office/powerpoint/2010/main" val="1867364416"/>
      </p:ext>
    </p:extLst>
  </p:cSld>
  <p:clrMapOvr>
    <a:masterClrMapping/>
  </p:clrMapOvr>
  <p:transition>
    <p:fade/>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normAutofit/>
          </a:bodyPr>
          <a:lstStyle/>
          <a:p>
            <a:pPr algn="ctr"/>
            <a:r>
              <a:rPr lang="en-GB" sz="3200" dirty="0"/>
              <a:t>Check Spelling and Grammar using Review tab</a:t>
            </a:r>
            <a:endParaRPr lang="en-US" sz="3200" dirty="0"/>
          </a:p>
        </p:txBody>
      </p:sp>
      <p:sp>
        <p:nvSpPr>
          <p:cNvPr id="3" name="Content Placeholder 2"/>
          <p:cNvSpPr>
            <a:spLocks noGrp="1"/>
          </p:cNvSpPr>
          <p:nvPr>
            <p:ph idx="1"/>
          </p:nvPr>
        </p:nvSpPr>
        <p:spPr>
          <a:xfrm>
            <a:off x="152400" y="692696"/>
            <a:ext cx="8839200" cy="6165304"/>
          </a:xfrm>
        </p:spPr>
        <p:txBody>
          <a:bodyPr>
            <a:normAutofit/>
          </a:bodyPr>
          <a:lstStyle/>
          <a:p>
            <a:pPr marL="0" indent="0" algn="ctr">
              <a:buNone/>
            </a:pPr>
            <a:r>
              <a:rPr lang="en-GB" sz="2800" b="1" dirty="0">
                <a:solidFill>
                  <a:srgbClr val="FF0000"/>
                </a:solidFill>
              </a:rPr>
              <a:t>Step 4</a:t>
            </a:r>
            <a:r>
              <a:rPr lang="en-GB" sz="2800" b="1" dirty="0" smtClean="0">
                <a:solidFill>
                  <a:srgbClr val="FF0000"/>
                </a:solidFill>
              </a:rPr>
              <a:t> </a:t>
            </a:r>
          </a:p>
          <a:p>
            <a:pPr algn="just"/>
            <a:r>
              <a:rPr lang="en-GB" dirty="0"/>
              <a:t>Word displays a dialog box when it finishes checking for spelling and grammar mistakes, finally Click OK</a:t>
            </a:r>
            <a:r>
              <a:rPr lang="en-GB" dirty="0" smtClean="0"/>
              <a:t>.</a:t>
            </a:r>
          </a:p>
          <a:p>
            <a:pPr algn="just"/>
            <a:endParaRPr lang="en-GB" dirty="0"/>
          </a:p>
        </p:txBody>
      </p:sp>
      <p:pic>
        <p:nvPicPr>
          <p:cNvPr id="31746" name="Picture 2" descr="C:\Users\UCCSMS1\Desktop\images\spelling_fix.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47864" y="2411404"/>
            <a:ext cx="5616624" cy="4333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0242224"/>
      </p:ext>
    </p:extLst>
  </p:cSld>
  <p:clrMapOvr>
    <a:masterClrMapping/>
  </p:clrMapOvr>
  <p:transition>
    <p:fade/>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normAutofit/>
          </a:bodyPr>
          <a:lstStyle/>
          <a:p>
            <a:pPr algn="ctr"/>
            <a:r>
              <a:rPr lang="en-GB" sz="3200" dirty="0"/>
              <a:t>Check Spelling and Grammar using Right Click</a:t>
            </a:r>
            <a:endParaRPr lang="en-US" sz="3200" dirty="0"/>
          </a:p>
        </p:txBody>
      </p:sp>
      <p:sp>
        <p:nvSpPr>
          <p:cNvPr id="3" name="Content Placeholder 2"/>
          <p:cNvSpPr>
            <a:spLocks noGrp="1"/>
          </p:cNvSpPr>
          <p:nvPr>
            <p:ph idx="1"/>
          </p:nvPr>
        </p:nvSpPr>
        <p:spPr>
          <a:xfrm>
            <a:off x="152400" y="692696"/>
            <a:ext cx="8839200" cy="6165304"/>
          </a:xfrm>
        </p:spPr>
        <p:txBody>
          <a:bodyPr>
            <a:normAutofit/>
          </a:bodyPr>
          <a:lstStyle/>
          <a:p>
            <a:pPr algn="just"/>
            <a:r>
              <a:rPr lang="en-GB" sz="2400" dirty="0"/>
              <a:t>If you will right-click the mouse button over a misspelled word, </a:t>
            </a:r>
            <a:r>
              <a:rPr lang="en-GB" sz="2400" dirty="0" smtClean="0"/>
              <a:t>then </a:t>
            </a:r>
            <a:r>
              <a:rPr lang="en-GB" sz="2400" dirty="0"/>
              <a:t>it will show you the correct suggestions and the above mentioned options to fix the spelling or grammar mistake. </a:t>
            </a:r>
          </a:p>
          <a:p>
            <a:pPr algn="just"/>
            <a:endParaRPr lang="en-GB" dirty="0"/>
          </a:p>
        </p:txBody>
      </p:sp>
      <p:pic>
        <p:nvPicPr>
          <p:cNvPr id="32770" name="Picture 2" descr="C:\Users\UCCSMS1\Desktop\images\spelling_fix2.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9672" y="1988840"/>
            <a:ext cx="6696744" cy="4695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1082505"/>
      </p:ext>
    </p:extLst>
  </p:cSld>
  <p:clrMapOvr>
    <a:masterClrMapping/>
  </p:clrMapOvr>
  <p:transition>
    <p:fade/>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normAutofit/>
          </a:bodyPr>
          <a:lstStyle/>
          <a:p>
            <a:pPr algn="ctr"/>
            <a:r>
              <a:rPr lang="en-GB" sz="3200" dirty="0"/>
              <a:t>Zoom In-Out in Word 2010</a:t>
            </a:r>
            <a:endParaRPr lang="en-US" sz="3200" dirty="0"/>
          </a:p>
        </p:txBody>
      </p:sp>
      <p:sp>
        <p:nvSpPr>
          <p:cNvPr id="3" name="Content Placeholder 2"/>
          <p:cNvSpPr>
            <a:spLocks noGrp="1"/>
          </p:cNvSpPr>
          <p:nvPr>
            <p:ph idx="1"/>
          </p:nvPr>
        </p:nvSpPr>
        <p:spPr>
          <a:xfrm>
            <a:off x="152400" y="692696"/>
            <a:ext cx="8839200" cy="6165304"/>
          </a:xfrm>
        </p:spPr>
        <p:txBody>
          <a:bodyPr>
            <a:normAutofit/>
          </a:bodyPr>
          <a:lstStyle/>
          <a:p>
            <a:pPr algn="just"/>
            <a:r>
              <a:rPr lang="en-GB" dirty="0"/>
              <a:t>Microsoft Word provides a functionality to apply </a:t>
            </a:r>
            <a:r>
              <a:rPr lang="en-GB" b="1" dirty="0"/>
              <a:t>zoom-in and zoom-out operations </a:t>
            </a:r>
            <a:r>
              <a:rPr lang="en-GB" dirty="0"/>
              <a:t>on a document</a:t>
            </a:r>
            <a:r>
              <a:rPr lang="en-GB" dirty="0" smtClean="0"/>
              <a:t>.</a:t>
            </a:r>
          </a:p>
          <a:p>
            <a:pPr algn="just"/>
            <a:endParaRPr lang="en-GB" dirty="0"/>
          </a:p>
          <a:p>
            <a:pPr algn="just"/>
            <a:r>
              <a:rPr lang="en-GB" dirty="0"/>
              <a:t>When we apply the zoom-in operation, it </a:t>
            </a:r>
            <a:r>
              <a:rPr lang="en-GB" b="1" dirty="0"/>
              <a:t>enlarges the size of text</a:t>
            </a:r>
            <a:r>
              <a:rPr lang="en-GB" dirty="0"/>
              <a:t> whereas applying the zoom-out operation </a:t>
            </a:r>
            <a:r>
              <a:rPr lang="en-GB" b="1" dirty="0"/>
              <a:t>reduces the size of text</a:t>
            </a:r>
            <a:r>
              <a:rPr lang="en-GB" dirty="0" smtClean="0"/>
              <a:t>.</a:t>
            </a:r>
          </a:p>
          <a:p>
            <a:pPr algn="just"/>
            <a:endParaRPr lang="en-GB" dirty="0"/>
          </a:p>
          <a:p>
            <a:pPr algn="just"/>
            <a:r>
              <a:rPr lang="en-GB" dirty="0"/>
              <a:t>A zoom operation just changes the size of the font on-screen without impacting any other attribute of the document.</a:t>
            </a:r>
          </a:p>
        </p:txBody>
      </p:sp>
    </p:spTree>
    <p:extLst>
      <p:ext uri="{BB962C8B-B14F-4D97-AF65-F5344CB8AC3E}">
        <p14:creationId xmlns:p14="http://schemas.microsoft.com/office/powerpoint/2010/main" val="983243802"/>
      </p:ext>
    </p:extLst>
  </p:cSld>
  <p:clrMapOvr>
    <a:masterClrMapping/>
  </p:clrMapOvr>
  <p:transition>
    <p:fade/>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normAutofit/>
          </a:bodyPr>
          <a:lstStyle/>
          <a:p>
            <a:pPr algn="ctr"/>
            <a:r>
              <a:rPr lang="en-GB" sz="3200" dirty="0"/>
              <a:t>Zoom-in &amp; Zoom-out using view tab</a:t>
            </a:r>
            <a:endParaRPr lang="en-US" sz="3200" dirty="0"/>
          </a:p>
        </p:txBody>
      </p:sp>
      <p:sp>
        <p:nvSpPr>
          <p:cNvPr id="3" name="Content Placeholder 2"/>
          <p:cNvSpPr>
            <a:spLocks noGrp="1"/>
          </p:cNvSpPr>
          <p:nvPr>
            <p:ph idx="1"/>
          </p:nvPr>
        </p:nvSpPr>
        <p:spPr>
          <a:xfrm>
            <a:off x="152400" y="692696"/>
            <a:ext cx="8839200" cy="6165304"/>
          </a:xfrm>
        </p:spPr>
        <p:txBody>
          <a:bodyPr>
            <a:normAutofit/>
          </a:bodyPr>
          <a:lstStyle/>
          <a:p>
            <a:pPr marL="0" indent="0" algn="ctr">
              <a:buNone/>
            </a:pPr>
            <a:r>
              <a:rPr lang="en-GB" b="1" dirty="0">
                <a:solidFill>
                  <a:srgbClr val="FF0000"/>
                </a:solidFill>
              </a:rPr>
              <a:t>Step 1 </a:t>
            </a:r>
            <a:endParaRPr lang="en-GB" b="1" dirty="0" smtClean="0">
              <a:solidFill>
                <a:srgbClr val="FF0000"/>
              </a:solidFill>
            </a:endParaRPr>
          </a:p>
          <a:p>
            <a:pPr algn="just"/>
            <a:r>
              <a:rPr lang="en-GB" dirty="0" smtClean="0"/>
              <a:t>Click </a:t>
            </a:r>
            <a:r>
              <a:rPr lang="en-GB" dirty="0"/>
              <a:t>the View tab and then click the Zoom button as shown below</a:t>
            </a:r>
            <a:r>
              <a:rPr lang="en-GB" dirty="0" smtClean="0"/>
              <a:t>.</a:t>
            </a:r>
          </a:p>
          <a:p>
            <a:pPr algn="just"/>
            <a:endParaRPr lang="en-GB" dirty="0"/>
          </a:p>
        </p:txBody>
      </p:sp>
      <p:pic>
        <p:nvPicPr>
          <p:cNvPr id="33794" name="Picture 2" descr="C:\Users\UCCSMS1\Desktop\images\zoom_button.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00320" y="2276872"/>
            <a:ext cx="6204128" cy="43924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6939380"/>
      </p:ext>
    </p:extLst>
  </p:cSld>
  <p:clrMapOvr>
    <a:masterClrMapping/>
  </p:clrMapOvr>
  <p:transition>
    <p:fade/>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normAutofit/>
          </a:bodyPr>
          <a:lstStyle/>
          <a:p>
            <a:pPr algn="ctr"/>
            <a:r>
              <a:rPr lang="en-GB" sz="3200" dirty="0"/>
              <a:t>Zoom-in &amp; Zoom-out using view tab</a:t>
            </a:r>
            <a:endParaRPr lang="en-US" sz="3200" dirty="0"/>
          </a:p>
        </p:txBody>
      </p:sp>
      <p:sp>
        <p:nvSpPr>
          <p:cNvPr id="3" name="Content Placeholder 2"/>
          <p:cNvSpPr>
            <a:spLocks noGrp="1"/>
          </p:cNvSpPr>
          <p:nvPr>
            <p:ph idx="1"/>
          </p:nvPr>
        </p:nvSpPr>
        <p:spPr>
          <a:xfrm>
            <a:off x="152400" y="692696"/>
            <a:ext cx="8839200" cy="6165304"/>
          </a:xfrm>
        </p:spPr>
        <p:txBody>
          <a:bodyPr>
            <a:normAutofit/>
          </a:bodyPr>
          <a:lstStyle/>
          <a:p>
            <a:pPr marL="0" indent="0" algn="ctr">
              <a:buNone/>
            </a:pPr>
            <a:r>
              <a:rPr lang="en-GB" b="1" dirty="0">
                <a:solidFill>
                  <a:srgbClr val="FF0000"/>
                </a:solidFill>
              </a:rPr>
              <a:t>Step </a:t>
            </a:r>
            <a:r>
              <a:rPr lang="en-GB" b="1" dirty="0" smtClean="0">
                <a:solidFill>
                  <a:srgbClr val="FF0000"/>
                </a:solidFill>
              </a:rPr>
              <a:t>2 </a:t>
            </a:r>
          </a:p>
          <a:p>
            <a:pPr algn="just"/>
            <a:r>
              <a:rPr lang="en-GB" dirty="0"/>
              <a:t>When you click the Zoom button, a Zoom dialog box will appear as shown below. </a:t>
            </a:r>
            <a:endParaRPr lang="en-GB" dirty="0" smtClean="0"/>
          </a:p>
          <a:p>
            <a:pPr algn="just"/>
            <a:endParaRPr lang="en-GB" dirty="0"/>
          </a:p>
          <a:p>
            <a:pPr algn="just"/>
            <a:endParaRPr lang="en-GB" dirty="0"/>
          </a:p>
        </p:txBody>
      </p:sp>
      <p:pic>
        <p:nvPicPr>
          <p:cNvPr id="34818" name="Picture 2" descr="C:\Users\UCCSMS1\Desktop\images\zoom_options.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6474" y="2348880"/>
            <a:ext cx="5659862" cy="41764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1225179"/>
      </p:ext>
    </p:extLst>
  </p:cSld>
  <p:clrMapOvr>
    <a:masterClrMapping/>
  </p:clrMapOvr>
  <p:transition>
    <p:fade/>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normAutofit/>
          </a:bodyPr>
          <a:lstStyle/>
          <a:p>
            <a:pPr algn="ctr"/>
            <a:r>
              <a:rPr lang="en-GB" sz="3200" dirty="0"/>
              <a:t>Zoom-in &amp; Zoom-out using view tab</a:t>
            </a:r>
            <a:endParaRPr lang="en-US" sz="3200" dirty="0"/>
          </a:p>
        </p:txBody>
      </p:sp>
      <p:sp>
        <p:nvSpPr>
          <p:cNvPr id="3" name="Content Placeholder 2"/>
          <p:cNvSpPr>
            <a:spLocks noGrp="1"/>
          </p:cNvSpPr>
          <p:nvPr>
            <p:ph idx="1"/>
          </p:nvPr>
        </p:nvSpPr>
        <p:spPr>
          <a:xfrm>
            <a:off x="152400" y="692696"/>
            <a:ext cx="8839200" cy="6165304"/>
          </a:xfrm>
        </p:spPr>
        <p:txBody>
          <a:bodyPr>
            <a:normAutofit/>
          </a:bodyPr>
          <a:lstStyle/>
          <a:p>
            <a:pPr marL="0" indent="0" algn="ctr">
              <a:buNone/>
            </a:pPr>
            <a:r>
              <a:rPr lang="en-GB" b="1" dirty="0">
                <a:solidFill>
                  <a:srgbClr val="FF0000"/>
                </a:solidFill>
              </a:rPr>
              <a:t>Step </a:t>
            </a:r>
            <a:r>
              <a:rPr lang="en-GB" b="1" dirty="0" smtClean="0">
                <a:solidFill>
                  <a:srgbClr val="FF0000"/>
                </a:solidFill>
              </a:rPr>
              <a:t>2 </a:t>
            </a:r>
          </a:p>
          <a:p>
            <a:pPr algn="just"/>
            <a:r>
              <a:rPr lang="en-GB" dirty="0"/>
              <a:t>This will display the zoom options box to select a value to reduce or increase the size of the document on-screen. </a:t>
            </a:r>
            <a:endParaRPr lang="en-GB" dirty="0" smtClean="0"/>
          </a:p>
          <a:p>
            <a:pPr algn="just"/>
            <a:endParaRPr lang="en-GB" dirty="0"/>
          </a:p>
          <a:p>
            <a:pPr algn="just"/>
            <a:r>
              <a:rPr lang="en-GB" dirty="0" smtClean="0"/>
              <a:t>By </a:t>
            </a:r>
            <a:r>
              <a:rPr lang="en-GB" dirty="0"/>
              <a:t>default, it will be </a:t>
            </a:r>
            <a:r>
              <a:rPr lang="en-GB" b="1" dirty="0"/>
              <a:t>100%</a:t>
            </a:r>
            <a:r>
              <a:rPr lang="en-GB" dirty="0"/>
              <a:t>; you can select </a:t>
            </a:r>
            <a:r>
              <a:rPr lang="en-GB" b="1" dirty="0"/>
              <a:t>200%</a:t>
            </a:r>
            <a:r>
              <a:rPr lang="en-GB" dirty="0"/>
              <a:t> to increase the size of the font or </a:t>
            </a:r>
            <a:r>
              <a:rPr lang="en-GB" b="1" dirty="0"/>
              <a:t>75%</a:t>
            </a:r>
            <a:r>
              <a:rPr lang="en-GB" dirty="0"/>
              <a:t> to reduce the size of the font</a:t>
            </a:r>
            <a:r>
              <a:rPr lang="en-GB" dirty="0" smtClean="0"/>
              <a:t>.</a:t>
            </a:r>
          </a:p>
          <a:p>
            <a:pPr marL="0" indent="0" algn="ctr">
              <a:buNone/>
            </a:pPr>
            <a:r>
              <a:rPr lang="en-GB" dirty="0">
                <a:solidFill>
                  <a:srgbClr val="FF0000"/>
                </a:solidFill>
              </a:rPr>
              <a:t>Step </a:t>
            </a:r>
            <a:r>
              <a:rPr lang="en-GB" dirty="0" smtClean="0">
                <a:solidFill>
                  <a:srgbClr val="FF0000"/>
                </a:solidFill>
              </a:rPr>
              <a:t>3</a:t>
            </a:r>
          </a:p>
          <a:p>
            <a:r>
              <a:rPr lang="en-GB" dirty="0"/>
              <a:t>Once you are done with selecting an option, click OK to apply the changes on the document.</a:t>
            </a:r>
          </a:p>
          <a:p>
            <a:pPr algn="just"/>
            <a:endParaRPr lang="en-GB" dirty="0"/>
          </a:p>
        </p:txBody>
      </p:sp>
    </p:spTree>
    <p:extLst>
      <p:ext uri="{BB962C8B-B14F-4D97-AF65-F5344CB8AC3E}">
        <p14:creationId xmlns:p14="http://schemas.microsoft.com/office/powerpoint/2010/main" val="4138775157"/>
      </p:ext>
    </p:extLst>
  </p:cSld>
  <p:clrMapOvr>
    <a:masterClrMapping/>
  </p:clrMapOvr>
  <p:transition>
    <p:fade/>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normAutofit/>
          </a:bodyPr>
          <a:lstStyle/>
          <a:p>
            <a:pPr algn="ctr"/>
            <a:r>
              <a:rPr lang="en-GB" sz="3200" dirty="0"/>
              <a:t>Zoom-in &amp; Zoom-out using (+) and (-) Buttons</a:t>
            </a:r>
            <a:endParaRPr lang="en-US" sz="3200" dirty="0"/>
          </a:p>
        </p:txBody>
      </p:sp>
      <p:sp>
        <p:nvSpPr>
          <p:cNvPr id="3" name="Content Placeholder 2"/>
          <p:cNvSpPr>
            <a:spLocks noGrp="1"/>
          </p:cNvSpPr>
          <p:nvPr>
            <p:ph idx="1"/>
          </p:nvPr>
        </p:nvSpPr>
        <p:spPr>
          <a:xfrm>
            <a:off x="152400" y="692696"/>
            <a:ext cx="8839200" cy="6165304"/>
          </a:xfrm>
        </p:spPr>
        <p:txBody>
          <a:bodyPr>
            <a:normAutofit/>
          </a:bodyPr>
          <a:lstStyle/>
          <a:p>
            <a:pPr algn="just"/>
            <a:r>
              <a:rPr lang="en-GB" dirty="0"/>
              <a:t>The following screenshot shows two buttons </a:t>
            </a:r>
            <a:r>
              <a:rPr lang="en-GB" b="1" dirty="0"/>
              <a:t>Zoom-out </a:t>
            </a:r>
            <a:r>
              <a:rPr lang="en-GB" dirty="0"/>
              <a:t>which is the </a:t>
            </a:r>
            <a:r>
              <a:rPr lang="en-GB" b="1" dirty="0"/>
              <a:t>(-)</a:t>
            </a:r>
            <a:r>
              <a:rPr lang="en-GB" dirty="0"/>
              <a:t> </a:t>
            </a:r>
            <a:r>
              <a:rPr lang="en-GB" b="1" dirty="0"/>
              <a:t>button</a:t>
            </a:r>
            <a:r>
              <a:rPr lang="en-GB" dirty="0"/>
              <a:t> and </a:t>
            </a:r>
            <a:r>
              <a:rPr lang="en-GB" b="1" dirty="0"/>
              <a:t>Zoom-in</a:t>
            </a:r>
            <a:r>
              <a:rPr lang="en-GB" dirty="0"/>
              <a:t> which is the </a:t>
            </a:r>
            <a:r>
              <a:rPr lang="en-GB" b="1" dirty="0"/>
              <a:t>(+) button</a:t>
            </a:r>
            <a:r>
              <a:rPr lang="en-GB" dirty="0" smtClean="0"/>
              <a:t>.</a:t>
            </a:r>
          </a:p>
          <a:p>
            <a:pPr algn="just"/>
            <a:endParaRPr lang="en-GB" dirty="0"/>
          </a:p>
        </p:txBody>
      </p:sp>
      <p:pic>
        <p:nvPicPr>
          <p:cNvPr id="35842" name="Picture 2" descr="C:\Users\UCCSMS1\Desktop\images\zoom_button2.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1760" y="2204864"/>
            <a:ext cx="6264696" cy="45365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5021968"/>
      </p:ext>
    </p:extLst>
  </p:cSld>
  <p:clrMapOvr>
    <a:masterClrMapping/>
  </p:clrMapOvr>
  <p:transition>
    <p:fade/>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normAutofit/>
          </a:bodyPr>
          <a:lstStyle/>
          <a:p>
            <a:pPr algn="ctr"/>
            <a:r>
              <a:rPr lang="en-GB" sz="3200" dirty="0"/>
              <a:t>Zoom-in &amp; Zoom-out using (+) and (-) Buttons</a:t>
            </a:r>
            <a:endParaRPr lang="en-US" sz="3200" dirty="0"/>
          </a:p>
        </p:txBody>
      </p:sp>
      <p:sp>
        <p:nvSpPr>
          <p:cNvPr id="3" name="Content Placeholder 2"/>
          <p:cNvSpPr>
            <a:spLocks noGrp="1"/>
          </p:cNvSpPr>
          <p:nvPr>
            <p:ph idx="1"/>
          </p:nvPr>
        </p:nvSpPr>
        <p:spPr>
          <a:xfrm>
            <a:off x="152400" y="692696"/>
            <a:ext cx="8839200" cy="6165304"/>
          </a:xfrm>
        </p:spPr>
        <p:txBody>
          <a:bodyPr>
            <a:normAutofit/>
          </a:bodyPr>
          <a:lstStyle/>
          <a:p>
            <a:pPr marL="0" indent="0" algn="ctr">
              <a:buNone/>
            </a:pPr>
            <a:r>
              <a:rPr lang="en-GB" b="1" dirty="0" smtClean="0">
                <a:solidFill>
                  <a:srgbClr val="FF0000"/>
                </a:solidFill>
              </a:rPr>
              <a:t>Step </a:t>
            </a:r>
            <a:r>
              <a:rPr lang="en-GB" b="1" dirty="0">
                <a:solidFill>
                  <a:srgbClr val="FF0000"/>
                </a:solidFill>
              </a:rPr>
              <a:t>1 </a:t>
            </a:r>
            <a:r>
              <a:rPr lang="en-GB" b="1" dirty="0" smtClean="0">
                <a:solidFill>
                  <a:srgbClr val="FF0000"/>
                </a:solidFill>
              </a:rPr>
              <a:t> </a:t>
            </a:r>
          </a:p>
          <a:p>
            <a:pPr algn="just"/>
            <a:r>
              <a:rPr lang="en-GB" sz="2800" dirty="0" smtClean="0"/>
              <a:t>Click </a:t>
            </a:r>
            <a:r>
              <a:rPr lang="en-GB" sz="2800" dirty="0"/>
              <a:t>the </a:t>
            </a:r>
            <a:r>
              <a:rPr lang="en-GB" sz="2800" b="1" dirty="0"/>
              <a:t>Zoom-out button</a:t>
            </a:r>
            <a:r>
              <a:rPr lang="en-GB" sz="2800" dirty="0"/>
              <a:t>, you will find that your document size will decrease by </a:t>
            </a:r>
            <a:r>
              <a:rPr lang="en-GB" sz="2800" b="1" dirty="0"/>
              <a:t>10%</a:t>
            </a:r>
            <a:r>
              <a:rPr lang="en-GB" sz="2800" dirty="0"/>
              <a:t> each time you click the button. </a:t>
            </a:r>
            <a:endParaRPr lang="en-GB" sz="2800" dirty="0" smtClean="0"/>
          </a:p>
          <a:p>
            <a:pPr algn="just"/>
            <a:endParaRPr lang="en-GB" sz="2800" dirty="0"/>
          </a:p>
          <a:p>
            <a:pPr algn="just"/>
            <a:r>
              <a:rPr lang="en-GB" sz="2800" dirty="0" smtClean="0"/>
              <a:t>Similar </a:t>
            </a:r>
            <a:r>
              <a:rPr lang="en-GB" sz="2800" dirty="0"/>
              <a:t>way, if you click on </a:t>
            </a:r>
            <a:r>
              <a:rPr lang="en-GB" sz="2800" b="1" dirty="0"/>
              <a:t>Zoom-in button </a:t>
            </a:r>
            <a:r>
              <a:rPr lang="en-GB" sz="2800" dirty="0"/>
              <a:t>your document size will increase by </a:t>
            </a:r>
            <a:r>
              <a:rPr lang="en-GB" sz="2800" b="1" dirty="0"/>
              <a:t>10%</a:t>
            </a:r>
            <a:r>
              <a:rPr lang="en-GB" sz="2800" dirty="0"/>
              <a:t> each time you click the button</a:t>
            </a:r>
            <a:r>
              <a:rPr lang="en-GB" sz="2800" dirty="0" smtClean="0"/>
              <a:t>.</a:t>
            </a:r>
          </a:p>
          <a:p>
            <a:pPr algn="just"/>
            <a:endParaRPr lang="en-GB" sz="2800" dirty="0"/>
          </a:p>
          <a:p>
            <a:pPr algn="just"/>
            <a:r>
              <a:rPr lang="en-GB" sz="2800" dirty="0"/>
              <a:t>Try this simple operation with different values to see the difference. The above screenshot shows </a:t>
            </a:r>
            <a:r>
              <a:rPr lang="en-GB" sz="2800" b="1" dirty="0"/>
              <a:t>140% zoom-in view of the document</a:t>
            </a:r>
            <a:r>
              <a:rPr lang="en-GB" sz="2800" dirty="0"/>
              <a:t>.</a:t>
            </a:r>
          </a:p>
        </p:txBody>
      </p:sp>
    </p:spTree>
    <p:extLst>
      <p:ext uri="{BB962C8B-B14F-4D97-AF65-F5344CB8AC3E}">
        <p14:creationId xmlns:p14="http://schemas.microsoft.com/office/powerpoint/2010/main" val="1077333938"/>
      </p:ext>
    </p:extLst>
  </p:cSld>
  <p:clrMapOvr>
    <a:masterClrMapping/>
  </p:clrMapOvr>
  <p:transition>
    <p:fade/>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normAutofit/>
          </a:bodyPr>
          <a:lstStyle/>
          <a:p>
            <a:pPr algn="ctr"/>
            <a:r>
              <a:rPr lang="en-GB" sz="3200" dirty="0"/>
              <a:t>Special Symbols in Word 2010</a:t>
            </a:r>
            <a:endParaRPr lang="en-US" sz="3200" dirty="0"/>
          </a:p>
        </p:txBody>
      </p:sp>
      <p:sp>
        <p:nvSpPr>
          <p:cNvPr id="3" name="Content Placeholder 2"/>
          <p:cNvSpPr>
            <a:spLocks noGrp="1"/>
          </p:cNvSpPr>
          <p:nvPr>
            <p:ph idx="1"/>
          </p:nvPr>
        </p:nvSpPr>
        <p:spPr>
          <a:xfrm>
            <a:off x="152400" y="692696"/>
            <a:ext cx="8839200" cy="6165304"/>
          </a:xfrm>
        </p:spPr>
        <p:txBody>
          <a:bodyPr>
            <a:normAutofit/>
          </a:bodyPr>
          <a:lstStyle/>
          <a:p>
            <a:pPr algn="just"/>
            <a:endParaRPr lang="en-GB" sz="2800" dirty="0" smtClean="0"/>
          </a:p>
          <a:p>
            <a:pPr algn="just"/>
            <a:r>
              <a:rPr lang="en-GB" sz="2800" dirty="0" smtClean="0"/>
              <a:t>Your </a:t>
            </a:r>
            <a:r>
              <a:rPr lang="en-GB" sz="2800" dirty="0"/>
              <a:t>keyboard may not have many characters available but you want to use those characters in your document; in such situations, you have the option to </a:t>
            </a:r>
            <a:r>
              <a:rPr lang="en-GB" sz="2800" b="1" dirty="0">
                <a:solidFill>
                  <a:srgbClr val="FF0000"/>
                </a:solidFill>
              </a:rPr>
              <a:t>insert Special </a:t>
            </a:r>
            <a:r>
              <a:rPr lang="en-GB" sz="2800" b="1" dirty="0" smtClean="0">
                <a:solidFill>
                  <a:srgbClr val="FF0000"/>
                </a:solidFill>
              </a:rPr>
              <a:t>Symbols</a:t>
            </a:r>
            <a:r>
              <a:rPr lang="en-GB" sz="2800" dirty="0" smtClean="0">
                <a:solidFill>
                  <a:srgbClr val="FF0000"/>
                </a:solidFill>
              </a:rPr>
              <a:t>.</a:t>
            </a:r>
          </a:p>
          <a:p>
            <a:pPr algn="just"/>
            <a:endParaRPr lang="en-GB" sz="2800" b="1" dirty="0">
              <a:solidFill>
                <a:srgbClr val="FF0000"/>
              </a:solidFill>
            </a:endParaRPr>
          </a:p>
          <a:p>
            <a:pPr algn="just"/>
            <a:r>
              <a:rPr lang="en-GB" sz="2800" dirty="0"/>
              <a:t>If you find yourself using a particular symbol frequently, you can assign a keyboard shortcut to it.</a:t>
            </a:r>
          </a:p>
        </p:txBody>
      </p:sp>
    </p:spTree>
    <p:extLst>
      <p:ext uri="{BB962C8B-B14F-4D97-AF65-F5344CB8AC3E}">
        <p14:creationId xmlns:p14="http://schemas.microsoft.com/office/powerpoint/2010/main" val="1422611396"/>
      </p:ext>
    </p:extLst>
  </p:cSld>
  <p:clrMapOvr>
    <a:masterClrMapping/>
  </p:clrMapOvr>
  <p:transition>
    <p:fade/>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normAutofit/>
          </a:bodyPr>
          <a:lstStyle/>
          <a:p>
            <a:pPr algn="ctr"/>
            <a:r>
              <a:rPr lang="en-GB" sz="3200" dirty="0"/>
              <a:t>Insert Special Symbols</a:t>
            </a:r>
            <a:endParaRPr lang="en-US" sz="3200" dirty="0"/>
          </a:p>
        </p:txBody>
      </p:sp>
      <p:sp>
        <p:nvSpPr>
          <p:cNvPr id="3" name="Content Placeholder 2"/>
          <p:cNvSpPr>
            <a:spLocks noGrp="1"/>
          </p:cNvSpPr>
          <p:nvPr>
            <p:ph idx="1"/>
          </p:nvPr>
        </p:nvSpPr>
        <p:spPr>
          <a:xfrm>
            <a:off x="152400" y="692696"/>
            <a:ext cx="8839200" cy="6165304"/>
          </a:xfrm>
        </p:spPr>
        <p:txBody>
          <a:bodyPr>
            <a:normAutofit/>
          </a:bodyPr>
          <a:lstStyle/>
          <a:p>
            <a:pPr marL="0" indent="0" algn="ctr">
              <a:buNone/>
            </a:pPr>
            <a:r>
              <a:rPr lang="en-GB" sz="2800" b="1" dirty="0">
                <a:solidFill>
                  <a:srgbClr val="FF0000"/>
                </a:solidFill>
              </a:rPr>
              <a:t>Step 1 </a:t>
            </a:r>
            <a:endParaRPr lang="en-GB" sz="2800" b="1" dirty="0" smtClean="0">
              <a:solidFill>
                <a:srgbClr val="FF0000"/>
              </a:solidFill>
            </a:endParaRPr>
          </a:p>
          <a:p>
            <a:pPr algn="just"/>
            <a:r>
              <a:rPr lang="en-GB" sz="2800" dirty="0" smtClean="0"/>
              <a:t>To </a:t>
            </a:r>
            <a:r>
              <a:rPr lang="en-GB" sz="2800" dirty="0"/>
              <a:t>insert a special symbol, bring your cursor at the place where you want to insert the symbol</a:t>
            </a:r>
            <a:r>
              <a:rPr lang="en-GB" sz="2800" dirty="0" smtClean="0"/>
              <a:t>.</a:t>
            </a:r>
          </a:p>
          <a:p>
            <a:pPr algn="just"/>
            <a:endParaRPr lang="en-GB" sz="2800" dirty="0"/>
          </a:p>
          <a:p>
            <a:pPr algn="just"/>
            <a:r>
              <a:rPr lang="en-GB" sz="2800" dirty="0"/>
              <a:t>Click the Insert tab. You will find two options under the symbol button </a:t>
            </a:r>
            <a:r>
              <a:rPr lang="en-GB" sz="2800" b="1" dirty="0"/>
              <a:t>(a) Equation </a:t>
            </a:r>
            <a:r>
              <a:rPr lang="en-GB" sz="2800" dirty="0"/>
              <a:t>and </a:t>
            </a:r>
            <a:r>
              <a:rPr lang="en-GB" sz="2800" b="1" dirty="0"/>
              <a:t>(b) Symbols</a:t>
            </a:r>
            <a:r>
              <a:rPr lang="en-GB" sz="2800" dirty="0" smtClean="0"/>
              <a:t>.</a:t>
            </a:r>
          </a:p>
          <a:p>
            <a:pPr algn="just"/>
            <a:endParaRPr lang="en-GB" sz="2800" dirty="0"/>
          </a:p>
          <a:p>
            <a:pPr algn="just"/>
            <a:r>
              <a:rPr lang="en-GB" sz="2800" dirty="0"/>
              <a:t>For now, we are going to understand the use of the Symbol button as shown below.</a:t>
            </a:r>
          </a:p>
        </p:txBody>
      </p:sp>
    </p:spTree>
    <p:extLst>
      <p:ext uri="{BB962C8B-B14F-4D97-AF65-F5344CB8AC3E}">
        <p14:creationId xmlns:p14="http://schemas.microsoft.com/office/powerpoint/2010/main" val="3963320882"/>
      </p:ext>
    </p:extLst>
  </p:cSld>
  <p:clrMapOvr>
    <a:masterClrMapping/>
  </p:clrMapOvr>
  <p:transition>
    <p:fade/>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normAutofit/>
          </a:bodyPr>
          <a:lstStyle/>
          <a:p>
            <a:pPr algn="ctr"/>
            <a:r>
              <a:rPr lang="en-GB" sz="3200" dirty="0"/>
              <a:t>Insert Special Symbols</a:t>
            </a:r>
            <a:endParaRPr lang="en-US" sz="3200" dirty="0"/>
          </a:p>
        </p:txBody>
      </p:sp>
      <p:sp>
        <p:nvSpPr>
          <p:cNvPr id="3" name="Content Placeholder 2"/>
          <p:cNvSpPr>
            <a:spLocks noGrp="1"/>
          </p:cNvSpPr>
          <p:nvPr>
            <p:ph idx="1"/>
          </p:nvPr>
        </p:nvSpPr>
        <p:spPr>
          <a:xfrm>
            <a:off x="152400" y="692696"/>
            <a:ext cx="8839200" cy="6165304"/>
          </a:xfrm>
        </p:spPr>
        <p:txBody>
          <a:bodyPr>
            <a:normAutofit/>
          </a:bodyPr>
          <a:lstStyle/>
          <a:p>
            <a:pPr marL="0" indent="0" algn="ctr">
              <a:buNone/>
            </a:pPr>
            <a:r>
              <a:rPr lang="en-GB" sz="2800" b="1" dirty="0">
                <a:solidFill>
                  <a:srgbClr val="FF0000"/>
                </a:solidFill>
              </a:rPr>
              <a:t>Step 1 </a:t>
            </a:r>
            <a:endParaRPr lang="en-GB" sz="2800" b="1" dirty="0" smtClean="0">
              <a:solidFill>
                <a:srgbClr val="FF0000"/>
              </a:solidFill>
            </a:endParaRPr>
          </a:p>
          <a:p>
            <a:pPr marL="0" indent="0" algn="ctr">
              <a:buNone/>
            </a:pPr>
            <a:endParaRPr lang="en-GB" sz="2800" b="1" dirty="0" smtClean="0">
              <a:solidFill>
                <a:srgbClr val="FF0000"/>
              </a:solidFill>
            </a:endParaRPr>
          </a:p>
        </p:txBody>
      </p:sp>
      <p:pic>
        <p:nvPicPr>
          <p:cNvPr id="36866" name="Picture 2" descr="C:\Users\UCCSMS1\Desktop\images\symbol_button.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576" y="1556792"/>
            <a:ext cx="7128792" cy="47525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85362132"/>
      </p:ext>
    </p:extLst>
  </p:cSld>
  <p:clrMapOvr>
    <a:masterClrMapping/>
  </p:clrMapOvr>
  <p:transition>
    <p:fade/>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normAutofit/>
          </a:bodyPr>
          <a:lstStyle/>
          <a:p>
            <a:pPr algn="ctr"/>
            <a:r>
              <a:rPr lang="en-GB" sz="3200" dirty="0"/>
              <a:t>Insert Special Symbols</a:t>
            </a:r>
            <a:endParaRPr lang="en-US" sz="3200" dirty="0"/>
          </a:p>
        </p:txBody>
      </p:sp>
      <p:sp>
        <p:nvSpPr>
          <p:cNvPr id="3" name="Content Placeholder 2"/>
          <p:cNvSpPr>
            <a:spLocks noGrp="1"/>
          </p:cNvSpPr>
          <p:nvPr>
            <p:ph idx="1"/>
          </p:nvPr>
        </p:nvSpPr>
        <p:spPr>
          <a:xfrm>
            <a:off x="152400" y="692696"/>
            <a:ext cx="8839200" cy="6165304"/>
          </a:xfrm>
        </p:spPr>
        <p:txBody>
          <a:bodyPr>
            <a:normAutofit/>
          </a:bodyPr>
          <a:lstStyle/>
          <a:p>
            <a:pPr marL="0" indent="0" algn="ctr">
              <a:buNone/>
            </a:pPr>
            <a:r>
              <a:rPr lang="en-GB" sz="2800" b="1" dirty="0">
                <a:solidFill>
                  <a:srgbClr val="FF0000"/>
                </a:solidFill>
              </a:rPr>
              <a:t>Step </a:t>
            </a:r>
            <a:r>
              <a:rPr lang="en-GB" sz="2800" b="1" dirty="0" smtClean="0">
                <a:solidFill>
                  <a:srgbClr val="FF0000"/>
                </a:solidFill>
              </a:rPr>
              <a:t>2</a:t>
            </a:r>
          </a:p>
          <a:p>
            <a:pPr algn="just"/>
            <a:r>
              <a:rPr lang="en-GB" sz="2800" dirty="0" smtClean="0"/>
              <a:t>When </a:t>
            </a:r>
            <a:r>
              <a:rPr lang="en-GB" sz="2800" dirty="0"/>
              <a:t>you click the Symbol button, a small list of symbols will appear as shown below.</a:t>
            </a:r>
            <a:endParaRPr lang="en-GB" sz="2800" dirty="0" smtClean="0"/>
          </a:p>
          <a:p>
            <a:pPr marL="0" indent="0" algn="just">
              <a:buNone/>
            </a:pPr>
            <a:endParaRPr lang="en-GB" sz="2800" dirty="0" smtClean="0"/>
          </a:p>
        </p:txBody>
      </p:sp>
      <p:pic>
        <p:nvPicPr>
          <p:cNvPr id="37890" name="Picture 2" descr="C:\Users\UCCSMS1\Desktop\images\symbol_box.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7778" y="2204864"/>
            <a:ext cx="6316670" cy="4486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9631853"/>
      </p:ext>
    </p:extLst>
  </p:cSld>
  <p:clrMapOvr>
    <a:masterClrMapping/>
  </p:clrMapOvr>
  <p:transition>
    <p:fade/>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normAutofit/>
          </a:bodyPr>
          <a:lstStyle/>
          <a:p>
            <a:pPr algn="ctr"/>
            <a:r>
              <a:rPr lang="en-GB" sz="3200" dirty="0"/>
              <a:t>Insert Special Symbols</a:t>
            </a:r>
            <a:endParaRPr lang="en-US" sz="3200" dirty="0"/>
          </a:p>
        </p:txBody>
      </p:sp>
      <p:sp>
        <p:nvSpPr>
          <p:cNvPr id="3" name="Content Placeholder 2"/>
          <p:cNvSpPr>
            <a:spLocks noGrp="1"/>
          </p:cNvSpPr>
          <p:nvPr>
            <p:ph idx="1"/>
          </p:nvPr>
        </p:nvSpPr>
        <p:spPr>
          <a:xfrm>
            <a:off x="152400" y="692696"/>
            <a:ext cx="8839200" cy="6165304"/>
          </a:xfrm>
        </p:spPr>
        <p:txBody>
          <a:bodyPr>
            <a:normAutofit/>
          </a:bodyPr>
          <a:lstStyle/>
          <a:p>
            <a:pPr marL="0" indent="0" algn="ctr">
              <a:buNone/>
            </a:pPr>
            <a:r>
              <a:rPr lang="en-GB" sz="2800" b="1" dirty="0">
                <a:solidFill>
                  <a:srgbClr val="FF0000"/>
                </a:solidFill>
              </a:rPr>
              <a:t>Step 3</a:t>
            </a:r>
            <a:endParaRPr lang="en-GB" sz="2800" b="1" dirty="0" smtClean="0">
              <a:solidFill>
                <a:srgbClr val="FF0000"/>
              </a:solidFill>
            </a:endParaRPr>
          </a:p>
          <a:p>
            <a:pPr algn="just"/>
            <a:r>
              <a:rPr lang="en-GB" sz="2800" dirty="0"/>
              <a:t>If you do not find the desired symbol in this small box, then you can click at the </a:t>
            </a:r>
            <a:r>
              <a:rPr lang="en-GB" sz="2800" b="1" dirty="0"/>
              <a:t>More Symbols </a:t>
            </a:r>
            <a:r>
              <a:rPr lang="en-GB" sz="2800" dirty="0"/>
              <a:t>option to have a wide range of symbols as shown below in the symbol dialog box.</a:t>
            </a:r>
            <a:endParaRPr lang="en-GB" sz="2800" dirty="0" smtClean="0"/>
          </a:p>
        </p:txBody>
      </p:sp>
      <p:pic>
        <p:nvPicPr>
          <p:cNvPr id="38914" name="Picture 2" descr="C:\Users\UCCSMS1\Desktop\images\symbol_dialog_box.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83768" y="2825552"/>
            <a:ext cx="6480720" cy="40324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9006134"/>
      </p:ext>
    </p:extLst>
  </p:cSld>
  <p:clrMapOvr>
    <a:masterClrMapping/>
  </p:clrMapOvr>
  <p:transition>
    <p:fade/>
  </p:transition>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normAutofit/>
          </a:bodyPr>
          <a:lstStyle/>
          <a:p>
            <a:pPr algn="ctr"/>
            <a:r>
              <a:rPr lang="en-GB" sz="3200" dirty="0"/>
              <a:t>Assign Shortcut Key</a:t>
            </a:r>
            <a:endParaRPr lang="en-US" sz="3200" dirty="0"/>
          </a:p>
        </p:txBody>
      </p:sp>
      <p:sp>
        <p:nvSpPr>
          <p:cNvPr id="3" name="Content Placeholder 2"/>
          <p:cNvSpPr>
            <a:spLocks noGrp="1"/>
          </p:cNvSpPr>
          <p:nvPr>
            <p:ph idx="1"/>
          </p:nvPr>
        </p:nvSpPr>
        <p:spPr>
          <a:xfrm>
            <a:off x="152400" y="692696"/>
            <a:ext cx="8839200" cy="6165304"/>
          </a:xfrm>
        </p:spPr>
        <p:txBody>
          <a:bodyPr>
            <a:normAutofit/>
          </a:bodyPr>
          <a:lstStyle/>
          <a:p>
            <a:pPr algn="just"/>
            <a:endParaRPr lang="en-GB" sz="2800" dirty="0" smtClean="0"/>
          </a:p>
          <a:p>
            <a:pPr algn="just"/>
            <a:r>
              <a:rPr lang="en-GB" sz="2800" dirty="0" smtClean="0"/>
              <a:t>You </a:t>
            </a:r>
            <a:r>
              <a:rPr lang="en-GB" sz="2800" dirty="0"/>
              <a:t>can assign a keyboard shortcut to type any of the available symbol. </a:t>
            </a:r>
            <a:endParaRPr lang="en-GB" sz="2800" dirty="0" smtClean="0"/>
          </a:p>
          <a:p>
            <a:pPr algn="just"/>
            <a:endParaRPr lang="en-GB" sz="2800" dirty="0" smtClean="0"/>
          </a:p>
          <a:p>
            <a:pPr algn="just"/>
            <a:r>
              <a:rPr lang="en-GB" sz="2800" dirty="0" smtClean="0"/>
              <a:t>The following </a:t>
            </a:r>
            <a:r>
              <a:rPr lang="en-GB" sz="2800" dirty="0"/>
              <a:t>are the steps to assign </a:t>
            </a:r>
            <a:r>
              <a:rPr lang="en-GB" sz="2800" b="1" dirty="0"/>
              <a:t>Ctrl + Q</a:t>
            </a:r>
            <a:r>
              <a:rPr lang="en-GB" sz="2800" dirty="0"/>
              <a:t> key to insert the </a:t>
            </a:r>
            <a:r>
              <a:rPr lang="en-GB" sz="2800" b="1" dirty="0"/>
              <a:t>© symbol </a:t>
            </a:r>
            <a:r>
              <a:rPr lang="en-GB" sz="2800" dirty="0"/>
              <a:t>which is one of the available symbols in the special symbols </a:t>
            </a:r>
            <a:r>
              <a:rPr lang="en-GB" sz="2800" dirty="0" smtClean="0"/>
              <a:t>list.</a:t>
            </a:r>
          </a:p>
          <a:p>
            <a:pPr algn="just"/>
            <a:endParaRPr lang="en-GB" sz="2800" dirty="0"/>
          </a:p>
          <a:p>
            <a:pPr algn="just"/>
            <a:endParaRPr lang="en-GB" sz="2800" dirty="0" smtClean="0"/>
          </a:p>
        </p:txBody>
      </p:sp>
    </p:spTree>
    <p:extLst>
      <p:ext uri="{BB962C8B-B14F-4D97-AF65-F5344CB8AC3E}">
        <p14:creationId xmlns:p14="http://schemas.microsoft.com/office/powerpoint/2010/main" val="2406274113"/>
      </p:ext>
    </p:extLst>
  </p:cSld>
  <p:clrMapOvr>
    <a:masterClrMapping/>
  </p:clrMapOvr>
  <p:transition>
    <p:fade/>
  </p:transition>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normAutofit/>
          </a:bodyPr>
          <a:lstStyle/>
          <a:p>
            <a:pPr algn="ctr"/>
            <a:r>
              <a:rPr lang="en-GB" sz="3200" dirty="0"/>
              <a:t>Assign Shortcut Key</a:t>
            </a:r>
            <a:endParaRPr lang="en-US" sz="3200" dirty="0"/>
          </a:p>
        </p:txBody>
      </p:sp>
      <p:sp>
        <p:nvSpPr>
          <p:cNvPr id="3" name="Content Placeholder 2"/>
          <p:cNvSpPr>
            <a:spLocks noGrp="1"/>
          </p:cNvSpPr>
          <p:nvPr>
            <p:ph idx="1"/>
          </p:nvPr>
        </p:nvSpPr>
        <p:spPr>
          <a:xfrm>
            <a:off x="152400" y="692696"/>
            <a:ext cx="8839200" cy="6165304"/>
          </a:xfrm>
        </p:spPr>
        <p:txBody>
          <a:bodyPr>
            <a:normAutofit/>
          </a:bodyPr>
          <a:lstStyle/>
          <a:p>
            <a:pPr marL="0" indent="0" algn="ctr">
              <a:buNone/>
            </a:pPr>
            <a:r>
              <a:rPr lang="en-GB" sz="2800" dirty="0">
                <a:solidFill>
                  <a:srgbClr val="FF0000"/>
                </a:solidFill>
              </a:rPr>
              <a:t>Step 1</a:t>
            </a:r>
            <a:r>
              <a:rPr lang="en-GB" sz="2800" dirty="0"/>
              <a:t> </a:t>
            </a:r>
            <a:endParaRPr lang="en-GB" sz="2800" dirty="0" smtClean="0"/>
          </a:p>
          <a:p>
            <a:pPr algn="just"/>
            <a:r>
              <a:rPr lang="en-GB" sz="2800" dirty="0" smtClean="0"/>
              <a:t>Assume </a:t>
            </a:r>
            <a:r>
              <a:rPr lang="en-GB" sz="2800" dirty="0"/>
              <a:t>you already have the following symbol dialog box opened</a:t>
            </a:r>
            <a:r>
              <a:rPr lang="en-GB" sz="2800" dirty="0" smtClean="0"/>
              <a:t>.</a:t>
            </a:r>
          </a:p>
          <a:p>
            <a:pPr algn="just"/>
            <a:endParaRPr lang="en-GB" sz="2800" dirty="0" smtClean="0"/>
          </a:p>
        </p:txBody>
      </p:sp>
      <p:pic>
        <p:nvPicPr>
          <p:cNvPr id="39938" name="Picture 2" descr="C:\Users\UCCSMS1\Desktop\images\shortcut_key.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5736" y="2132856"/>
            <a:ext cx="5616624" cy="41764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5045963"/>
      </p:ext>
    </p:extLst>
  </p:cSld>
  <p:clrMapOvr>
    <a:masterClrMapping/>
  </p:clrMapOvr>
  <p:transition>
    <p:fade/>
  </p:transition>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normAutofit/>
          </a:bodyPr>
          <a:lstStyle/>
          <a:p>
            <a:pPr algn="ctr"/>
            <a:r>
              <a:rPr lang="en-GB" sz="3200" dirty="0"/>
              <a:t>Assign Shortcut Key</a:t>
            </a:r>
            <a:endParaRPr lang="en-US" sz="3200" dirty="0"/>
          </a:p>
        </p:txBody>
      </p:sp>
      <p:sp>
        <p:nvSpPr>
          <p:cNvPr id="3" name="Content Placeholder 2"/>
          <p:cNvSpPr>
            <a:spLocks noGrp="1"/>
          </p:cNvSpPr>
          <p:nvPr>
            <p:ph idx="1"/>
          </p:nvPr>
        </p:nvSpPr>
        <p:spPr>
          <a:xfrm>
            <a:off x="152400" y="692696"/>
            <a:ext cx="8839200" cy="6048672"/>
          </a:xfrm>
        </p:spPr>
        <p:txBody>
          <a:bodyPr>
            <a:normAutofit/>
          </a:bodyPr>
          <a:lstStyle/>
          <a:p>
            <a:pPr marL="0" indent="0" algn="ctr">
              <a:buNone/>
            </a:pPr>
            <a:r>
              <a:rPr lang="en-GB" sz="2800" b="1" dirty="0">
                <a:solidFill>
                  <a:srgbClr val="FF0000"/>
                </a:solidFill>
              </a:rPr>
              <a:t>Step </a:t>
            </a:r>
            <a:r>
              <a:rPr lang="en-GB" sz="2800" b="1" dirty="0" smtClean="0">
                <a:solidFill>
                  <a:srgbClr val="FF0000"/>
                </a:solidFill>
              </a:rPr>
              <a:t>2</a:t>
            </a:r>
            <a:r>
              <a:rPr lang="en-GB" sz="2800" b="1" dirty="0" smtClean="0"/>
              <a:t> </a:t>
            </a:r>
          </a:p>
          <a:p>
            <a:pPr algn="just"/>
            <a:r>
              <a:rPr lang="en-GB" sz="2800" dirty="0"/>
              <a:t>Click the </a:t>
            </a:r>
            <a:r>
              <a:rPr lang="en-GB" sz="2800" b="1" dirty="0"/>
              <a:t>symbol</a:t>
            </a:r>
            <a:r>
              <a:rPr lang="en-GB" sz="2800" dirty="0"/>
              <a:t> for which a shortcut key needs to be assigned. </a:t>
            </a:r>
            <a:endParaRPr lang="en-GB" sz="2800" dirty="0" smtClean="0"/>
          </a:p>
          <a:p>
            <a:pPr algn="just"/>
            <a:endParaRPr lang="en-GB" sz="2800" dirty="0"/>
          </a:p>
          <a:p>
            <a:pPr algn="just"/>
            <a:r>
              <a:rPr lang="en-GB" sz="2800" dirty="0" smtClean="0"/>
              <a:t>Now </a:t>
            </a:r>
            <a:r>
              <a:rPr lang="en-GB" sz="2800" dirty="0"/>
              <a:t>click </a:t>
            </a:r>
            <a:r>
              <a:rPr lang="en-GB" sz="2800" b="1" dirty="0"/>
              <a:t>Shortcut Key button </a:t>
            </a:r>
            <a:r>
              <a:rPr lang="en-GB" sz="2800" dirty="0"/>
              <a:t>which will display the following Customize Keyboard dialog box.</a:t>
            </a:r>
            <a:endParaRPr lang="en-GB" sz="2800" dirty="0" smtClean="0"/>
          </a:p>
        </p:txBody>
      </p:sp>
    </p:spTree>
    <p:extLst>
      <p:ext uri="{BB962C8B-B14F-4D97-AF65-F5344CB8AC3E}">
        <p14:creationId xmlns:p14="http://schemas.microsoft.com/office/powerpoint/2010/main" val="581049158"/>
      </p:ext>
    </p:extLst>
  </p:cSld>
  <p:clrMapOvr>
    <a:masterClrMapping/>
  </p:clrMapOvr>
  <p:transition>
    <p:fade/>
  </p:transition>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normAutofit/>
          </a:bodyPr>
          <a:lstStyle/>
          <a:p>
            <a:pPr algn="ctr"/>
            <a:r>
              <a:rPr lang="en-GB" sz="3200" dirty="0"/>
              <a:t>Assign Shortcut Key</a:t>
            </a:r>
            <a:endParaRPr lang="en-US" sz="3200" dirty="0"/>
          </a:p>
        </p:txBody>
      </p:sp>
      <p:sp>
        <p:nvSpPr>
          <p:cNvPr id="3" name="Content Placeholder 2"/>
          <p:cNvSpPr>
            <a:spLocks noGrp="1"/>
          </p:cNvSpPr>
          <p:nvPr>
            <p:ph idx="1"/>
          </p:nvPr>
        </p:nvSpPr>
        <p:spPr>
          <a:xfrm>
            <a:off x="152400" y="692696"/>
            <a:ext cx="8839200" cy="6048672"/>
          </a:xfrm>
        </p:spPr>
        <p:txBody>
          <a:bodyPr>
            <a:normAutofit/>
          </a:bodyPr>
          <a:lstStyle/>
          <a:p>
            <a:pPr marL="0" indent="0" algn="ctr">
              <a:buNone/>
            </a:pPr>
            <a:r>
              <a:rPr lang="en-GB" sz="2800" b="1" dirty="0">
                <a:solidFill>
                  <a:srgbClr val="FF0000"/>
                </a:solidFill>
              </a:rPr>
              <a:t>Step </a:t>
            </a:r>
            <a:r>
              <a:rPr lang="en-GB" sz="2800" b="1" dirty="0" smtClean="0">
                <a:solidFill>
                  <a:srgbClr val="FF0000"/>
                </a:solidFill>
              </a:rPr>
              <a:t>2</a:t>
            </a:r>
            <a:r>
              <a:rPr lang="en-GB" sz="2800" b="1" dirty="0" smtClean="0"/>
              <a:t> </a:t>
            </a:r>
          </a:p>
          <a:p>
            <a:pPr marL="0" indent="0" algn="ctr">
              <a:buNone/>
            </a:pPr>
            <a:endParaRPr lang="en-GB" sz="2800" b="1" dirty="0" smtClean="0"/>
          </a:p>
        </p:txBody>
      </p:sp>
      <p:pic>
        <p:nvPicPr>
          <p:cNvPr id="40962" name="Picture 2" descr="C:\Users\UCCSMS1\Desktop\images\customize_keyboard.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600" y="1319213"/>
            <a:ext cx="7272808" cy="50621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816904"/>
      </p:ext>
    </p:extLst>
  </p:cSld>
  <p:clrMapOvr>
    <a:masterClrMapping/>
  </p:clrMapOvr>
  <p:transition>
    <p:fade/>
  </p:transition>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normAutofit/>
          </a:bodyPr>
          <a:lstStyle/>
          <a:p>
            <a:pPr algn="ctr"/>
            <a:r>
              <a:rPr lang="en-GB" sz="3200" dirty="0"/>
              <a:t>Assign Shortcut Key</a:t>
            </a:r>
            <a:endParaRPr lang="en-US" sz="3200" dirty="0"/>
          </a:p>
        </p:txBody>
      </p:sp>
      <p:sp>
        <p:nvSpPr>
          <p:cNvPr id="3" name="Content Placeholder 2"/>
          <p:cNvSpPr>
            <a:spLocks noGrp="1"/>
          </p:cNvSpPr>
          <p:nvPr>
            <p:ph idx="1"/>
          </p:nvPr>
        </p:nvSpPr>
        <p:spPr>
          <a:xfrm>
            <a:off x="152400" y="692696"/>
            <a:ext cx="8839200" cy="6048672"/>
          </a:xfrm>
        </p:spPr>
        <p:txBody>
          <a:bodyPr>
            <a:normAutofit/>
          </a:bodyPr>
          <a:lstStyle/>
          <a:p>
            <a:pPr marL="0" indent="0" algn="ctr">
              <a:buNone/>
            </a:pPr>
            <a:r>
              <a:rPr lang="en-GB" sz="2800" b="1" dirty="0">
                <a:solidFill>
                  <a:srgbClr val="FF0000"/>
                </a:solidFill>
              </a:rPr>
              <a:t>Step 3</a:t>
            </a:r>
            <a:r>
              <a:rPr lang="en-GB" sz="2800" b="1" dirty="0" smtClean="0"/>
              <a:t> </a:t>
            </a:r>
          </a:p>
          <a:p>
            <a:pPr algn="just"/>
            <a:r>
              <a:rPr lang="en-GB" sz="2800" dirty="0"/>
              <a:t>Now type the selected shortcut key in the shortcut key box</a:t>
            </a:r>
            <a:r>
              <a:rPr lang="en-GB" sz="2800" dirty="0" smtClean="0"/>
              <a:t>.</a:t>
            </a:r>
          </a:p>
          <a:p>
            <a:pPr algn="just"/>
            <a:endParaRPr lang="en-GB" sz="2800" dirty="0"/>
          </a:p>
          <a:p>
            <a:pPr algn="just"/>
            <a:r>
              <a:rPr lang="en-GB" sz="2800" dirty="0"/>
              <a:t>You press Ctrl + Q and then click the Assign button to assign the shortcut key</a:t>
            </a:r>
            <a:r>
              <a:rPr lang="en-GB" sz="2800" dirty="0" smtClean="0"/>
              <a:t>.</a:t>
            </a:r>
          </a:p>
          <a:p>
            <a:pPr algn="just"/>
            <a:endParaRPr lang="en-GB" sz="2800" dirty="0"/>
          </a:p>
          <a:p>
            <a:pPr algn="just"/>
            <a:r>
              <a:rPr lang="en-GB" sz="2800" dirty="0"/>
              <a:t>Finally, use the Close button to close the dialog box</a:t>
            </a:r>
            <a:r>
              <a:rPr lang="en-GB" sz="2800" dirty="0" smtClean="0"/>
              <a:t>.</a:t>
            </a:r>
          </a:p>
          <a:p>
            <a:pPr algn="just"/>
            <a:endParaRPr lang="en-GB" sz="2800" dirty="0"/>
          </a:p>
          <a:p>
            <a:pPr algn="just"/>
            <a:r>
              <a:rPr lang="en-GB" sz="2800" dirty="0"/>
              <a:t>Now try to type </a:t>
            </a:r>
            <a:r>
              <a:rPr lang="en-GB" sz="2800" b="1" dirty="0"/>
              <a:t>Ctrl + Q </a:t>
            </a:r>
            <a:r>
              <a:rPr lang="en-GB" sz="2800" dirty="0"/>
              <a:t>using the keyboard directly and you will find that you are able to type © symbol without going into the symbol dialog box. </a:t>
            </a:r>
            <a:endParaRPr lang="en-GB" sz="2800" dirty="0" smtClean="0"/>
          </a:p>
        </p:txBody>
      </p:sp>
    </p:spTree>
    <p:extLst>
      <p:ext uri="{BB962C8B-B14F-4D97-AF65-F5344CB8AC3E}">
        <p14:creationId xmlns:p14="http://schemas.microsoft.com/office/powerpoint/2010/main" val="436984"/>
      </p:ext>
    </p:extLst>
  </p:cSld>
  <p:clrMapOvr>
    <a:masterClrMapping/>
  </p:clrMapOvr>
  <p:transition>
    <p:fade/>
  </p:transition>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normAutofit/>
          </a:bodyPr>
          <a:lstStyle/>
          <a:p>
            <a:pPr algn="ctr"/>
            <a:r>
              <a:rPr lang="en-GB" sz="3200" dirty="0"/>
              <a:t>Undo Changes in Word 2010</a:t>
            </a:r>
            <a:endParaRPr lang="en-US" sz="3200" dirty="0"/>
          </a:p>
        </p:txBody>
      </p:sp>
      <p:sp>
        <p:nvSpPr>
          <p:cNvPr id="3" name="Content Placeholder 2"/>
          <p:cNvSpPr>
            <a:spLocks noGrp="1"/>
          </p:cNvSpPr>
          <p:nvPr>
            <p:ph idx="1"/>
          </p:nvPr>
        </p:nvSpPr>
        <p:spPr>
          <a:xfrm>
            <a:off x="152400" y="692696"/>
            <a:ext cx="8839200" cy="6048672"/>
          </a:xfrm>
        </p:spPr>
        <p:txBody>
          <a:bodyPr>
            <a:normAutofit lnSpcReduction="10000"/>
          </a:bodyPr>
          <a:lstStyle/>
          <a:p>
            <a:pPr algn="just"/>
            <a:r>
              <a:rPr lang="en-GB" sz="2800" dirty="0"/>
              <a:t>Microsoft word provides two important features called the </a:t>
            </a:r>
            <a:r>
              <a:rPr lang="en-GB" sz="2800" b="1" dirty="0"/>
              <a:t>Undo</a:t>
            </a:r>
            <a:r>
              <a:rPr lang="en-GB" sz="2800" dirty="0"/>
              <a:t> and the </a:t>
            </a:r>
            <a:r>
              <a:rPr lang="en-GB" sz="2800" b="1" dirty="0"/>
              <a:t>Repeat or Redo</a:t>
            </a:r>
            <a:r>
              <a:rPr lang="en-GB" sz="2800" dirty="0" smtClean="0"/>
              <a:t>.</a:t>
            </a:r>
          </a:p>
          <a:p>
            <a:pPr algn="just"/>
            <a:endParaRPr lang="en-GB" sz="2800" dirty="0"/>
          </a:p>
          <a:p>
            <a:pPr algn="just"/>
            <a:r>
              <a:rPr lang="en-GB" sz="2800" dirty="0"/>
              <a:t>The Undo feature is used to </a:t>
            </a:r>
            <a:r>
              <a:rPr lang="en-GB" sz="2800" b="1" dirty="0"/>
              <a:t>undo the previous action </a:t>
            </a:r>
            <a:r>
              <a:rPr lang="en-GB" sz="2800" dirty="0"/>
              <a:t>and the Repeat or Redo feature is used to </a:t>
            </a:r>
            <a:r>
              <a:rPr lang="en-GB" sz="2800" b="1" dirty="0"/>
              <a:t>repeat the previous action</a:t>
            </a:r>
            <a:r>
              <a:rPr lang="en-GB" sz="2800" dirty="0" smtClean="0"/>
              <a:t>.</a:t>
            </a:r>
          </a:p>
          <a:p>
            <a:pPr algn="just"/>
            <a:endParaRPr lang="en-GB" sz="2800" dirty="0"/>
          </a:p>
          <a:p>
            <a:pPr algn="just"/>
            <a:r>
              <a:rPr lang="en-GB" sz="2800" dirty="0"/>
              <a:t>For example, if you mistakenly delete text, you can use the </a:t>
            </a:r>
            <a:r>
              <a:rPr lang="en-GB" sz="2800" b="1" dirty="0"/>
              <a:t>Undo</a:t>
            </a:r>
            <a:r>
              <a:rPr lang="en-GB" sz="2800" dirty="0"/>
              <a:t> feature to recover it</a:t>
            </a:r>
            <a:r>
              <a:rPr lang="en-GB" sz="2800" dirty="0" smtClean="0"/>
              <a:t>.</a:t>
            </a:r>
          </a:p>
          <a:p>
            <a:pPr algn="just"/>
            <a:endParaRPr lang="en-GB" sz="2800" dirty="0"/>
          </a:p>
          <a:p>
            <a:pPr algn="just"/>
            <a:r>
              <a:rPr lang="en-GB" sz="2800" dirty="0"/>
              <a:t>In a similar way, if you delete a character and you want to delete more characters then you can use the </a:t>
            </a:r>
            <a:r>
              <a:rPr lang="en-GB" sz="2800" b="1" dirty="0"/>
              <a:t>Repeat</a:t>
            </a:r>
            <a:r>
              <a:rPr lang="en-GB" sz="2800" dirty="0"/>
              <a:t> operation.</a:t>
            </a:r>
            <a:endParaRPr lang="en-GB" sz="2800" dirty="0" smtClean="0"/>
          </a:p>
        </p:txBody>
      </p:sp>
    </p:spTree>
    <p:extLst>
      <p:ext uri="{BB962C8B-B14F-4D97-AF65-F5344CB8AC3E}">
        <p14:creationId xmlns:p14="http://schemas.microsoft.com/office/powerpoint/2010/main" val="1515188477"/>
      </p:ext>
    </p:extLst>
  </p:cSld>
  <p:clrMapOvr>
    <a:masterClrMapping/>
  </p:clrMapOvr>
  <p:transition>
    <p:fade/>
  </p:transition>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normAutofit/>
          </a:bodyPr>
          <a:lstStyle/>
          <a:p>
            <a:pPr algn="ctr"/>
            <a:r>
              <a:rPr lang="en-GB" sz="3200" dirty="0"/>
              <a:t>How to use Undo &amp; Repeat operations</a:t>
            </a:r>
            <a:endParaRPr lang="en-US" sz="3200" dirty="0"/>
          </a:p>
        </p:txBody>
      </p:sp>
      <p:sp>
        <p:nvSpPr>
          <p:cNvPr id="3" name="Content Placeholder 2"/>
          <p:cNvSpPr>
            <a:spLocks noGrp="1"/>
          </p:cNvSpPr>
          <p:nvPr>
            <p:ph idx="1"/>
          </p:nvPr>
        </p:nvSpPr>
        <p:spPr>
          <a:xfrm>
            <a:off x="152400" y="692696"/>
            <a:ext cx="8839200" cy="6048672"/>
          </a:xfrm>
        </p:spPr>
        <p:txBody>
          <a:bodyPr>
            <a:normAutofit/>
          </a:bodyPr>
          <a:lstStyle/>
          <a:p>
            <a:pPr algn="just"/>
            <a:r>
              <a:rPr lang="en-GB" sz="2800" dirty="0"/>
              <a:t>You can access the Undo and Repeat buttons from the </a:t>
            </a:r>
            <a:r>
              <a:rPr lang="en-GB" sz="2800" b="1" dirty="0"/>
              <a:t>Quick Access toolbar</a:t>
            </a:r>
            <a:r>
              <a:rPr lang="en-GB" sz="2800" dirty="0" smtClean="0"/>
              <a:t>.</a:t>
            </a:r>
          </a:p>
          <a:p>
            <a:pPr algn="just"/>
            <a:endParaRPr lang="en-GB" sz="2800" dirty="0"/>
          </a:p>
          <a:p>
            <a:pPr algn="just"/>
            <a:r>
              <a:rPr lang="en-GB" sz="2800" dirty="0"/>
              <a:t>You should make a note that the Repeat button is also called </a:t>
            </a:r>
            <a:r>
              <a:rPr lang="en-GB" sz="2800" b="1" dirty="0"/>
              <a:t>Redo</a:t>
            </a:r>
            <a:r>
              <a:rPr lang="en-GB" sz="2800" dirty="0"/>
              <a:t> button and both the operations have the same meaning</a:t>
            </a:r>
            <a:r>
              <a:rPr lang="en-GB" sz="2800" dirty="0" smtClean="0"/>
              <a:t>.</a:t>
            </a:r>
          </a:p>
          <a:p>
            <a:pPr algn="just"/>
            <a:endParaRPr lang="en-GB" sz="2800" dirty="0" smtClean="0"/>
          </a:p>
        </p:txBody>
      </p:sp>
      <p:pic>
        <p:nvPicPr>
          <p:cNvPr id="41986" name="Picture 2" descr="C:\Users\UCCSMS1\Desktop\images\undo_button.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5856" y="3205072"/>
            <a:ext cx="5684516" cy="36179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10378344"/>
      </p:ext>
    </p:extLst>
  </p:cSld>
  <p:clrMapOvr>
    <a:masterClrMapping/>
  </p:clrMapOvr>
  <p:transition>
    <p:fade/>
  </p:transition>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normAutofit/>
          </a:bodyPr>
          <a:lstStyle/>
          <a:p>
            <a:pPr algn="ctr"/>
            <a:r>
              <a:rPr lang="en-GB" sz="3200" dirty="0"/>
              <a:t>How to use Undo &amp; Repeat operations</a:t>
            </a:r>
            <a:endParaRPr lang="en-US" sz="3200" dirty="0"/>
          </a:p>
        </p:txBody>
      </p:sp>
      <p:sp>
        <p:nvSpPr>
          <p:cNvPr id="3" name="Content Placeholder 2"/>
          <p:cNvSpPr>
            <a:spLocks noGrp="1"/>
          </p:cNvSpPr>
          <p:nvPr>
            <p:ph idx="1"/>
          </p:nvPr>
        </p:nvSpPr>
        <p:spPr>
          <a:xfrm>
            <a:off x="152400" y="692696"/>
            <a:ext cx="8839200" cy="6048672"/>
          </a:xfrm>
        </p:spPr>
        <p:txBody>
          <a:bodyPr>
            <a:normAutofit/>
          </a:bodyPr>
          <a:lstStyle/>
          <a:p>
            <a:pPr marL="0" indent="0" algn="ctr">
              <a:buNone/>
            </a:pPr>
            <a:r>
              <a:rPr lang="en-GB" sz="2800" b="1" dirty="0">
                <a:solidFill>
                  <a:srgbClr val="FF0000"/>
                </a:solidFill>
              </a:rPr>
              <a:t>Step 1 </a:t>
            </a:r>
            <a:endParaRPr lang="en-GB" sz="2800" b="1" dirty="0" smtClean="0">
              <a:solidFill>
                <a:srgbClr val="FF0000"/>
              </a:solidFill>
            </a:endParaRPr>
          </a:p>
          <a:p>
            <a:pPr algn="just"/>
            <a:r>
              <a:rPr lang="en-GB" sz="2800" dirty="0" smtClean="0"/>
              <a:t>Let </a:t>
            </a:r>
            <a:r>
              <a:rPr lang="en-GB" sz="2800" dirty="0"/>
              <a:t>us type some text in a blank document. Now click the </a:t>
            </a:r>
            <a:r>
              <a:rPr lang="en-GB" sz="2800" b="1" dirty="0"/>
              <a:t>Repeat (Redo) button </a:t>
            </a:r>
            <a:r>
              <a:rPr lang="en-GB" sz="2800" dirty="0"/>
              <a:t>and you will see that Word will repeat the same operation for you</a:t>
            </a:r>
            <a:r>
              <a:rPr lang="en-GB" sz="2800" dirty="0" smtClean="0"/>
              <a:t>.</a:t>
            </a:r>
          </a:p>
          <a:p>
            <a:pPr algn="just"/>
            <a:endParaRPr lang="en-GB" sz="2800" dirty="0" smtClean="0"/>
          </a:p>
        </p:txBody>
      </p:sp>
      <p:pic>
        <p:nvPicPr>
          <p:cNvPr id="43010" name="Picture 2" descr="C:\Users\UCCSMS1\Desktop\images\repeat_operation.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69305" y="2731283"/>
            <a:ext cx="5806429" cy="4076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2375609"/>
      </p:ext>
    </p:extLst>
  </p:cSld>
  <p:clrMapOvr>
    <a:masterClrMapping/>
  </p:clrMapOvr>
  <p:transition>
    <p:fade/>
  </p:transition>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normAutofit/>
          </a:bodyPr>
          <a:lstStyle/>
          <a:p>
            <a:pPr algn="ctr"/>
            <a:r>
              <a:rPr lang="en-GB" sz="3200" dirty="0"/>
              <a:t>How to use Undo &amp; Repeat operations</a:t>
            </a:r>
            <a:endParaRPr lang="en-US" sz="3200" dirty="0"/>
          </a:p>
        </p:txBody>
      </p:sp>
      <p:sp>
        <p:nvSpPr>
          <p:cNvPr id="3" name="Content Placeholder 2"/>
          <p:cNvSpPr>
            <a:spLocks noGrp="1"/>
          </p:cNvSpPr>
          <p:nvPr>
            <p:ph idx="1"/>
          </p:nvPr>
        </p:nvSpPr>
        <p:spPr>
          <a:xfrm>
            <a:off x="152400" y="692696"/>
            <a:ext cx="8839200" cy="6048672"/>
          </a:xfrm>
        </p:spPr>
        <p:txBody>
          <a:bodyPr>
            <a:normAutofit/>
          </a:bodyPr>
          <a:lstStyle/>
          <a:p>
            <a:pPr marL="0" indent="0" algn="ctr">
              <a:buNone/>
            </a:pPr>
            <a:r>
              <a:rPr lang="en-GB" sz="2800" b="1" dirty="0">
                <a:solidFill>
                  <a:srgbClr val="FF0000"/>
                </a:solidFill>
              </a:rPr>
              <a:t>Step </a:t>
            </a:r>
            <a:r>
              <a:rPr lang="en-GB" sz="2800" b="1" dirty="0" smtClean="0">
                <a:solidFill>
                  <a:srgbClr val="FF0000"/>
                </a:solidFill>
              </a:rPr>
              <a:t>2 </a:t>
            </a:r>
          </a:p>
          <a:p>
            <a:pPr algn="just"/>
            <a:r>
              <a:rPr lang="en-GB" sz="2800" dirty="0"/>
              <a:t>Now to examine the undo operation, let us delete the last word operation character by character so that you have the following text remaining in the line</a:t>
            </a:r>
            <a:r>
              <a:rPr lang="en-GB" sz="2800" dirty="0" smtClean="0"/>
              <a:t>.</a:t>
            </a:r>
          </a:p>
          <a:p>
            <a:pPr algn="just"/>
            <a:endParaRPr lang="en-GB" sz="2800" dirty="0" smtClean="0"/>
          </a:p>
        </p:txBody>
      </p:sp>
      <p:pic>
        <p:nvPicPr>
          <p:cNvPr id="44034" name="Picture 2" descr="C:\Users\UCCSMS1\Desktop\images\undo_operation.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9672" y="2750306"/>
            <a:ext cx="6192688" cy="4038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1210456"/>
      </p:ext>
    </p:extLst>
  </p:cSld>
  <p:clrMapOvr>
    <a:masterClrMapping/>
  </p:clrMapOvr>
  <p:transition>
    <p:fade/>
  </p:transition>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normAutofit/>
          </a:bodyPr>
          <a:lstStyle/>
          <a:p>
            <a:pPr algn="ctr"/>
            <a:r>
              <a:rPr lang="en-GB" sz="3200" dirty="0"/>
              <a:t>How to use Undo &amp; Repeat operations</a:t>
            </a:r>
            <a:endParaRPr lang="en-US" sz="3200" dirty="0"/>
          </a:p>
        </p:txBody>
      </p:sp>
      <p:sp>
        <p:nvSpPr>
          <p:cNvPr id="3" name="Content Placeholder 2"/>
          <p:cNvSpPr>
            <a:spLocks noGrp="1"/>
          </p:cNvSpPr>
          <p:nvPr>
            <p:ph idx="1"/>
          </p:nvPr>
        </p:nvSpPr>
        <p:spPr>
          <a:xfrm>
            <a:off x="152400" y="692696"/>
            <a:ext cx="8839200" cy="6048672"/>
          </a:xfrm>
        </p:spPr>
        <p:txBody>
          <a:bodyPr>
            <a:normAutofit/>
          </a:bodyPr>
          <a:lstStyle/>
          <a:p>
            <a:pPr marL="0" indent="0" algn="ctr">
              <a:buNone/>
            </a:pPr>
            <a:r>
              <a:rPr lang="en-GB" sz="2800" b="1" dirty="0">
                <a:solidFill>
                  <a:srgbClr val="FF0000"/>
                </a:solidFill>
              </a:rPr>
              <a:t>Step 3</a:t>
            </a:r>
            <a:r>
              <a:rPr lang="en-GB" sz="2800" b="1" dirty="0" smtClean="0">
                <a:solidFill>
                  <a:srgbClr val="FF0000"/>
                </a:solidFill>
              </a:rPr>
              <a:t> </a:t>
            </a:r>
          </a:p>
          <a:p>
            <a:pPr algn="just"/>
            <a:r>
              <a:rPr lang="en-GB" sz="2800" dirty="0"/>
              <a:t> Let us try to click the Undo button one by one. You will see that Word will recover all the deleted characters one by one after performing a few undo operations</a:t>
            </a:r>
            <a:r>
              <a:rPr lang="en-GB" sz="2800" dirty="0" smtClean="0"/>
              <a:t>.</a:t>
            </a:r>
          </a:p>
          <a:p>
            <a:pPr algn="just"/>
            <a:endParaRPr lang="en-GB" sz="2800" dirty="0" smtClean="0"/>
          </a:p>
        </p:txBody>
      </p:sp>
      <p:pic>
        <p:nvPicPr>
          <p:cNvPr id="45058" name="Picture 2" descr="C:\Users\UCCSMS1\Desktop\images\undo_operation2.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18966" y="2708920"/>
            <a:ext cx="6192688" cy="4038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80452786"/>
      </p:ext>
    </p:extLst>
  </p:cSld>
  <p:clrMapOvr>
    <a:masterClrMapping/>
  </p:clrMapOvr>
  <p:transition>
    <p:fade/>
  </p:transition>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normAutofit/>
          </a:bodyPr>
          <a:lstStyle/>
          <a:p>
            <a:pPr algn="ctr"/>
            <a:r>
              <a:rPr lang="en-GB" sz="3200" dirty="0"/>
              <a:t>Shortcuts to use Undo &amp; Repeat operations</a:t>
            </a:r>
            <a:endParaRPr lang="en-US" sz="3200" dirty="0"/>
          </a:p>
        </p:txBody>
      </p:sp>
      <p:pic>
        <p:nvPicPr>
          <p:cNvPr id="46082"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79512" y="980728"/>
            <a:ext cx="8784976" cy="53285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70261522"/>
      </p:ext>
    </p:extLst>
  </p:cSld>
  <p:clrMapOvr>
    <a:masterClrMapping/>
  </p:clrMapOvr>
  <p:transition>
    <p:fade/>
  </p:transition>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1027"/>
          <p:cNvSpPr>
            <a:spLocks noGrp="1" noChangeArrowheads="1"/>
          </p:cNvSpPr>
          <p:nvPr>
            <p:ph type="body" idx="1"/>
          </p:nvPr>
        </p:nvSpPr>
        <p:spPr>
          <a:xfrm>
            <a:off x="0" y="357188"/>
            <a:ext cx="9429750" cy="6500812"/>
          </a:xfrm>
        </p:spPr>
        <p:txBody>
          <a:bodyPr lIns="90488" tIns="44450" rIns="90488" bIns="44450"/>
          <a:lstStyle/>
          <a:p>
            <a:pPr algn="ctr">
              <a:buFont typeface="Arial" charset="0"/>
              <a:buNone/>
            </a:pPr>
            <a:endParaRPr lang="en-US" sz="3200" b="1" smtClean="0"/>
          </a:p>
          <a:p>
            <a:pPr algn="ctr">
              <a:buFont typeface="Arial" charset="0"/>
              <a:buNone/>
            </a:pPr>
            <a:endParaRPr lang="en-US" b="1" smtClean="0"/>
          </a:p>
          <a:p>
            <a:pPr algn="ctr">
              <a:buFont typeface="Arial" charset="0"/>
              <a:buNone/>
            </a:pPr>
            <a:endParaRPr lang="en-US" sz="3200" b="1" smtClean="0"/>
          </a:p>
        </p:txBody>
      </p:sp>
      <p:pic>
        <p:nvPicPr>
          <p:cNvPr id="4" name="Google Shape;273;p46"/>
          <p:cNvPicPr preferRelativeResize="0"/>
          <p:nvPr/>
        </p:nvPicPr>
        <p:blipFill rotWithShape="1">
          <a:blip r:embed="rId3">
            <a:alphaModFix/>
          </a:blip>
          <a:srcRect b="4789"/>
          <a:stretch/>
        </p:blipFill>
        <p:spPr>
          <a:xfrm>
            <a:off x="2339752" y="1340768"/>
            <a:ext cx="5256584" cy="4104456"/>
          </a:xfrm>
          <a:prstGeom prst="rect">
            <a:avLst/>
          </a:prstGeom>
          <a:noFill/>
          <a:ln>
            <a:noFill/>
          </a:ln>
        </p:spPr>
      </p:pic>
    </p:spTree>
    <p:extLst>
      <p:ext uri="{BB962C8B-B14F-4D97-AF65-F5344CB8AC3E}">
        <p14:creationId xmlns:p14="http://schemas.microsoft.com/office/powerpoint/2010/main" val="4041472022"/>
      </p:ext>
    </p:extLst>
  </p:cSld>
  <p:clrMapOvr>
    <a:masterClrMapping/>
  </p:clrMapOvr>
  <p:transition spd="slow"/>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1027"/>
          <p:cNvSpPr>
            <a:spLocks noGrp="1" noChangeArrowheads="1"/>
          </p:cNvSpPr>
          <p:nvPr>
            <p:ph type="body" idx="1"/>
          </p:nvPr>
        </p:nvSpPr>
        <p:spPr>
          <a:xfrm>
            <a:off x="0" y="357188"/>
            <a:ext cx="9429750" cy="6500812"/>
          </a:xfrm>
        </p:spPr>
        <p:txBody>
          <a:bodyPr lIns="90488" tIns="44450" rIns="90488" bIns="44450"/>
          <a:lstStyle/>
          <a:p>
            <a:pPr algn="ctr">
              <a:buFont typeface="Arial" charset="0"/>
              <a:buNone/>
            </a:pPr>
            <a:endParaRPr lang="en-US" sz="3200" b="1" smtClean="0"/>
          </a:p>
          <a:p>
            <a:pPr algn="ctr">
              <a:buFont typeface="Arial" charset="0"/>
              <a:buNone/>
            </a:pPr>
            <a:endParaRPr lang="en-US" b="1" smtClean="0"/>
          </a:p>
          <a:p>
            <a:pPr algn="ctr">
              <a:buFont typeface="Arial" charset="0"/>
              <a:buNone/>
            </a:pPr>
            <a:endParaRPr lang="en-US" sz="3200" b="1" smtClean="0"/>
          </a:p>
        </p:txBody>
      </p:sp>
      <p:sp>
        <p:nvSpPr>
          <p:cNvPr id="5" name="Rectangle 4"/>
          <p:cNvSpPr/>
          <p:nvPr/>
        </p:nvSpPr>
        <p:spPr>
          <a:xfrm>
            <a:off x="2071670" y="2967335"/>
            <a:ext cx="5143536" cy="923330"/>
          </a:xfrm>
          <a:prstGeom prst="rect">
            <a:avLst/>
          </a:prstGeom>
          <a:noFill/>
        </p:spPr>
        <p:txBody>
          <a:bodyPr>
            <a:spAutoFit/>
          </a:bodyPr>
          <a:lstStyle/>
          <a:p>
            <a:pPr algn="ctr">
              <a:defRPr/>
            </a:pPr>
            <a:r>
              <a:rPr lang="en-US" sz="54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THANK YOU</a:t>
            </a:r>
            <a:endParaRPr lang="en-GB" sz="54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endParaRPr>
          </a:p>
        </p:txBody>
      </p:sp>
    </p:spTree>
    <p:extLst>
      <p:ext uri="{BB962C8B-B14F-4D97-AF65-F5344CB8AC3E}">
        <p14:creationId xmlns:p14="http://schemas.microsoft.com/office/powerpoint/2010/main" val="152359839"/>
      </p:ext>
    </p:extLst>
  </p:cSld>
  <p:clrMapOvr>
    <a:masterClrMapping/>
  </p:clrMapOvr>
  <p:transition spd="slow"/>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5862</TotalTime>
  <Words>3653</Words>
  <Application>Microsoft Office PowerPoint</Application>
  <PresentationFormat>On-screen Show (4:3)</PresentationFormat>
  <Paragraphs>478</Paragraphs>
  <Slides>93</Slides>
  <Notes>93</Notes>
  <HiddenSlides>0</HiddenSlides>
  <MMClips>0</MMClips>
  <ScaleCrop>false</ScaleCrop>
  <HeadingPairs>
    <vt:vector size="4" baseType="variant">
      <vt:variant>
        <vt:lpstr>Theme</vt:lpstr>
      </vt:variant>
      <vt:variant>
        <vt:i4>1</vt:i4>
      </vt:variant>
      <vt:variant>
        <vt:lpstr>Slide Titles</vt:lpstr>
      </vt:variant>
      <vt:variant>
        <vt:i4>93</vt:i4>
      </vt:variant>
    </vt:vector>
  </HeadingPairs>
  <TitlesOfParts>
    <vt:vector size="94" baseType="lpstr">
      <vt:lpstr>Office Theme</vt:lpstr>
      <vt:lpstr>PowerPoint Presentation</vt:lpstr>
      <vt:lpstr>PowerPoint Presentation</vt:lpstr>
      <vt:lpstr>Objectives Overview</vt:lpstr>
      <vt:lpstr>Objectives Overview</vt:lpstr>
      <vt:lpstr>Insert Text in Word 2010</vt:lpstr>
      <vt:lpstr>Insert and Add Text</vt:lpstr>
      <vt:lpstr>Insert and Add Text</vt:lpstr>
      <vt:lpstr>Insert and Add Text</vt:lpstr>
      <vt:lpstr>Insert and Add Text</vt:lpstr>
      <vt:lpstr>Insert and Replace Text</vt:lpstr>
      <vt:lpstr>Insert and Replace Text</vt:lpstr>
      <vt:lpstr>Insert and Replace Text</vt:lpstr>
      <vt:lpstr>Insert and Replace Text</vt:lpstr>
      <vt:lpstr>Insert and Replace Text</vt:lpstr>
      <vt:lpstr>Select Text in Word 2010</vt:lpstr>
      <vt:lpstr>Select Text in Word 2010</vt:lpstr>
      <vt:lpstr>Select Text in Word 2010</vt:lpstr>
      <vt:lpstr>Select Text in Word 2010</vt:lpstr>
      <vt:lpstr>Select Text Using the Keyboard</vt:lpstr>
      <vt:lpstr>Select Text Using the Keyboard</vt:lpstr>
      <vt:lpstr>Delete Text in Word 2010</vt:lpstr>
      <vt:lpstr>Using Backspace &amp; Delete Keys</vt:lpstr>
      <vt:lpstr>Using Backspace &amp; Delete Keys</vt:lpstr>
      <vt:lpstr>Using Selection Method</vt:lpstr>
      <vt:lpstr>Using Selection Method</vt:lpstr>
      <vt:lpstr>Using Selection Method</vt:lpstr>
      <vt:lpstr>Move Text in Word 2010</vt:lpstr>
      <vt:lpstr>Move within the same document</vt:lpstr>
      <vt:lpstr>Move within the same document</vt:lpstr>
      <vt:lpstr>Move within the same document</vt:lpstr>
      <vt:lpstr>Move within the same document</vt:lpstr>
      <vt:lpstr>Move within different documents</vt:lpstr>
      <vt:lpstr>Move within different documents</vt:lpstr>
      <vt:lpstr>Move within different documents</vt:lpstr>
      <vt:lpstr>Move within different documents</vt:lpstr>
      <vt:lpstr>Move within different documents</vt:lpstr>
      <vt:lpstr>Move within different documents</vt:lpstr>
      <vt:lpstr>Copy &amp; Paste in Word 2010</vt:lpstr>
      <vt:lpstr>Copy &amp; Paste Operation</vt:lpstr>
      <vt:lpstr>Copy &amp; Paste Operation</vt:lpstr>
      <vt:lpstr>Copy &amp; Paste Operation</vt:lpstr>
      <vt:lpstr>Copy &amp; Paste Operation</vt:lpstr>
      <vt:lpstr>Copy &amp; Paste Operation</vt:lpstr>
      <vt:lpstr>Copy &amp; Paste Operation</vt:lpstr>
      <vt:lpstr>Cut &amp; Paste Operation</vt:lpstr>
      <vt:lpstr>Cut &amp; Paste Operation</vt:lpstr>
      <vt:lpstr>Cut &amp; Paste Operation</vt:lpstr>
      <vt:lpstr>Cut &amp; Paste Operation</vt:lpstr>
      <vt:lpstr>Cut &amp; Paste Operation</vt:lpstr>
      <vt:lpstr>Cut &amp; Paste Operation</vt:lpstr>
      <vt:lpstr>Cut &amp; Paste Operation</vt:lpstr>
      <vt:lpstr>Copy, Cut &amp; Paste in different documents</vt:lpstr>
      <vt:lpstr>Find &amp; Replace in Word 2010</vt:lpstr>
      <vt:lpstr>Find Command</vt:lpstr>
      <vt:lpstr>Find Command</vt:lpstr>
      <vt:lpstr>Find Command</vt:lpstr>
      <vt:lpstr>Find Command</vt:lpstr>
      <vt:lpstr>Find &amp; Replace Operation</vt:lpstr>
      <vt:lpstr>Find &amp; Replace Operation</vt:lpstr>
      <vt:lpstr>Find &amp; Replace Operation</vt:lpstr>
      <vt:lpstr>Spell Check in Word 2010</vt:lpstr>
      <vt:lpstr>Check Spelling and Grammar using Review tab</vt:lpstr>
      <vt:lpstr>Check Spelling and Grammar using Review tab</vt:lpstr>
      <vt:lpstr>Check Spelling and Grammar using Review tab</vt:lpstr>
      <vt:lpstr>Check Spelling and Grammar using Review tab</vt:lpstr>
      <vt:lpstr>Check Spelling and Grammar using Review tab</vt:lpstr>
      <vt:lpstr>Check Spelling and Grammar using Review tab</vt:lpstr>
      <vt:lpstr>Check Spelling and Grammar using Review tab</vt:lpstr>
      <vt:lpstr>Check Spelling and Grammar using Right Click</vt:lpstr>
      <vt:lpstr>Zoom In-Out in Word 2010</vt:lpstr>
      <vt:lpstr>Zoom-in &amp; Zoom-out using view tab</vt:lpstr>
      <vt:lpstr>Zoom-in &amp; Zoom-out using view tab</vt:lpstr>
      <vt:lpstr>Zoom-in &amp; Zoom-out using view tab</vt:lpstr>
      <vt:lpstr>Zoom-in &amp; Zoom-out using (+) and (-) Buttons</vt:lpstr>
      <vt:lpstr>Zoom-in &amp; Zoom-out using (+) and (-) Buttons</vt:lpstr>
      <vt:lpstr>Special Symbols in Word 2010</vt:lpstr>
      <vt:lpstr>Insert Special Symbols</vt:lpstr>
      <vt:lpstr>Insert Special Symbols</vt:lpstr>
      <vt:lpstr>Insert Special Symbols</vt:lpstr>
      <vt:lpstr>Insert Special Symbols</vt:lpstr>
      <vt:lpstr>Assign Shortcut Key</vt:lpstr>
      <vt:lpstr>Assign Shortcut Key</vt:lpstr>
      <vt:lpstr>Assign Shortcut Key</vt:lpstr>
      <vt:lpstr>Assign Shortcut Key</vt:lpstr>
      <vt:lpstr>Assign Shortcut Key</vt:lpstr>
      <vt:lpstr>Undo Changes in Word 2010</vt:lpstr>
      <vt:lpstr>How to use Undo &amp; Repeat operations</vt:lpstr>
      <vt:lpstr>How to use Undo &amp; Repeat operations</vt:lpstr>
      <vt:lpstr>How to use Undo &amp; Repeat operations</vt:lpstr>
      <vt:lpstr>How to use Undo &amp; Repeat operations</vt:lpstr>
      <vt:lpstr>Shortcuts to use Undo &amp; Repeat operations</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steven</dc:creator>
  <cp:lastModifiedBy>UCCSMS1</cp:lastModifiedBy>
  <cp:revision>243</cp:revision>
  <dcterms:created xsi:type="dcterms:W3CDTF">2008-12-18T17:11:12Z</dcterms:created>
  <dcterms:modified xsi:type="dcterms:W3CDTF">2021-02-11T12:52:48Z</dcterms:modified>
</cp:coreProperties>
</file>