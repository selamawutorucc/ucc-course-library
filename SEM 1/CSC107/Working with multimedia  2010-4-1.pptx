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7"/>
  </p:notesMasterIdLst>
  <p:sldIdLst>
    <p:sldId id="260" r:id="rId2"/>
    <p:sldId id="385" r:id="rId3"/>
    <p:sldId id="294" r:id="rId4"/>
    <p:sldId id="643" r:id="rId5"/>
    <p:sldId id="264" r:id="rId6"/>
    <p:sldId id="644" r:id="rId7"/>
    <p:sldId id="645" r:id="rId8"/>
    <p:sldId id="646" r:id="rId9"/>
    <p:sldId id="647" r:id="rId10"/>
    <p:sldId id="648" r:id="rId11"/>
    <p:sldId id="649" r:id="rId12"/>
    <p:sldId id="650" r:id="rId13"/>
    <p:sldId id="651" r:id="rId14"/>
    <p:sldId id="652" r:id="rId15"/>
    <p:sldId id="653" r:id="rId16"/>
    <p:sldId id="654" r:id="rId17"/>
    <p:sldId id="655" r:id="rId18"/>
    <p:sldId id="656" r:id="rId19"/>
    <p:sldId id="657" r:id="rId20"/>
    <p:sldId id="658" r:id="rId21"/>
    <p:sldId id="659" r:id="rId22"/>
    <p:sldId id="660" r:id="rId23"/>
    <p:sldId id="661" r:id="rId24"/>
    <p:sldId id="662" r:id="rId25"/>
    <p:sldId id="663" r:id="rId26"/>
    <p:sldId id="664" r:id="rId27"/>
    <p:sldId id="665" r:id="rId28"/>
    <p:sldId id="666" r:id="rId29"/>
    <p:sldId id="667" r:id="rId30"/>
    <p:sldId id="668" r:id="rId31"/>
    <p:sldId id="669" r:id="rId32"/>
    <p:sldId id="670" r:id="rId33"/>
    <p:sldId id="671" r:id="rId34"/>
    <p:sldId id="672" r:id="rId35"/>
    <p:sldId id="673" r:id="rId36"/>
    <p:sldId id="674" r:id="rId37"/>
    <p:sldId id="675" r:id="rId38"/>
    <p:sldId id="676" r:id="rId39"/>
    <p:sldId id="677" r:id="rId40"/>
    <p:sldId id="678" r:id="rId41"/>
    <p:sldId id="679" r:id="rId42"/>
    <p:sldId id="680" r:id="rId43"/>
    <p:sldId id="681" r:id="rId44"/>
    <p:sldId id="682" r:id="rId45"/>
    <p:sldId id="683" r:id="rId46"/>
    <p:sldId id="684" r:id="rId47"/>
    <p:sldId id="685" r:id="rId48"/>
    <p:sldId id="686" r:id="rId49"/>
    <p:sldId id="687" r:id="rId50"/>
    <p:sldId id="688" r:id="rId51"/>
    <p:sldId id="689" r:id="rId52"/>
    <p:sldId id="690" r:id="rId53"/>
    <p:sldId id="691" r:id="rId54"/>
    <p:sldId id="692" r:id="rId55"/>
    <p:sldId id="693" r:id="rId56"/>
    <p:sldId id="694" r:id="rId57"/>
    <p:sldId id="695" r:id="rId58"/>
    <p:sldId id="696" r:id="rId59"/>
    <p:sldId id="697" r:id="rId60"/>
    <p:sldId id="698" r:id="rId61"/>
    <p:sldId id="699" r:id="rId62"/>
    <p:sldId id="700" r:id="rId63"/>
    <p:sldId id="701" r:id="rId64"/>
    <p:sldId id="702" r:id="rId65"/>
    <p:sldId id="703" r:id="rId66"/>
    <p:sldId id="704" r:id="rId67"/>
    <p:sldId id="705" r:id="rId68"/>
    <p:sldId id="706" r:id="rId69"/>
    <p:sldId id="707" r:id="rId70"/>
    <p:sldId id="708" r:id="rId71"/>
    <p:sldId id="709" r:id="rId72"/>
    <p:sldId id="710" r:id="rId73"/>
    <p:sldId id="711" r:id="rId74"/>
    <p:sldId id="440" r:id="rId75"/>
    <p:sldId id="384" r:id="rId7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7531"/>
    <a:srgbClr val="EEEB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8" d="100"/>
          <a:sy n="68" d="100"/>
        </p:scale>
        <p:origin x="-144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E9E547-3C66-4E5D-9D07-0515EED2B913}" type="doc">
      <dgm:prSet loTypeId="urn:microsoft.com/office/officeart/2005/8/layout/default#1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7D821BC7-213D-4CEC-978A-9CFFE70F3D67}">
      <dgm:prSet/>
      <dgm:spPr/>
      <dgm:t>
        <a:bodyPr/>
        <a:lstStyle/>
        <a:p>
          <a:r>
            <a:rPr lang="en-US" dirty="0"/>
            <a:t>Introduction </a:t>
          </a:r>
        </a:p>
        <a:p>
          <a:r>
            <a:rPr lang="en-US" dirty="0"/>
            <a:t>to </a:t>
          </a:r>
          <a:endParaRPr lang="en-US" dirty="0" smtClean="0"/>
        </a:p>
        <a:p>
          <a:r>
            <a:rPr lang="en-US" dirty="0" smtClean="0"/>
            <a:t>Microsoft PowerPoint 2010</a:t>
          </a:r>
          <a:endParaRPr lang="en-US" dirty="0"/>
        </a:p>
      </dgm:t>
    </dgm:pt>
    <dgm:pt modelId="{ED2C2DDE-E64A-4045-9DC7-203AF2A63846}" type="parTrans" cxnId="{331EC4E3-DC32-4A83-872F-34DD2D9EAD5A}">
      <dgm:prSet/>
      <dgm:spPr/>
      <dgm:t>
        <a:bodyPr/>
        <a:lstStyle/>
        <a:p>
          <a:endParaRPr lang="en-US"/>
        </a:p>
      </dgm:t>
    </dgm:pt>
    <dgm:pt modelId="{AC409FAE-4704-48A8-9261-8AFBDD18865D}" type="sibTrans" cxnId="{331EC4E3-DC32-4A83-872F-34DD2D9EAD5A}">
      <dgm:prSet/>
      <dgm:spPr/>
      <dgm:t>
        <a:bodyPr/>
        <a:lstStyle/>
        <a:p>
          <a:endParaRPr lang="en-US"/>
        </a:p>
      </dgm:t>
    </dgm:pt>
    <dgm:pt modelId="{46A1C575-DE29-4021-A28C-E1E7FA78085E}" type="pres">
      <dgm:prSet presAssocID="{3DE9E547-3C66-4E5D-9D07-0515EED2B91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9972E4C6-FDD6-4F32-8994-B9E0115268C3}" type="pres">
      <dgm:prSet presAssocID="{7D821BC7-213D-4CEC-978A-9CFFE70F3D67}" presName="node" presStyleLbl="node1" presStyleIdx="0" presStyleCnt="1" custScaleX="110222" custLinFactNeighborY="-166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0B62D86B-A0DA-4B75-8C82-CC0B7B67BE45}" type="presOf" srcId="{7D821BC7-213D-4CEC-978A-9CFFE70F3D67}" destId="{9972E4C6-FDD6-4F32-8994-B9E0115268C3}" srcOrd="0" destOrd="0" presId="urn:microsoft.com/office/officeart/2005/8/layout/default#1"/>
    <dgm:cxn modelId="{331EC4E3-DC32-4A83-872F-34DD2D9EAD5A}" srcId="{3DE9E547-3C66-4E5D-9D07-0515EED2B913}" destId="{7D821BC7-213D-4CEC-978A-9CFFE70F3D67}" srcOrd="0" destOrd="0" parTransId="{ED2C2DDE-E64A-4045-9DC7-203AF2A63846}" sibTransId="{AC409FAE-4704-48A8-9261-8AFBDD18865D}"/>
    <dgm:cxn modelId="{36C3BEF2-2DBA-42EB-9810-973BE445D0C7}" type="presOf" srcId="{3DE9E547-3C66-4E5D-9D07-0515EED2B913}" destId="{46A1C575-DE29-4021-A28C-E1E7FA78085E}" srcOrd="0" destOrd="0" presId="urn:microsoft.com/office/officeart/2005/8/layout/default#1"/>
    <dgm:cxn modelId="{9FF98F3C-4B54-499E-81E4-D4C2F1EE2959}" type="presParOf" srcId="{46A1C575-DE29-4021-A28C-E1E7FA78085E}" destId="{9972E4C6-FDD6-4F32-8994-B9E0115268C3}" srcOrd="0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DE9E547-3C66-4E5D-9D07-0515EED2B913}" type="doc">
      <dgm:prSet loTypeId="urn:microsoft.com/office/officeart/2005/8/layout/default#1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7D821BC7-213D-4CEC-978A-9CFFE70F3D67}">
      <dgm:prSet custT="1"/>
      <dgm:spPr/>
      <dgm:t>
        <a:bodyPr/>
        <a:lstStyle/>
        <a:p>
          <a:r>
            <a:rPr lang="en-US" sz="3600" dirty="0" smtClean="0"/>
            <a:t>Working with Multimedia PowerPoint</a:t>
          </a:r>
          <a:endParaRPr lang="en-US" sz="3600" dirty="0"/>
        </a:p>
      </dgm:t>
    </dgm:pt>
    <dgm:pt modelId="{ED2C2DDE-E64A-4045-9DC7-203AF2A63846}" type="parTrans" cxnId="{331EC4E3-DC32-4A83-872F-34DD2D9EAD5A}">
      <dgm:prSet/>
      <dgm:spPr/>
      <dgm:t>
        <a:bodyPr/>
        <a:lstStyle/>
        <a:p>
          <a:endParaRPr lang="en-US"/>
        </a:p>
      </dgm:t>
    </dgm:pt>
    <dgm:pt modelId="{AC409FAE-4704-48A8-9261-8AFBDD18865D}" type="sibTrans" cxnId="{331EC4E3-DC32-4A83-872F-34DD2D9EAD5A}">
      <dgm:prSet/>
      <dgm:spPr/>
      <dgm:t>
        <a:bodyPr/>
        <a:lstStyle/>
        <a:p>
          <a:endParaRPr lang="en-US"/>
        </a:p>
      </dgm:t>
    </dgm:pt>
    <dgm:pt modelId="{46A1C575-DE29-4021-A28C-E1E7FA78085E}" type="pres">
      <dgm:prSet presAssocID="{3DE9E547-3C66-4E5D-9D07-0515EED2B91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9972E4C6-FDD6-4F32-8994-B9E0115268C3}" type="pres">
      <dgm:prSet presAssocID="{7D821BC7-213D-4CEC-978A-9CFFE70F3D67}" presName="node" presStyleLbl="node1" presStyleIdx="0" presStyleCnt="1" custScaleX="110222" custLinFactNeighborY="-166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65DCDAFD-8909-4CCC-96D3-23F19B6A2257}" type="presOf" srcId="{7D821BC7-213D-4CEC-978A-9CFFE70F3D67}" destId="{9972E4C6-FDD6-4F32-8994-B9E0115268C3}" srcOrd="0" destOrd="0" presId="urn:microsoft.com/office/officeart/2005/8/layout/default#1"/>
    <dgm:cxn modelId="{88175D38-BFA8-4D43-90FA-3BE39FD3975D}" type="presOf" srcId="{3DE9E547-3C66-4E5D-9D07-0515EED2B913}" destId="{46A1C575-DE29-4021-A28C-E1E7FA78085E}" srcOrd="0" destOrd="0" presId="urn:microsoft.com/office/officeart/2005/8/layout/default#1"/>
    <dgm:cxn modelId="{331EC4E3-DC32-4A83-872F-34DD2D9EAD5A}" srcId="{3DE9E547-3C66-4E5D-9D07-0515EED2B913}" destId="{7D821BC7-213D-4CEC-978A-9CFFE70F3D67}" srcOrd="0" destOrd="0" parTransId="{ED2C2DDE-E64A-4045-9DC7-203AF2A63846}" sibTransId="{AC409FAE-4704-48A8-9261-8AFBDD18865D}"/>
    <dgm:cxn modelId="{D5A03DA0-5C1B-4D49-89F3-846B63674282}" type="presParOf" srcId="{46A1C575-DE29-4021-A28C-E1E7FA78085E}" destId="{9972E4C6-FDD6-4F32-8994-B9E0115268C3}" srcOrd="0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DE9E547-3C66-4E5D-9D07-0515EED2B913}" type="doc">
      <dgm:prSet loTypeId="urn:microsoft.com/office/officeart/2005/8/layout/default#1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F9022B54-68C2-4973-9A00-460029290542}">
      <dgm:prSet phldrT="[Text]"/>
      <dgm:spPr/>
      <dgm:t>
        <a:bodyPr/>
        <a:lstStyle/>
        <a:p>
          <a:r>
            <a:rPr lang="en-US" dirty="0" smtClean="0"/>
            <a:t>How to add Pictures to a slide </a:t>
          </a:r>
          <a:endParaRPr lang="en-US" dirty="0"/>
        </a:p>
      </dgm:t>
    </dgm:pt>
    <dgm:pt modelId="{0EBC0F7C-C083-479E-822C-AA3F278D062A}" type="parTrans" cxnId="{A36A33C9-5EC3-4472-82B9-956D1373C0B4}">
      <dgm:prSet/>
      <dgm:spPr/>
      <dgm:t>
        <a:bodyPr/>
        <a:lstStyle/>
        <a:p>
          <a:endParaRPr lang="en-US"/>
        </a:p>
      </dgm:t>
    </dgm:pt>
    <dgm:pt modelId="{AEC43A17-FDDC-4261-BB01-B6005B7A4552}" type="sibTrans" cxnId="{A36A33C9-5EC3-4472-82B9-956D1373C0B4}">
      <dgm:prSet/>
      <dgm:spPr/>
      <dgm:t>
        <a:bodyPr/>
        <a:lstStyle/>
        <a:p>
          <a:endParaRPr lang="en-US"/>
        </a:p>
      </dgm:t>
    </dgm:pt>
    <dgm:pt modelId="{BBBB9B4E-DA71-45DE-92BC-1EF247E5F9B2}">
      <dgm:prSet/>
      <dgm:spPr/>
      <dgm:t>
        <a:bodyPr/>
        <a:lstStyle/>
        <a:p>
          <a:r>
            <a:rPr lang="en-US" dirty="0" smtClean="0"/>
            <a:t>How to edit pictures</a:t>
          </a:r>
          <a:endParaRPr lang="en-US" dirty="0"/>
        </a:p>
      </dgm:t>
    </dgm:pt>
    <dgm:pt modelId="{A9ED417C-F968-4650-A07D-E6C8B9F80C83}" type="parTrans" cxnId="{8294D506-3CCF-46C3-9D45-09DDBBAFC9A2}">
      <dgm:prSet/>
      <dgm:spPr/>
      <dgm:t>
        <a:bodyPr/>
        <a:lstStyle/>
        <a:p>
          <a:endParaRPr lang="en-US"/>
        </a:p>
      </dgm:t>
    </dgm:pt>
    <dgm:pt modelId="{8B37F55B-F450-4B0B-98F7-A2B490DAC81A}" type="sibTrans" cxnId="{8294D506-3CCF-46C3-9D45-09DDBBAFC9A2}">
      <dgm:prSet/>
      <dgm:spPr/>
      <dgm:t>
        <a:bodyPr/>
        <a:lstStyle/>
        <a:p>
          <a:endParaRPr lang="en-US"/>
        </a:p>
      </dgm:t>
    </dgm:pt>
    <dgm:pt modelId="{C11B75ED-B46B-4BF2-80F2-DA583A75044E}">
      <dgm:prSet/>
      <dgm:spPr/>
      <dgm:t>
        <a:bodyPr/>
        <a:lstStyle/>
        <a:p>
          <a:r>
            <a:rPr lang="en-US" dirty="0" smtClean="0"/>
            <a:t>How to format pictures</a:t>
          </a:r>
          <a:endParaRPr lang="en-US" dirty="0"/>
        </a:p>
      </dgm:t>
    </dgm:pt>
    <dgm:pt modelId="{5645C486-8F55-4C5D-BAFE-57B0FB9C1457}" type="parTrans" cxnId="{0DB3BCB8-BFA0-457C-84E0-1D03CDEA15BA}">
      <dgm:prSet/>
      <dgm:spPr/>
      <dgm:t>
        <a:bodyPr/>
        <a:lstStyle/>
        <a:p>
          <a:endParaRPr lang="en-US"/>
        </a:p>
      </dgm:t>
    </dgm:pt>
    <dgm:pt modelId="{0F8F958D-95B3-4287-AB04-371DBF737C1C}" type="sibTrans" cxnId="{0DB3BCB8-BFA0-457C-84E0-1D03CDEA15BA}">
      <dgm:prSet/>
      <dgm:spPr/>
      <dgm:t>
        <a:bodyPr/>
        <a:lstStyle/>
        <a:p>
          <a:endParaRPr lang="en-US"/>
        </a:p>
      </dgm:t>
    </dgm:pt>
    <dgm:pt modelId="{23F2D5E2-61FA-40AD-9F7D-BF405C8CDFAE}">
      <dgm:prSet/>
      <dgm:spPr/>
      <dgm:t>
        <a:bodyPr/>
        <a:lstStyle/>
        <a:p>
          <a:r>
            <a:rPr lang="en-US" dirty="0" smtClean="0"/>
            <a:t>How to insert a screen shot</a:t>
          </a:r>
          <a:endParaRPr lang="en-US" dirty="0"/>
        </a:p>
      </dgm:t>
    </dgm:pt>
    <dgm:pt modelId="{AB5E8461-293C-485A-87B5-1F0B83CE1442}" type="parTrans" cxnId="{FBDBE29A-0A0F-4D97-8A3B-694C132A4FE5}">
      <dgm:prSet/>
      <dgm:spPr/>
      <dgm:t>
        <a:bodyPr/>
        <a:lstStyle/>
        <a:p>
          <a:endParaRPr lang="en-US"/>
        </a:p>
      </dgm:t>
    </dgm:pt>
    <dgm:pt modelId="{2155DDCB-A76B-4506-AD94-A2E4AE9F6F2F}" type="sibTrans" cxnId="{FBDBE29A-0A0F-4D97-8A3B-694C132A4FE5}">
      <dgm:prSet/>
      <dgm:spPr/>
      <dgm:t>
        <a:bodyPr/>
        <a:lstStyle/>
        <a:p>
          <a:endParaRPr lang="en-US"/>
        </a:p>
      </dgm:t>
    </dgm:pt>
    <dgm:pt modelId="{D032DDD3-5BE8-4773-89B2-68CD8965B3E6}">
      <dgm:prSet/>
      <dgm:spPr/>
      <dgm:t>
        <a:bodyPr/>
        <a:lstStyle/>
        <a:p>
          <a:r>
            <a:rPr lang="en-US" dirty="0" smtClean="0"/>
            <a:t>How to add shapes to slide</a:t>
          </a:r>
          <a:endParaRPr lang="en-US" dirty="0"/>
        </a:p>
      </dgm:t>
    </dgm:pt>
    <dgm:pt modelId="{81D33D49-3010-4917-BC50-D44BA8B22DF2}" type="parTrans" cxnId="{864161E3-D902-466F-A23C-0B9201C3B39B}">
      <dgm:prSet/>
      <dgm:spPr/>
      <dgm:t>
        <a:bodyPr/>
        <a:lstStyle/>
        <a:p>
          <a:endParaRPr lang="en-US"/>
        </a:p>
      </dgm:t>
    </dgm:pt>
    <dgm:pt modelId="{C692D208-6BD8-417E-A3C9-418AEBD7A4B3}" type="sibTrans" cxnId="{864161E3-D902-466F-A23C-0B9201C3B39B}">
      <dgm:prSet/>
      <dgm:spPr/>
      <dgm:t>
        <a:bodyPr/>
        <a:lstStyle/>
        <a:p>
          <a:endParaRPr lang="en-US"/>
        </a:p>
      </dgm:t>
    </dgm:pt>
    <dgm:pt modelId="{0C2A3C5A-0AE4-41C1-AA5D-5BC4E760C57F}">
      <dgm:prSet/>
      <dgm:spPr/>
      <dgm:t>
        <a:bodyPr/>
        <a:lstStyle/>
        <a:p>
          <a:r>
            <a:rPr lang="en-US" dirty="0" smtClean="0"/>
            <a:t>How to edit shapes</a:t>
          </a:r>
          <a:endParaRPr lang="en-US" dirty="0"/>
        </a:p>
      </dgm:t>
    </dgm:pt>
    <dgm:pt modelId="{C63CDA1C-7537-4175-AE85-DCCC8B9595D5}" type="parTrans" cxnId="{86E31C76-0D62-4F6E-AF30-DF0CF87F6868}">
      <dgm:prSet/>
      <dgm:spPr/>
      <dgm:t>
        <a:bodyPr/>
        <a:lstStyle/>
        <a:p>
          <a:endParaRPr lang="en-US"/>
        </a:p>
      </dgm:t>
    </dgm:pt>
    <dgm:pt modelId="{C25ACD3C-6ADA-4FCF-83F9-C46AF1053BB7}" type="sibTrans" cxnId="{86E31C76-0D62-4F6E-AF30-DF0CF87F6868}">
      <dgm:prSet/>
      <dgm:spPr/>
      <dgm:t>
        <a:bodyPr/>
        <a:lstStyle/>
        <a:p>
          <a:endParaRPr lang="en-US"/>
        </a:p>
      </dgm:t>
    </dgm:pt>
    <dgm:pt modelId="{B9D2FC92-ECB4-4D54-9508-F43A91E7E65C}">
      <dgm:prSet/>
      <dgm:spPr/>
      <dgm:t>
        <a:bodyPr/>
        <a:lstStyle/>
        <a:p>
          <a:r>
            <a:rPr lang="en-GB" dirty="0"/>
            <a:t>How </a:t>
          </a:r>
          <a:r>
            <a:rPr lang="en-GB" dirty="0" smtClean="0"/>
            <a:t>to format shapes</a:t>
          </a:r>
          <a:endParaRPr lang="en-GB" dirty="0"/>
        </a:p>
      </dgm:t>
    </dgm:pt>
    <dgm:pt modelId="{78D7DF5E-40D2-4C2E-A6D8-113A5982009C}" type="parTrans" cxnId="{7F547AE8-3119-406B-94F9-F606AA7491D7}">
      <dgm:prSet/>
      <dgm:spPr/>
      <dgm:t>
        <a:bodyPr/>
        <a:lstStyle/>
        <a:p>
          <a:endParaRPr lang="en-GB"/>
        </a:p>
      </dgm:t>
    </dgm:pt>
    <dgm:pt modelId="{E2B3D82B-B21B-4F72-B2BC-78A1696AD170}" type="sibTrans" cxnId="{7F547AE8-3119-406B-94F9-F606AA7491D7}">
      <dgm:prSet/>
      <dgm:spPr/>
      <dgm:t>
        <a:bodyPr/>
        <a:lstStyle/>
        <a:p>
          <a:endParaRPr lang="en-GB"/>
        </a:p>
      </dgm:t>
    </dgm:pt>
    <dgm:pt modelId="{476A1A6D-9E32-412F-852C-EA036D2EA443}">
      <dgm:prSet/>
      <dgm:spPr/>
      <dgm:t>
        <a:bodyPr/>
        <a:lstStyle/>
        <a:p>
          <a:r>
            <a:rPr lang="en-GB" dirty="0"/>
            <a:t>How to </a:t>
          </a:r>
          <a:r>
            <a:rPr lang="en-GB" dirty="0" smtClean="0"/>
            <a:t>add text to shapes</a:t>
          </a:r>
          <a:endParaRPr lang="en-GB" dirty="0"/>
        </a:p>
      </dgm:t>
    </dgm:pt>
    <dgm:pt modelId="{A6D156B3-65C8-4D8D-9BA4-CBE69004882B}" type="parTrans" cxnId="{9F622BE6-A9AE-4059-9547-F4054D63F899}">
      <dgm:prSet/>
      <dgm:spPr/>
      <dgm:t>
        <a:bodyPr/>
        <a:lstStyle/>
        <a:p>
          <a:endParaRPr lang="en-GB"/>
        </a:p>
      </dgm:t>
    </dgm:pt>
    <dgm:pt modelId="{3C054B08-0B7E-409B-8D87-F73633A89691}" type="sibTrans" cxnId="{9F622BE6-A9AE-4059-9547-F4054D63F899}">
      <dgm:prSet/>
      <dgm:spPr/>
      <dgm:t>
        <a:bodyPr/>
        <a:lstStyle/>
        <a:p>
          <a:endParaRPr lang="en-GB"/>
        </a:p>
      </dgm:t>
    </dgm:pt>
    <dgm:pt modelId="{46AD4FAA-08CF-46B0-A6A5-C2E3B45434F7}">
      <dgm:prSet/>
      <dgm:spPr/>
      <dgm:t>
        <a:bodyPr/>
        <a:lstStyle/>
        <a:p>
          <a:r>
            <a:rPr lang="en-GB" dirty="0"/>
            <a:t>How to </a:t>
          </a:r>
          <a:r>
            <a:rPr lang="en-GB" dirty="0" smtClean="0"/>
            <a:t>arrange  shapes/images</a:t>
          </a:r>
          <a:endParaRPr lang="en-GB" dirty="0"/>
        </a:p>
      </dgm:t>
    </dgm:pt>
    <dgm:pt modelId="{20C8D365-4B2A-4C54-8F84-5246FC8CB85C}" type="parTrans" cxnId="{E9D93D48-8525-4B81-907E-00F2C7F5CA04}">
      <dgm:prSet/>
      <dgm:spPr/>
      <dgm:t>
        <a:bodyPr/>
        <a:lstStyle/>
        <a:p>
          <a:endParaRPr lang="en-GB"/>
        </a:p>
      </dgm:t>
    </dgm:pt>
    <dgm:pt modelId="{80CEB547-75E7-4B34-98D7-8DC4085FABC1}" type="sibTrans" cxnId="{E9D93D48-8525-4B81-907E-00F2C7F5CA04}">
      <dgm:prSet/>
      <dgm:spPr/>
      <dgm:t>
        <a:bodyPr/>
        <a:lstStyle/>
        <a:p>
          <a:endParaRPr lang="en-GB"/>
        </a:p>
      </dgm:t>
    </dgm:pt>
    <dgm:pt modelId="{E78E9149-F398-4971-8F49-24F74A9B7CA4}">
      <dgm:prSet/>
      <dgm:spPr/>
      <dgm:t>
        <a:bodyPr/>
        <a:lstStyle/>
        <a:p>
          <a:r>
            <a:rPr lang="en-GB" dirty="0" smtClean="0"/>
            <a:t>How to group/ungroup objects</a:t>
          </a:r>
          <a:endParaRPr lang="en-GB" dirty="0"/>
        </a:p>
      </dgm:t>
    </dgm:pt>
    <dgm:pt modelId="{EF4A9A1E-41C1-476C-992E-F95677BE25F5}" type="parTrans" cxnId="{2929454B-6C66-44AC-9FDD-F30157A5F3D8}">
      <dgm:prSet/>
      <dgm:spPr/>
      <dgm:t>
        <a:bodyPr/>
        <a:lstStyle/>
        <a:p>
          <a:endParaRPr lang="en-GB"/>
        </a:p>
      </dgm:t>
    </dgm:pt>
    <dgm:pt modelId="{7AEA9C32-2BA4-4C55-9E71-48C732BF5969}" type="sibTrans" cxnId="{2929454B-6C66-44AC-9FDD-F30157A5F3D8}">
      <dgm:prSet/>
      <dgm:spPr/>
      <dgm:t>
        <a:bodyPr/>
        <a:lstStyle/>
        <a:p>
          <a:endParaRPr lang="en-GB"/>
        </a:p>
      </dgm:t>
    </dgm:pt>
    <dgm:pt modelId="{46A1C575-DE29-4021-A28C-E1E7FA78085E}" type="pres">
      <dgm:prSet presAssocID="{3DE9E547-3C66-4E5D-9D07-0515EED2B91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E43CDCF3-D5B2-4556-A6FF-1FBA940E878F}" type="pres">
      <dgm:prSet presAssocID="{F9022B54-68C2-4973-9A00-460029290542}" presName="node" presStyleLbl="node1" presStyleIdx="0" presStyleCnt="10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54066D3B-676A-41CA-98B3-C0905E22B6EF}" type="pres">
      <dgm:prSet presAssocID="{AEC43A17-FDDC-4261-BB01-B6005B7A4552}" presName="sibTrans" presStyleCnt="0"/>
      <dgm:spPr/>
    </dgm:pt>
    <dgm:pt modelId="{08678D36-F832-48B7-8548-C43AEE1F6A43}" type="pres">
      <dgm:prSet presAssocID="{BBBB9B4E-DA71-45DE-92BC-1EF247E5F9B2}" presName="node" presStyleLbl="node1" presStyleIdx="1" presStyleCnt="10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94E3CC2B-92E4-4B0C-B930-B4411572BF9F}" type="pres">
      <dgm:prSet presAssocID="{8B37F55B-F450-4B0B-98F7-A2B490DAC81A}" presName="sibTrans" presStyleCnt="0"/>
      <dgm:spPr/>
    </dgm:pt>
    <dgm:pt modelId="{D32AB574-D896-42B8-809A-74BD322B19E9}" type="pres">
      <dgm:prSet presAssocID="{C11B75ED-B46B-4BF2-80F2-DA583A75044E}" presName="node" presStyleLbl="node1" presStyleIdx="2" presStyleCnt="10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FCDC96A-B844-4560-9827-3799EB37A607}" type="pres">
      <dgm:prSet presAssocID="{0F8F958D-95B3-4287-AB04-371DBF737C1C}" presName="sibTrans" presStyleCnt="0"/>
      <dgm:spPr/>
    </dgm:pt>
    <dgm:pt modelId="{126D987F-03E4-4E3A-BED9-08B6BA3A15AB}" type="pres">
      <dgm:prSet presAssocID="{23F2D5E2-61FA-40AD-9F7D-BF405C8CDFAE}" presName="node" presStyleLbl="node1" presStyleIdx="3" presStyleCnt="10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E35D6D9B-6CD2-4458-885A-62ADB7B92653}" type="pres">
      <dgm:prSet presAssocID="{2155DDCB-A76B-4506-AD94-A2E4AE9F6F2F}" presName="sibTrans" presStyleCnt="0"/>
      <dgm:spPr/>
    </dgm:pt>
    <dgm:pt modelId="{A0EFA616-1553-4077-9D32-88AE20AC0552}" type="pres">
      <dgm:prSet presAssocID="{D032DDD3-5BE8-4773-89B2-68CD8965B3E6}" presName="node" presStyleLbl="node1" presStyleIdx="4" presStyleCnt="10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4543EDFD-DAD7-4CC1-8700-DF379CC38E62}" type="pres">
      <dgm:prSet presAssocID="{C692D208-6BD8-417E-A3C9-418AEBD7A4B3}" presName="sibTrans" presStyleCnt="0"/>
      <dgm:spPr/>
    </dgm:pt>
    <dgm:pt modelId="{D944875E-4200-44D3-9F4D-D995865E5F68}" type="pres">
      <dgm:prSet presAssocID="{0C2A3C5A-0AE4-41C1-AA5D-5BC4E760C57F}" presName="node" presStyleLbl="node1" presStyleIdx="5" presStyleCnt="10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78CB8F77-3CF7-4A24-AB1C-13517BFF6342}" type="pres">
      <dgm:prSet presAssocID="{C25ACD3C-6ADA-4FCF-83F9-C46AF1053BB7}" presName="sibTrans" presStyleCnt="0"/>
      <dgm:spPr/>
    </dgm:pt>
    <dgm:pt modelId="{4F3BB94F-726F-42B1-B2C9-9077543F3D05}" type="pres">
      <dgm:prSet presAssocID="{B9D2FC92-ECB4-4D54-9508-F43A91E7E65C}" presName="node" presStyleLbl="node1" presStyleIdx="6" presStyleCnt="10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A5408A91-DCB4-4486-8086-1187B0570DB1}" type="pres">
      <dgm:prSet presAssocID="{E2B3D82B-B21B-4F72-B2BC-78A1696AD170}" presName="sibTrans" presStyleCnt="0"/>
      <dgm:spPr/>
    </dgm:pt>
    <dgm:pt modelId="{31EA35DB-A737-45B2-AEA8-3AC4C64F3EDA}" type="pres">
      <dgm:prSet presAssocID="{476A1A6D-9E32-412F-852C-EA036D2EA443}" presName="node" presStyleLbl="node1" presStyleIdx="7" presStyleCnt="10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65BDC7F1-CE1E-4FAA-97DC-B6E857B3C9A4}" type="pres">
      <dgm:prSet presAssocID="{3C054B08-0B7E-409B-8D87-F73633A89691}" presName="sibTrans" presStyleCnt="0"/>
      <dgm:spPr/>
    </dgm:pt>
    <dgm:pt modelId="{FDE44B15-3789-4C35-B1D8-5100954711D8}" type="pres">
      <dgm:prSet presAssocID="{46AD4FAA-08CF-46B0-A6A5-C2E3B45434F7}" presName="node" presStyleLbl="node1" presStyleIdx="8" presStyleCnt="10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A7E9D12B-A986-48FB-B113-9D7A91177FB8}" type="pres">
      <dgm:prSet presAssocID="{80CEB547-75E7-4B34-98D7-8DC4085FABC1}" presName="sibTrans" presStyleCnt="0"/>
      <dgm:spPr/>
    </dgm:pt>
    <dgm:pt modelId="{6DB816B9-8BAD-42B5-8E11-013AACDC818E}" type="pres">
      <dgm:prSet presAssocID="{E78E9149-F398-4971-8F49-24F74A9B7CA4}" presName="node" presStyleLbl="node1" presStyleIdx="9" presStyleCnt="10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2929454B-6C66-44AC-9FDD-F30157A5F3D8}" srcId="{3DE9E547-3C66-4E5D-9D07-0515EED2B913}" destId="{E78E9149-F398-4971-8F49-24F74A9B7CA4}" srcOrd="9" destOrd="0" parTransId="{EF4A9A1E-41C1-476C-992E-F95677BE25F5}" sibTransId="{7AEA9C32-2BA4-4C55-9E71-48C732BF5969}"/>
    <dgm:cxn modelId="{864161E3-D902-466F-A23C-0B9201C3B39B}" srcId="{3DE9E547-3C66-4E5D-9D07-0515EED2B913}" destId="{D032DDD3-5BE8-4773-89B2-68CD8965B3E6}" srcOrd="4" destOrd="0" parTransId="{81D33D49-3010-4917-BC50-D44BA8B22DF2}" sibTransId="{C692D208-6BD8-417E-A3C9-418AEBD7A4B3}"/>
    <dgm:cxn modelId="{A8B40AA2-278C-4338-99E0-4615B7D73CD9}" type="presOf" srcId="{B9D2FC92-ECB4-4D54-9508-F43A91E7E65C}" destId="{4F3BB94F-726F-42B1-B2C9-9077543F3D05}" srcOrd="0" destOrd="0" presId="urn:microsoft.com/office/officeart/2005/8/layout/default#1"/>
    <dgm:cxn modelId="{FD5D13DE-A886-43C1-8176-BE8410373EBE}" type="presOf" srcId="{D032DDD3-5BE8-4773-89B2-68CD8965B3E6}" destId="{A0EFA616-1553-4077-9D32-88AE20AC0552}" srcOrd="0" destOrd="0" presId="urn:microsoft.com/office/officeart/2005/8/layout/default#1"/>
    <dgm:cxn modelId="{9F622BE6-A9AE-4059-9547-F4054D63F899}" srcId="{3DE9E547-3C66-4E5D-9D07-0515EED2B913}" destId="{476A1A6D-9E32-412F-852C-EA036D2EA443}" srcOrd="7" destOrd="0" parTransId="{A6D156B3-65C8-4D8D-9BA4-CBE69004882B}" sibTransId="{3C054B08-0B7E-409B-8D87-F73633A89691}"/>
    <dgm:cxn modelId="{8C7B99DC-F8B1-492C-AD47-8DB1AB5E9999}" type="presOf" srcId="{C11B75ED-B46B-4BF2-80F2-DA583A75044E}" destId="{D32AB574-D896-42B8-809A-74BD322B19E9}" srcOrd="0" destOrd="0" presId="urn:microsoft.com/office/officeart/2005/8/layout/default#1"/>
    <dgm:cxn modelId="{5975DE9F-9538-4AC2-A004-1F0309A49A9F}" type="presOf" srcId="{BBBB9B4E-DA71-45DE-92BC-1EF247E5F9B2}" destId="{08678D36-F832-48B7-8548-C43AEE1F6A43}" srcOrd="0" destOrd="0" presId="urn:microsoft.com/office/officeart/2005/8/layout/default#1"/>
    <dgm:cxn modelId="{FBDBE29A-0A0F-4D97-8A3B-694C132A4FE5}" srcId="{3DE9E547-3C66-4E5D-9D07-0515EED2B913}" destId="{23F2D5E2-61FA-40AD-9F7D-BF405C8CDFAE}" srcOrd="3" destOrd="0" parTransId="{AB5E8461-293C-485A-87B5-1F0B83CE1442}" sibTransId="{2155DDCB-A76B-4506-AD94-A2E4AE9F6F2F}"/>
    <dgm:cxn modelId="{A36A33C9-5EC3-4472-82B9-956D1373C0B4}" srcId="{3DE9E547-3C66-4E5D-9D07-0515EED2B913}" destId="{F9022B54-68C2-4973-9A00-460029290542}" srcOrd="0" destOrd="0" parTransId="{0EBC0F7C-C083-479E-822C-AA3F278D062A}" sibTransId="{AEC43A17-FDDC-4261-BB01-B6005B7A4552}"/>
    <dgm:cxn modelId="{731883DE-A397-4844-B4ED-69A267AB49C8}" type="presOf" srcId="{46AD4FAA-08CF-46B0-A6A5-C2E3B45434F7}" destId="{FDE44B15-3789-4C35-B1D8-5100954711D8}" srcOrd="0" destOrd="0" presId="urn:microsoft.com/office/officeart/2005/8/layout/default#1"/>
    <dgm:cxn modelId="{7F547AE8-3119-406B-94F9-F606AA7491D7}" srcId="{3DE9E547-3C66-4E5D-9D07-0515EED2B913}" destId="{B9D2FC92-ECB4-4D54-9508-F43A91E7E65C}" srcOrd="6" destOrd="0" parTransId="{78D7DF5E-40D2-4C2E-A6D8-113A5982009C}" sibTransId="{E2B3D82B-B21B-4F72-B2BC-78A1696AD170}"/>
    <dgm:cxn modelId="{E9D93D48-8525-4B81-907E-00F2C7F5CA04}" srcId="{3DE9E547-3C66-4E5D-9D07-0515EED2B913}" destId="{46AD4FAA-08CF-46B0-A6A5-C2E3B45434F7}" srcOrd="8" destOrd="0" parTransId="{20C8D365-4B2A-4C54-8F84-5246FC8CB85C}" sibTransId="{80CEB547-75E7-4B34-98D7-8DC4085FABC1}"/>
    <dgm:cxn modelId="{8294D506-3CCF-46C3-9D45-09DDBBAFC9A2}" srcId="{3DE9E547-3C66-4E5D-9D07-0515EED2B913}" destId="{BBBB9B4E-DA71-45DE-92BC-1EF247E5F9B2}" srcOrd="1" destOrd="0" parTransId="{A9ED417C-F968-4650-A07D-E6C8B9F80C83}" sibTransId="{8B37F55B-F450-4B0B-98F7-A2B490DAC81A}"/>
    <dgm:cxn modelId="{0DB3BCB8-BFA0-457C-84E0-1D03CDEA15BA}" srcId="{3DE9E547-3C66-4E5D-9D07-0515EED2B913}" destId="{C11B75ED-B46B-4BF2-80F2-DA583A75044E}" srcOrd="2" destOrd="0" parTransId="{5645C486-8F55-4C5D-BAFE-57B0FB9C1457}" sibTransId="{0F8F958D-95B3-4287-AB04-371DBF737C1C}"/>
    <dgm:cxn modelId="{86E31C76-0D62-4F6E-AF30-DF0CF87F6868}" srcId="{3DE9E547-3C66-4E5D-9D07-0515EED2B913}" destId="{0C2A3C5A-0AE4-41C1-AA5D-5BC4E760C57F}" srcOrd="5" destOrd="0" parTransId="{C63CDA1C-7537-4175-AE85-DCCC8B9595D5}" sibTransId="{C25ACD3C-6ADA-4FCF-83F9-C46AF1053BB7}"/>
    <dgm:cxn modelId="{36C3BEF2-2DBA-42EB-9810-973BE445D0C7}" type="presOf" srcId="{3DE9E547-3C66-4E5D-9D07-0515EED2B913}" destId="{46A1C575-DE29-4021-A28C-E1E7FA78085E}" srcOrd="0" destOrd="0" presId="urn:microsoft.com/office/officeart/2005/8/layout/default#1"/>
    <dgm:cxn modelId="{83122414-9691-4F6C-BC60-0171D826C93D}" type="presOf" srcId="{476A1A6D-9E32-412F-852C-EA036D2EA443}" destId="{31EA35DB-A737-45B2-AEA8-3AC4C64F3EDA}" srcOrd="0" destOrd="0" presId="urn:microsoft.com/office/officeart/2005/8/layout/default#1"/>
    <dgm:cxn modelId="{6AAA590D-29DC-4E4C-8B98-98C454876ACA}" type="presOf" srcId="{0C2A3C5A-0AE4-41C1-AA5D-5BC4E760C57F}" destId="{D944875E-4200-44D3-9F4D-D995865E5F68}" srcOrd="0" destOrd="0" presId="urn:microsoft.com/office/officeart/2005/8/layout/default#1"/>
    <dgm:cxn modelId="{031BCA45-34A2-4E89-93EF-0C69AA13A8F0}" type="presOf" srcId="{23F2D5E2-61FA-40AD-9F7D-BF405C8CDFAE}" destId="{126D987F-03E4-4E3A-BED9-08B6BA3A15AB}" srcOrd="0" destOrd="0" presId="urn:microsoft.com/office/officeart/2005/8/layout/default#1"/>
    <dgm:cxn modelId="{DB5CF76F-016D-4F32-AE1E-423FE30EF2F6}" type="presOf" srcId="{F9022B54-68C2-4973-9A00-460029290542}" destId="{E43CDCF3-D5B2-4556-A6FF-1FBA940E878F}" srcOrd="0" destOrd="0" presId="urn:microsoft.com/office/officeart/2005/8/layout/default#1"/>
    <dgm:cxn modelId="{4483EB70-31AB-4DDE-90FF-6B20C2D02DCA}" type="presOf" srcId="{E78E9149-F398-4971-8F49-24F74A9B7CA4}" destId="{6DB816B9-8BAD-42B5-8E11-013AACDC818E}" srcOrd="0" destOrd="0" presId="urn:microsoft.com/office/officeart/2005/8/layout/default#1"/>
    <dgm:cxn modelId="{C6831F33-A671-4D3A-9651-E6901DF4D6AC}" type="presParOf" srcId="{46A1C575-DE29-4021-A28C-E1E7FA78085E}" destId="{E43CDCF3-D5B2-4556-A6FF-1FBA940E878F}" srcOrd="0" destOrd="0" presId="urn:microsoft.com/office/officeart/2005/8/layout/default#1"/>
    <dgm:cxn modelId="{23A16BBC-1098-40CF-A0D5-9C900233786D}" type="presParOf" srcId="{46A1C575-DE29-4021-A28C-E1E7FA78085E}" destId="{54066D3B-676A-41CA-98B3-C0905E22B6EF}" srcOrd="1" destOrd="0" presId="urn:microsoft.com/office/officeart/2005/8/layout/default#1"/>
    <dgm:cxn modelId="{55059F0B-6C91-4088-9340-8226AFFF946D}" type="presParOf" srcId="{46A1C575-DE29-4021-A28C-E1E7FA78085E}" destId="{08678D36-F832-48B7-8548-C43AEE1F6A43}" srcOrd="2" destOrd="0" presId="urn:microsoft.com/office/officeart/2005/8/layout/default#1"/>
    <dgm:cxn modelId="{183C0D9A-7891-4D10-9A6B-84445838AF97}" type="presParOf" srcId="{46A1C575-DE29-4021-A28C-E1E7FA78085E}" destId="{94E3CC2B-92E4-4B0C-B930-B4411572BF9F}" srcOrd="3" destOrd="0" presId="urn:microsoft.com/office/officeart/2005/8/layout/default#1"/>
    <dgm:cxn modelId="{10FB1E55-51FE-4D10-8536-2E0EBE944374}" type="presParOf" srcId="{46A1C575-DE29-4021-A28C-E1E7FA78085E}" destId="{D32AB574-D896-42B8-809A-74BD322B19E9}" srcOrd="4" destOrd="0" presId="urn:microsoft.com/office/officeart/2005/8/layout/default#1"/>
    <dgm:cxn modelId="{9EDDF9FC-F073-4434-AE22-C4716365B1A3}" type="presParOf" srcId="{46A1C575-DE29-4021-A28C-E1E7FA78085E}" destId="{8FCDC96A-B844-4560-9827-3799EB37A607}" srcOrd="5" destOrd="0" presId="urn:microsoft.com/office/officeart/2005/8/layout/default#1"/>
    <dgm:cxn modelId="{62AA1254-BAAA-4C30-915B-8E8B8D5D39B6}" type="presParOf" srcId="{46A1C575-DE29-4021-A28C-E1E7FA78085E}" destId="{126D987F-03E4-4E3A-BED9-08B6BA3A15AB}" srcOrd="6" destOrd="0" presId="urn:microsoft.com/office/officeart/2005/8/layout/default#1"/>
    <dgm:cxn modelId="{DA7D4CFB-222D-4450-8AF0-D10DC3C95EA3}" type="presParOf" srcId="{46A1C575-DE29-4021-A28C-E1E7FA78085E}" destId="{E35D6D9B-6CD2-4458-885A-62ADB7B92653}" srcOrd="7" destOrd="0" presId="urn:microsoft.com/office/officeart/2005/8/layout/default#1"/>
    <dgm:cxn modelId="{6AE59283-A23C-4A44-A8A5-3A057903230C}" type="presParOf" srcId="{46A1C575-DE29-4021-A28C-E1E7FA78085E}" destId="{A0EFA616-1553-4077-9D32-88AE20AC0552}" srcOrd="8" destOrd="0" presId="urn:microsoft.com/office/officeart/2005/8/layout/default#1"/>
    <dgm:cxn modelId="{429B9619-7928-43DC-A3FE-1E9D2DB4D886}" type="presParOf" srcId="{46A1C575-DE29-4021-A28C-E1E7FA78085E}" destId="{4543EDFD-DAD7-4CC1-8700-DF379CC38E62}" srcOrd="9" destOrd="0" presId="urn:microsoft.com/office/officeart/2005/8/layout/default#1"/>
    <dgm:cxn modelId="{704D0315-1C8A-4D5F-A07E-7D3763651A72}" type="presParOf" srcId="{46A1C575-DE29-4021-A28C-E1E7FA78085E}" destId="{D944875E-4200-44D3-9F4D-D995865E5F68}" srcOrd="10" destOrd="0" presId="urn:microsoft.com/office/officeart/2005/8/layout/default#1"/>
    <dgm:cxn modelId="{3F5A64F1-66F4-44C1-BF95-02D94C0DFAD0}" type="presParOf" srcId="{46A1C575-DE29-4021-A28C-E1E7FA78085E}" destId="{78CB8F77-3CF7-4A24-AB1C-13517BFF6342}" srcOrd="11" destOrd="0" presId="urn:microsoft.com/office/officeart/2005/8/layout/default#1"/>
    <dgm:cxn modelId="{A0309069-2853-4FAA-AC09-2E967F751159}" type="presParOf" srcId="{46A1C575-DE29-4021-A28C-E1E7FA78085E}" destId="{4F3BB94F-726F-42B1-B2C9-9077543F3D05}" srcOrd="12" destOrd="0" presId="urn:microsoft.com/office/officeart/2005/8/layout/default#1"/>
    <dgm:cxn modelId="{B6D090FA-77F1-4532-850C-6322F5F68B9B}" type="presParOf" srcId="{46A1C575-DE29-4021-A28C-E1E7FA78085E}" destId="{A5408A91-DCB4-4486-8086-1187B0570DB1}" srcOrd="13" destOrd="0" presId="urn:microsoft.com/office/officeart/2005/8/layout/default#1"/>
    <dgm:cxn modelId="{07999851-A652-4497-BD02-78B00D8DF8BA}" type="presParOf" srcId="{46A1C575-DE29-4021-A28C-E1E7FA78085E}" destId="{31EA35DB-A737-45B2-AEA8-3AC4C64F3EDA}" srcOrd="14" destOrd="0" presId="urn:microsoft.com/office/officeart/2005/8/layout/default#1"/>
    <dgm:cxn modelId="{7524A786-169B-4F4A-8A08-7CB40B3D91C9}" type="presParOf" srcId="{46A1C575-DE29-4021-A28C-E1E7FA78085E}" destId="{65BDC7F1-CE1E-4FAA-97DC-B6E857B3C9A4}" srcOrd="15" destOrd="0" presId="urn:microsoft.com/office/officeart/2005/8/layout/default#1"/>
    <dgm:cxn modelId="{40FC6E6D-0ADA-4C85-B7FF-F1D3711D639D}" type="presParOf" srcId="{46A1C575-DE29-4021-A28C-E1E7FA78085E}" destId="{FDE44B15-3789-4C35-B1D8-5100954711D8}" srcOrd="16" destOrd="0" presId="urn:microsoft.com/office/officeart/2005/8/layout/default#1"/>
    <dgm:cxn modelId="{CC225323-1888-4935-806A-78527BBDF6AF}" type="presParOf" srcId="{46A1C575-DE29-4021-A28C-E1E7FA78085E}" destId="{A7E9D12B-A986-48FB-B113-9D7A91177FB8}" srcOrd="17" destOrd="0" presId="urn:microsoft.com/office/officeart/2005/8/layout/default#1"/>
    <dgm:cxn modelId="{00D74BD0-908F-4F46-9EE6-E7CDA92A7E54}" type="presParOf" srcId="{46A1C575-DE29-4021-A28C-E1E7FA78085E}" destId="{6DB816B9-8BAD-42B5-8E11-013AACDC818E}" srcOrd="18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DE9E547-3C66-4E5D-9D07-0515EED2B913}" type="doc">
      <dgm:prSet loTypeId="urn:microsoft.com/office/officeart/2005/8/layout/default#1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F9022B54-68C2-4973-9A00-460029290542}">
      <dgm:prSet phldrT="[Text]"/>
      <dgm:spPr/>
      <dgm:t>
        <a:bodyPr/>
        <a:lstStyle/>
        <a:p>
          <a:r>
            <a:rPr lang="en-US" dirty="0" smtClean="0"/>
            <a:t>How to add audio &amp; video</a:t>
          </a:r>
          <a:endParaRPr lang="en-US" dirty="0"/>
        </a:p>
      </dgm:t>
    </dgm:pt>
    <dgm:pt modelId="{0EBC0F7C-C083-479E-822C-AA3F278D062A}" type="parTrans" cxnId="{A36A33C9-5EC3-4472-82B9-956D1373C0B4}">
      <dgm:prSet/>
      <dgm:spPr/>
      <dgm:t>
        <a:bodyPr/>
        <a:lstStyle/>
        <a:p>
          <a:endParaRPr lang="en-US"/>
        </a:p>
      </dgm:t>
    </dgm:pt>
    <dgm:pt modelId="{AEC43A17-FDDC-4261-BB01-B6005B7A4552}" type="sibTrans" cxnId="{A36A33C9-5EC3-4472-82B9-956D1373C0B4}">
      <dgm:prSet/>
      <dgm:spPr/>
      <dgm:t>
        <a:bodyPr/>
        <a:lstStyle/>
        <a:p>
          <a:endParaRPr lang="en-US"/>
        </a:p>
      </dgm:t>
    </dgm:pt>
    <dgm:pt modelId="{BBBB9B4E-DA71-45DE-92BC-1EF247E5F9B2}">
      <dgm:prSet/>
      <dgm:spPr/>
      <dgm:t>
        <a:bodyPr/>
        <a:lstStyle/>
        <a:p>
          <a:r>
            <a:rPr lang="en-US" dirty="0" smtClean="0"/>
            <a:t>How to add &amp; format Tables</a:t>
          </a:r>
          <a:endParaRPr lang="en-US" dirty="0"/>
        </a:p>
      </dgm:t>
    </dgm:pt>
    <dgm:pt modelId="{A9ED417C-F968-4650-A07D-E6C8B9F80C83}" type="parTrans" cxnId="{8294D506-3CCF-46C3-9D45-09DDBBAFC9A2}">
      <dgm:prSet/>
      <dgm:spPr/>
      <dgm:t>
        <a:bodyPr/>
        <a:lstStyle/>
        <a:p>
          <a:endParaRPr lang="en-US"/>
        </a:p>
      </dgm:t>
    </dgm:pt>
    <dgm:pt modelId="{8B37F55B-F450-4B0B-98F7-A2B490DAC81A}" type="sibTrans" cxnId="{8294D506-3CCF-46C3-9D45-09DDBBAFC9A2}">
      <dgm:prSet/>
      <dgm:spPr/>
      <dgm:t>
        <a:bodyPr/>
        <a:lstStyle/>
        <a:p>
          <a:endParaRPr lang="en-US"/>
        </a:p>
      </dgm:t>
    </dgm:pt>
    <dgm:pt modelId="{C11B75ED-B46B-4BF2-80F2-DA583A75044E}">
      <dgm:prSet/>
      <dgm:spPr/>
      <dgm:t>
        <a:bodyPr/>
        <a:lstStyle/>
        <a:p>
          <a:r>
            <a:rPr lang="en-US" dirty="0" smtClean="0"/>
            <a:t>How to add &amp; format charts</a:t>
          </a:r>
          <a:endParaRPr lang="en-US" dirty="0"/>
        </a:p>
      </dgm:t>
    </dgm:pt>
    <dgm:pt modelId="{5645C486-8F55-4C5D-BAFE-57B0FB9C1457}" type="parTrans" cxnId="{0DB3BCB8-BFA0-457C-84E0-1D03CDEA15BA}">
      <dgm:prSet/>
      <dgm:spPr/>
      <dgm:t>
        <a:bodyPr/>
        <a:lstStyle/>
        <a:p>
          <a:endParaRPr lang="en-US"/>
        </a:p>
      </dgm:t>
    </dgm:pt>
    <dgm:pt modelId="{0F8F958D-95B3-4287-AB04-371DBF737C1C}" type="sibTrans" cxnId="{0DB3BCB8-BFA0-457C-84E0-1D03CDEA15BA}">
      <dgm:prSet/>
      <dgm:spPr/>
      <dgm:t>
        <a:bodyPr/>
        <a:lstStyle/>
        <a:p>
          <a:endParaRPr lang="en-US"/>
        </a:p>
      </dgm:t>
    </dgm:pt>
    <dgm:pt modelId="{23F2D5E2-61FA-40AD-9F7D-BF405C8CDFAE}">
      <dgm:prSet/>
      <dgm:spPr/>
      <dgm:t>
        <a:bodyPr/>
        <a:lstStyle/>
        <a:p>
          <a:r>
            <a:rPr lang="en-US" dirty="0" smtClean="0"/>
            <a:t>How to add &amp; format SmartArt</a:t>
          </a:r>
          <a:endParaRPr lang="en-US" dirty="0"/>
        </a:p>
      </dgm:t>
    </dgm:pt>
    <dgm:pt modelId="{AB5E8461-293C-485A-87B5-1F0B83CE1442}" type="parTrans" cxnId="{FBDBE29A-0A0F-4D97-8A3B-694C132A4FE5}">
      <dgm:prSet/>
      <dgm:spPr/>
      <dgm:t>
        <a:bodyPr/>
        <a:lstStyle/>
        <a:p>
          <a:endParaRPr lang="en-US"/>
        </a:p>
      </dgm:t>
    </dgm:pt>
    <dgm:pt modelId="{2155DDCB-A76B-4506-AD94-A2E4AE9F6F2F}" type="sibTrans" cxnId="{FBDBE29A-0A0F-4D97-8A3B-694C132A4FE5}">
      <dgm:prSet/>
      <dgm:spPr/>
      <dgm:t>
        <a:bodyPr/>
        <a:lstStyle/>
        <a:p>
          <a:endParaRPr lang="en-US"/>
        </a:p>
      </dgm:t>
    </dgm:pt>
    <dgm:pt modelId="{D032DDD3-5BE8-4773-89B2-68CD8965B3E6}">
      <dgm:prSet/>
      <dgm:spPr/>
      <dgm:t>
        <a:bodyPr/>
        <a:lstStyle/>
        <a:p>
          <a:r>
            <a:rPr lang="en-US" dirty="0" smtClean="0"/>
            <a:t>How to add &amp; preview Animations</a:t>
          </a:r>
          <a:endParaRPr lang="en-US" dirty="0"/>
        </a:p>
      </dgm:t>
    </dgm:pt>
    <dgm:pt modelId="{81D33D49-3010-4917-BC50-D44BA8B22DF2}" type="parTrans" cxnId="{864161E3-D902-466F-A23C-0B9201C3B39B}">
      <dgm:prSet/>
      <dgm:spPr/>
      <dgm:t>
        <a:bodyPr/>
        <a:lstStyle/>
        <a:p>
          <a:endParaRPr lang="en-US"/>
        </a:p>
      </dgm:t>
    </dgm:pt>
    <dgm:pt modelId="{C692D208-6BD8-417E-A3C9-418AEBD7A4B3}" type="sibTrans" cxnId="{864161E3-D902-466F-A23C-0B9201C3B39B}">
      <dgm:prSet/>
      <dgm:spPr/>
      <dgm:t>
        <a:bodyPr/>
        <a:lstStyle/>
        <a:p>
          <a:endParaRPr lang="en-US"/>
        </a:p>
      </dgm:t>
    </dgm:pt>
    <dgm:pt modelId="{0C2A3C5A-0AE4-41C1-AA5D-5BC4E760C57F}">
      <dgm:prSet/>
      <dgm:spPr/>
      <dgm:t>
        <a:bodyPr/>
        <a:lstStyle/>
        <a:p>
          <a:r>
            <a:rPr lang="en-US" dirty="0" smtClean="0"/>
            <a:t>How to add &amp; preview transitions</a:t>
          </a:r>
          <a:endParaRPr lang="en-US" dirty="0"/>
        </a:p>
      </dgm:t>
    </dgm:pt>
    <dgm:pt modelId="{C63CDA1C-7537-4175-AE85-DCCC8B9595D5}" type="parTrans" cxnId="{86E31C76-0D62-4F6E-AF30-DF0CF87F6868}">
      <dgm:prSet/>
      <dgm:spPr/>
      <dgm:t>
        <a:bodyPr/>
        <a:lstStyle/>
        <a:p>
          <a:endParaRPr lang="en-US"/>
        </a:p>
      </dgm:t>
    </dgm:pt>
    <dgm:pt modelId="{C25ACD3C-6ADA-4FCF-83F9-C46AF1053BB7}" type="sibTrans" cxnId="{86E31C76-0D62-4F6E-AF30-DF0CF87F6868}">
      <dgm:prSet/>
      <dgm:spPr/>
      <dgm:t>
        <a:bodyPr/>
        <a:lstStyle/>
        <a:p>
          <a:endParaRPr lang="en-US"/>
        </a:p>
      </dgm:t>
    </dgm:pt>
    <dgm:pt modelId="{46A1C575-DE29-4021-A28C-E1E7FA78085E}" type="pres">
      <dgm:prSet presAssocID="{3DE9E547-3C66-4E5D-9D07-0515EED2B91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E43CDCF3-D5B2-4556-A6FF-1FBA940E878F}" type="pres">
      <dgm:prSet presAssocID="{F9022B54-68C2-4973-9A00-460029290542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54066D3B-676A-41CA-98B3-C0905E22B6EF}" type="pres">
      <dgm:prSet presAssocID="{AEC43A17-FDDC-4261-BB01-B6005B7A4552}" presName="sibTrans" presStyleCnt="0"/>
      <dgm:spPr/>
    </dgm:pt>
    <dgm:pt modelId="{08678D36-F832-48B7-8548-C43AEE1F6A43}" type="pres">
      <dgm:prSet presAssocID="{BBBB9B4E-DA71-45DE-92BC-1EF247E5F9B2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94E3CC2B-92E4-4B0C-B930-B4411572BF9F}" type="pres">
      <dgm:prSet presAssocID="{8B37F55B-F450-4B0B-98F7-A2B490DAC81A}" presName="sibTrans" presStyleCnt="0"/>
      <dgm:spPr/>
    </dgm:pt>
    <dgm:pt modelId="{D32AB574-D896-42B8-809A-74BD322B19E9}" type="pres">
      <dgm:prSet presAssocID="{C11B75ED-B46B-4BF2-80F2-DA583A75044E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FCDC96A-B844-4560-9827-3799EB37A607}" type="pres">
      <dgm:prSet presAssocID="{0F8F958D-95B3-4287-AB04-371DBF737C1C}" presName="sibTrans" presStyleCnt="0"/>
      <dgm:spPr/>
    </dgm:pt>
    <dgm:pt modelId="{126D987F-03E4-4E3A-BED9-08B6BA3A15AB}" type="pres">
      <dgm:prSet presAssocID="{23F2D5E2-61FA-40AD-9F7D-BF405C8CDFAE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E35D6D9B-6CD2-4458-885A-62ADB7B92653}" type="pres">
      <dgm:prSet presAssocID="{2155DDCB-A76B-4506-AD94-A2E4AE9F6F2F}" presName="sibTrans" presStyleCnt="0"/>
      <dgm:spPr/>
    </dgm:pt>
    <dgm:pt modelId="{A0EFA616-1553-4077-9D32-88AE20AC0552}" type="pres">
      <dgm:prSet presAssocID="{D032DDD3-5BE8-4773-89B2-68CD8965B3E6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4543EDFD-DAD7-4CC1-8700-DF379CC38E62}" type="pres">
      <dgm:prSet presAssocID="{C692D208-6BD8-417E-A3C9-418AEBD7A4B3}" presName="sibTrans" presStyleCnt="0"/>
      <dgm:spPr/>
    </dgm:pt>
    <dgm:pt modelId="{D944875E-4200-44D3-9F4D-D995865E5F68}" type="pres">
      <dgm:prSet presAssocID="{0C2A3C5A-0AE4-41C1-AA5D-5BC4E760C57F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71CD1357-0A58-48B8-BA1E-447116D798B7}" type="presOf" srcId="{F9022B54-68C2-4973-9A00-460029290542}" destId="{E43CDCF3-D5B2-4556-A6FF-1FBA940E878F}" srcOrd="0" destOrd="0" presId="urn:microsoft.com/office/officeart/2005/8/layout/default#1"/>
    <dgm:cxn modelId="{F1FDBF68-34CE-410A-9ECB-957711605497}" type="presOf" srcId="{D032DDD3-5BE8-4773-89B2-68CD8965B3E6}" destId="{A0EFA616-1553-4077-9D32-88AE20AC0552}" srcOrd="0" destOrd="0" presId="urn:microsoft.com/office/officeart/2005/8/layout/default#1"/>
    <dgm:cxn modelId="{D716000D-2FC0-4A41-A511-1FC7066B8A96}" type="presOf" srcId="{BBBB9B4E-DA71-45DE-92BC-1EF247E5F9B2}" destId="{08678D36-F832-48B7-8548-C43AEE1F6A43}" srcOrd="0" destOrd="0" presId="urn:microsoft.com/office/officeart/2005/8/layout/default#1"/>
    <dgm:cxn modelId="{B74F784C-C03B-4710-AB4D-A8324CFB37AC}" type="presOf" srcId="{C11B75ED-B46B-4BF2-80F2-DA583A75044E}" destId="{D32AB574-D896-42B8-809A-74BD322B19E9}" srcOrd="0" destOrd="0" presId="urn:microsoft.com/office/officeart/2005/8/layout/default#1"/>
    <dgm:cxn modelId="{BFE0ECB8-AC10-4F2F-AE5C-716665423C01}" type="presOf" srcId="{3DE9E547-3C66-4E5D-9D07-0515EED2B913}" destId="{46A1C575-DE29-4021-A28C-E1E7FA78085E}" srcOrd="0" destOrd="0" presId="urn:microsoft.com/office/officeart/2005/8/layout/default#1"/>
    <dgm:cxn modelId="{86E31C76-0D62-4F6E-AF30-DF0CF87F6868}" srcId="{3DE9E547-3C66-4E5D-9D07-0515EED2B913}" destId="{0C2A3C5A-0AE4-41C1-AA5D-5BC4E760C57F}" srcOrd="5" destOrd="0" parTransId="{C63CDA1C-7537-4175-AE85-DCCC8B9595D5}" sibTransId="{C25ACD3C-6ADA-4FCF-83F9-C46AF1053BB7}"/>
    <dgm:cxn modelId="{FBDBE29A-0A0F-4D97-8A3B-694C132A4FE5}" srcId="{3DE9E547-3C66-4E5D-9D07-0515EED2B913}" destId="{23F2D5E2-61FA-40AD-9F7D-BF405C8CDFAE}" srcOrd="3" destOrd="0" parTransId="{AB5E8461-293C-485A-87B5-1F0B83CE1442}" sibTransId="{2155DDCB-A76B-4506-AD94-A2E4AE9F6F2F}"/>
    <dgm:cxn modelId="{0DB3BCB8-BFA0-457C-84E0-1D03CDEA15BA}" srcId="{3DE9E547-3C66-4E5D-9D07-0515EED2B913}" destId="{C11B75ED-B46B-4BF2-80F2-DA583A75044E}" srcOrd="2" destOrd="0" parTransId="{5645C486-8F55-4C5D-BAFE-57B0FB9C1457}" sibTransId="{0F8F958D-95B3-4287-AB04-371DBF737C1C}"/>
    <dgm:cxn modelId="{8294D506-3CCF-46C3-9D45-09DDBBAFC9A2}" srcId="{3DE9E547-3C66-4E5D-9D07-0515EED2B913}" destId="{BBBB9B4E-DA71-45DE-92BC-1EF247E5F9B2}" srcOrd="1" destOrd="0" parTransId="{A9ED417C-F968-4650-A07D-E6C8B9F80C83}" sibTransId="{8B37F55B-F450-4B0B-98F7-A2B490DAC81A}"/>
    <dgm:cxn modelId="{A36A33C9-5EC3-4472-82B9-956D1373C0B4}" srcId="{3DE9E547-3C66-4E5D-9D07-0515EED2B913}" destId="{F9022B54-68C2-4973-9A00-460029290542}" srcOrd="0" destOrd="0" parTransId="{0EBC0F7C-C083-479E-822C-AA3F278D062A}" sibTransId="{AEC43A17-FDDC-4261-BB01-B6005B7A4552}"/>
    <dgm:cxn modelId="{25102AB6-738B-4933-99BA-3D4898F025D4}" type="presOf" srcId="{23F2D5E2-61FA-40AD-9F7D-BF405C8CDFAE}" destId="{126D987F-03E4-4E3A-BED9-08B6BA3A15AB}" srcOrd="0" destOrd="0" presId="urn:microsoft.com/office/officeart/2005/8/layout/default#1"/>
    <dgm:cxn modelId="{864161E3-D902-466F-A23C-0B9201C3B39B}" srcId="{3DE9E547-3C66-4E5D-9D07-0515EED2B913}" destId="{D032DDD3-5BE8-4773-89B2-68CD8965B3E6}" srcOrd="4" destOrd="0" parTransId="{81D33D49-3010-4917-BC50-D44BA8B22DF2}" sibTransId="{C692D208-6BD8-417E-A3C9-418AEBD7A4B3}"/>
    <dgm:cxn modelId="{77727A5A-407D-47EB-A50E-766EFDEE4DC4}" type="presOf" srcId="{0C2A3C5A-0AE4-41C1-AA5D-5BC4E760C57F}" destId="{D944875E-4200-44D3-9F4D-D995865E5F68}" srcOrd="0" destOrd="0" presId="urn:microsoft.com/office/officeart/2005/8/layout/default#1"/>
    <dgm:cxn modelId="{9317D1B0-04E7-4D28-8AE0-E0320415268A}" type="presParOf" srcId="{46A1C575-DE29-4021-A28C-E1E7FA78085E}" destId="{E43CDCF3-D5B2-4556-A6FF-1FBA940E878F}" srcOrd="0" destOrd="0" presId="urn:microsoft.com/office/officeart/2005/8/layout/default#1"/>
    <dgm:cxn modelId="{F9740B9D-7E4E-4956-A039-257DFAF28284}" type="presParOf" srcId="{46A1C575-DE29-4021-A28C-E1E7FA78085E}" destId="{54066D3B-676A-41CA-98B3-C0905E22B6EF}" srcOrd="1" destOrd="0" presId="urn:microsoft.com/office/officeart/2005/8/layout/default#1"/>
    <dgm:cxn modelId="{C6DA2BDA-79E2-4EC4-83E1-5C79508F1C61}" type="presParOf" srcId="{46A1C575-DE29-4021-A28C-E1E7FA78085E}" destId="{08678D36-F832-48B7-8548-C43AEE1F6A43}" srcOrd="2" destOrd="0" presId="urn:microsoft.com/office/officeart/2005/8/layout/default#1"/>
    <dgm:cxn modelId="{8A25B513-3350-4ED0-85EA-8859BA53CC13}" type="presParOf" srcId="{46A1C575-DE29-4021-A28C-E1E7FA78085E}" destId="{94E3CC2B-92E4-4B0C-B930-B4411572BF9F}" srcOrd="3" destOrd="0" presId="urn:microsoft.com/office/officeart/2005/8/layout/default#1"/>
    <dgm:cxn modelId="{E36F1601-A080-4CDB-A4BE-35215FE52DBC}" type="presParOf" srcId="{46A1C575-DE29-4021-A28C-E1E7FA78085E}" destId="{D32AB574-D896-42B8-809A-74BD322B19E9}" srcOrd="4" destOrd="0" presId="urn:microsoft.com/office/officeart/2005/8/layout/default#1"/>
    <dgm:cxn modelId="{D24B56DF-9DDB-422B-96FD-7237488C02B7}" type="presParOf" srcId="{46A1C575-DE29-4021-A28C-E1E7FA78085E}" destId="{8FCDC96A-B844-4560-9827-3799EB37A607}" srcOrd="5" destOrd="0" presId="urn:microsoft.com/office/officeart/2005/8/layout/default#1"/>
    <dgm:cxn modelId="{25FFBC1D-7C28-487A-B713-545278B8F5AA}" type="presParOf" srcId="{46A1C575-DE29-4021-A28C-E1E7FA78085E}" destId="{126D987F-03E4-4E3A-BED9-08B6BA3A15AB}" srcOrd="6" destOrd="0" presId="urn:microsoft.com/office/officeart/2005/8/layout/default#1"/>
    <dgm:cxn modelId="{B9F1DA48-8A2B-4CBA-ADD3-1C10C806EB8D}" type="presParOf" srcId="{46A1C575-DE29-4021-A28C-E1E7FA78085E}" destId="{E35D6D9B-6CD2-4458-885A-62ADB7B92653}" srcOrd="7" destOrd="0" presId="urn:microsoft.com/office/officeart/2005/8/layout/default#1"/>
    <dgm:cxn modelId="{94305671-0B1B-4EC7-A47A-D8135FB93A19}" type="presParOf" srcId="{46A1C575-DE29-4021-A28C-E1E7FA78085E}" destId="{A0EFA616-1553-4077-9D32-88AE20AC0552}" srcOrd="8" destOrd="0" presId="urn:microsoft.com/office/officeart/2005/8/layout/default#1"/>
    <dgm:cxn modelId="{AC16821E-4840-4741-8D26-B827A9F83528}" type="presParOf" srcId="{46A1C575-DE29-4021-A28C-E1E7FA78085E}" destId="{4543EDFD-DAD7-4CC1-8700-DF379CC38E62}" srcOrd="9" destOrd="0" presId="urn:microsoft.com/office/officeart/2005/8/layout/default#1"/>
    <dgm:cxn modelId="{C739152E-0A7E-477C-A4A2-BA4EEF18578C}" type="presParOf" srcId="{46A1C575-DE29-4021-A28C-E1E7FA78085E}" destId="{D944875E-4200-44D3-9F4D-D995865E5F68}" srcOrd="10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72E4C6-FDD6-4F32-8994-B9E0115268C3}">
      <dsp:nvSpPr>
        <dsp:cNvPr id="0" name=""/>
        <dsp:cNvSpPr/>
      </dsp:nvSpPr>
      <dsp:spPr>
        <a:xfrm>
          <a:off x="162" y="1817"/>
          <a:ext cx="8838875" cy="4811494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43840" tIns="243840" rIns="243840" bIns="243840" numCol="1" spcCol="1270" anchor="ctr" anchorCtr="0">
          <a:noAutofit/>
        </a:bodyPr>
        <a:lstStyle/>
        <a:p>
          <a:pPr lvl="0" algn="ctr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400" kern="1200" dirty="0"/>
            <a:t>Introduction </a:t>
          </a:r>
        </a:p>
        <a:p>
          <a:pPr lvl="0" algn="ctr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400" kern="1200" dirty="0"/>
            <a:t>to </a:t>
          </a:r>
          <a:endParaRPr lang="en-US" sz="6400" kern="1200" dirty="0" smtClean="0"/>
        </a:p>
        <a:p>
          <a:pPr lvl="0" algn="ctr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400" kern="1200" dirty="0" smtClean="0"/>
            <a:t>Microsoft PowerPoint 2010</a:t>
          </a:r>
          <a:endParaRPr lang="en-US" sz="6400" kern="1200" dirty="0"/>
        </a:p>
      </dsp:txBody>
      <dsp:txXfrm>
        <a:off x="162" y="1817"/>
        <a:ext cx="8838875" cy="48114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72E4C6-FDD6-4F32-8994-B9E0115268C3}">
      <dsp:nvSpPr>
        <dsp:cNvPr id="0" name=""/>
        <dsp:cNvSpPr/>
      </dsp:nvSpPr>
      <dsp:spPr>
        <a:xfrm>
          <a:off x="162" y="1817"/>
          <a:ext cx="8838875" cy="4811494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smtClean="0"/>
            <a:t>Working with Multimedia PowerPoint</a:t>
          </a:r>
          <a:endParaRPr lang="en-US" sz="3600" kern="1200" dirty="0"/>
        </a:p>
      </dsp:txBody>
      <dsp:txXfrm>
        <a:off x="162" y="1817"/>
        <a:ext cx="8838875" cy="48114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3CDCF3-D5B2-4556-A6FF-1FBA940E878F}">
      <dsp:nvSpPr>
        <dsp:cNvPr id="0" name=""/>
        <dsp:cNvSpPr/>
      </dsp:nvSpPr>
      <dsp:spPr>
        <a:xfrm>
          <a:off x="2589" y="609872"/>
          <a:ext cx="2054423" cy="1232654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How to add Pictures to a slide </a:t>
          </a:r>
          <a:endParaRPr lang="en-US" sz="2300" kern="1200" dirty="0"/>
        </a:p>
      </dsp:txBody>
      <dsp:txXfrm>
        <a:off x="2589" y="609872"/>
        <a:ext cx="2054423" cy="1232654"/>
      </dsp:txXfrm>
    </dsp:sp>
    <dsp:sp modelId="{08678D36-F832-48B7-8548-C43AEE1F6A43}">
      <dsp:nvSpPr>
        <dsp:cNvPr id="0" name=""/>
        <dsp:cNvSpPr/>
      </dsp:nvSpPr>
      <dsp:spPr>
        <a:xfrm>
          <a:off x="2262455" y="609872"/>
          <a:ext cx="2054423" cy="1232654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9618"/>
                <a:satOff val="-485"/>
                <a:lumOff val="2776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9618"/>
                <a:satOff val="-485"/>
                <a:lumOff val="2776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9618"/>
                <a:satOff val="-485"/>
                <a:lumOff val="277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How to edit pictures</a:t>
          </a:r>
          <a:endParaRPr lang="en-US" sz="2300" kern="1200" dirty="0"/>
        </a:p>
      </dsp:txBody>
      <dsp:txXfrm>
        <a:off x="2262455" y="609872"/>
        <a:ext cx="2054423" cy="1232654"/>
      </dsp:txXfrm>
    </dsp:sp>
    <dsp:sp modelId="{D32AB574-D896-42B8-809A-74BD322B19E9}">
      <dsp:nvSpPr>
        <dsp:cNvPr id="0" name=""/>
        <dsp:cNvSpPr/>
      </dsp:nvSpPr>
      <dsp:spPr>
        <a:xfrm>
          <a:off x="4522321" y="609872"/>
          <a:ext cx="2054423" cy="1232654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39235"/>
                <a:satOff val="-970"/>
                <a:lumOff val="5553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39235"/>
                <a:satOff val="-970"/>
                <a:lumOff val="5553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39235"/>
                <a:satOff val="-970"/>
                <a:lumOff val="555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How to format pictures</a:t>
          </a:r>
          <a:endParaRPr lang="en-US" sz="2300" kern="1200" dirty="0"/>
        </a:p>
      </dsp:txBody>
      <dsp:txXfrm>
        <a:off x="4522321" y="609872"/>
        <a:ext cx="2054423" cy="1232654"/>
      </dsp:txXfrm>
    </dsp:sp>
    <dsp:sp modelId="{126D987F-03E4-4E3A-BED9-08B6BA3A15AB}">
      <dsp:nvSpPr>
        <dsp:cNvPr id="0" name=""/>
        <dsp:cNvSpPr/>
      </dsp:nvSpPr>
      <dsp:spPr>
        <a:xfrm>
          <a:off x="6782186" y="609872"/>
          <a:ext cx="2054423" cy="1232654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58853"/>
                <a:satOff val="-1455"/>
                <a:lumOff val="832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58853"/>
                <a:satOff val="-1455"/>
                <a:lumOff val="832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58853"/>
                <a:satOff val="-1455"/>
                <a:lumOff val="832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How to insert a screen shot</a:t>
          </a:r>
          <a:endParaRPr lang="en-US" sz="2300" kern="1200" dirty="0"/>
        </a:p>
      </dsp:txBody>
      <dsp:txXfrm>
        <a:off x="6782186" y="609872"/>
        <a:ext cx="2054423" cy="1232654"/>
      </dsp:txXfrm>
    </dsp:sp>
    <dsp:sp modelId="{A0EFA616-1553-4077-9D32-88AE20AC0552}">
      <dsp:nvSpPr>
        <dsp:cNvPr id="0" name=""/>
        <dsp:cNvSpPr/>
      </dsp:nvSpPr>
      <dsp:spPr>
        <a:xfrm>
          <a:off x="2589" y="2047968"/>
          <a:ext cx="2054423" cy="1232654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78470"/>
                <a:satOff val="-1940"/>
                <a:lumOff val="11106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78470"/>
                <a:satOff val="-1940"/>
                <a:lumOff val="11106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78470"/>
                <a:satOff val="-1940"/>
                <a:lumOff val="1110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How to add shapes to slide</a:t>
          </a:r>
          <a:endParaRPr lang="en-US" sz="2300" kern="1200" dirty="0"/>
        </a:p>
      </dsp:txBody>
      <dsp:txXfrm>
        <a:off x="2589" y="2047968"/>
        <a:ext cx="2054423" cy="1232654"/>
      </dsp:txXfrm>
    </dsp:sp>
    <dsp:sp modelId="{D944875E-4200-44D3-9F4D-D995865E5F68}">
      <dsp:nvSpPr>
        <dsp:cNvPr id="0" name=""/>
        <dsp:cNvSpPr/>
      </dsp:nvSpPr>
      <dsp:spPr>
        <a:xfrm>
          <a:off x="2262455" y="2047968"/>
          <a:ext cx="2054423" cy="1232654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98088"/>
                <a:satOff val="-2425"/>
                <a:lumOff val="13882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98088"/>
                <a:satOff val="-2425"/>
                <a:lumOff val="13882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98088"/>
                <a:satOff val="-2425"/>
                <a:lumOff val="13882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How to edit shapes</a:t>
          </a:r>
          <a:endParaRPr lang="en-US" sz="2300" kern="1200" dirty="0"/>
        </a:p>
      </dsp:txBody>
      <dsp:txXfrm>
        <a:off x="2262455" y="2047968"/>
        <a:ext cx="2054423" cy="1232654"/>
      </dsp:txXfrm>
    </dsp:sp>
    <dsp:sp modelId="{4F3BB94F-726F-42B1-B2C9-9077543F3D05}">
      <dsp:nvSpPr>
        <dsp:cNvPr id="0" name=""/>
        <dsp:cNvSpPr/>
      </dsp:nvSpPr>
      <dsp:spPr>
        <a:xfrm>
          <a:off x="4522321" y="2047968"/>
          <a:ext cx="2054423" cy="1232654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17705"/>
                <a:satOff val="-2910"/>
                <a:lumOff val="1665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17705"/>
                <a:satOff val="-2910"/>
                <a:lumOff val="1665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17705"/>
                <a:satOff val="-2910"/>
                <a:lumOff val="1665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300" kern="1200" dirty="0"/>
            <a:t>How </a:t>
          </a:r>
          <a:r>
            <a:rPr lang="en-GB" sz="2300" kern="1200" dirty="0" smtClean="0"/>
            <a:t>to format shapes</a:t>
          </a:r>
          <a:endParaRPr lang="en-GB" sz="2300" kern="1200" dirty="0"/>
        </a:p>
      </dsp:txBody>
      <dsp:txXfrm>
        <a:off x="4522321" y="2047968"/>
        <a:ext cx="2054423" cy="1232654"/>
      </dsp:txXfrm>
    </dsp:sp>
    <dsp:sp modelId="{31EA35DB-A737-45B2-AEA8-3AC4C64F3EDA}">
      <dsp:nvSpPr>
        <dsp:cNvPr id="0" name=""/>
        <dsp:cNvSpPr/>
      </dsp:nvSpPr>
      <dsp:spPr>
        <a:xfrm>
          <a:off x="6782186" y="2047968"/>
          <a:ext cx="2054423" cy="1232654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37323"/>
                <a:satOff val="-3395"/>
                <a:lumOff val="19435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37323"/>
                <a:satOff val="-3395"/>
                <a:lumOff val="19435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37323"/>
                <a:satOff val="-3395"/>
                <a:lumOff val="1943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300" kern="1200" dirty="0"/>
            <a:t>How to </a:t>
          </a:r>
          <a:r>
            <a:rPr lang="en-GB" sz="2300" kern="1200" dirty="0" smtClean="0"/>
            <a:t>add text to shapes</a:t>
          </a:r>
          <a:endParaRPr lang="en-GB" sz="2300" kern="1200" dirty="0"/>
        </a:p>
      </dsp:txBody>
      <dsp:txXfrm>
        <a:off x="6782186" y="2047968"/>
        <a:ext cx="2054423" cy="1232654"/>
      </dsp:txXfrm>
    </dsp:sp>
    <dsp:sp modelId="{FDE44B15-3789-4C35-B1D8-5100954711D8}">
      <dsp:nvSpPr>
        <dsp:cNvPr id="0" name=""/>
        <dsp:cNvSpPr/>
      </dsp:nvSpPr>
      <dsp:spPr>
        <a:xfrm>
          <a:off x="2262455" y="3486065"/>
          <a:ext cx="2054423" cy="1232654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56940"/>
                <a:satOff val="-3880"/>
                <a:lumOff val="22212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56940"/>
                <a:satOff val="-3880"/>
                <a:lumOff val="22212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56940"/>
                <a:satOff val="-3880"/>
                <a:lumOff val="22212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300" kern="1200" dirty="0"/>
            <a:t>How to </a:t>
          </a:r>
          <a:r>
            <a:rPr lang="en-GB" sz="2300" kern="1200" dirty="0" smtClean="0"/>
            <a:t>arrange  shapes/images</a:t>
          </a:r>
          <a:endParaRPr lang="en-GB" sz="2300" kern="1200" dirty="0"/>
        </a:p>
      </dsp:txBody>
      <dsp:txXfrm>
        <a:off x="2262455" y="3486065"/>
        <a:ext cx="2054423" cy="1232654"/>
      </dsp:txXfrm>
    </dsp:sp>
    <dsp:sp modelId="{6DB816B9-8BAD-42B5-8E11-013AACDC818E}">
      <dsp:nvSpPr>
        <dsp:cNvPr id="0" name=""/>
        <dsp:cNvSpPr/>
      </dsp:nvSpPr>
      <dsp:spPr>
        <a:xfrm>
          <a:off x="4522321" y="3486065"/>
          <a:ext cx="2054423" cy="1232654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300" kern="1200" dirty="0" smtClean="0"/>
            <a:t>How to group/ungroup objects</a:t>
          </a:r>
          <a:endParaRPr lang="en-GB" sz="2300" kern="1200" dirty="0"/>
        </a:p>
      </dsp:txBody>
      <dsp:txXfrm>
        <a:off x="4522321" y="3486065"/>
        <a:ext cx="2054423" cy="123265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3CDCF3-D5B2-4556-A6FF-1FBA940E878F}">
      <dsp:nvSpPr>
        <dsp:cNvPr id="0" name=""/>
        <dsp:cNvSpPr/>
      </dsp:nvSpPr>
      <dsp:spPr>
        <a:xfrm>
          <a:off x="0" y="868833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How to add audio &amp; video</a:t>
          </a:r>
          <a:endParaRPr lang="en-US" sz="3300" kern="1200" dirty="0"/>
        </a:p>
      </dsp:txBody>
      <dsp:txXfrm>
        <a:off x="0" y="868833"/>
        <a:ext cx="2762250" cy="1657349"/>
      </dsp:txXfrm>
    </dsp:sp>
    <dsp:sp modelId="{08678D36-F832-48B7-8548-C43AEE1F6A43}">
      <dsp:nvSpPr>
        <dsp:cNvPr id="0" name=""/>
        <dsp:cNvSpPr/>
      </dsp:nvSpPr>
      <dsp:spPr>
        <a:xfrm>
          <a:off x="3038474" y="868833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35312"/>
                <a:satOff val="-873"/>
                <a:lumOff val="499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35312"/>
                <a:satOff val="-873"/>
                <a:lumOff val="499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35312"/>
                <a:satOff val="-873"/>
                <a:lumOff val="499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How to add &amp; format Tables</a:t>
          </a:r>
          <a:endParaRPr lang="en-US" sz="3300" kern="1200" dirty="0"/>
        </a:p>
      </dsp:txBody>
      <dsp:txXfrm>
        <a:off x="3038474" y="868833"/>
        <a:ext cx="2762250" cy="1657349"/>
      </dsp:txXfrm>
    </dsp:sp>
    <dsp:sp modelId="{D32AB574-D896-42B8-809A-74BD322B19E9}">
      <dsp:nvSpPr>
        <dsp:cNvPr id="0" name=""/>
        <dsp:cNvSpPr/>
      </dsp:nvSpPr>
      <dsp:spPr>
        <a:xfrm>
          <a:off x="6076950" y="868833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70623"/>
                <a:satOff val="-1746"/>
                <a:lumOff val="9995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70623"/>
                <a:satOff val="-1746"/>
                <a:lumOff val="9995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70623"/>
                <a:satOff val="-1746"/>
                <a:lumOff val="999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How to add &amp; format charts</a:t>
          </a:r>
          <a:endParaRPr lang="en-US" sz="3300" kern="1200" dirty="0"/>
        </a:p>
      </dsp:txBody>
      <dsp:txXfrm>
        <a:off x="6076950" y="868833"/>
        <a:ext cx="2762250" cy="1657349"/>
      </dsp:txXfrm>
    </dsp:sp>
    <dsp:sp modelId="{126D987F-03E4-4E3A-BED9-08B6BA3A15AB}">
      <dsp:nvSpPr>
        <dsp:cNvPr id="0" name=""/>
        <dsp:cNvSpPr/>
      </dsp:nvSpPr>
      <dsp:spPr>
        <a:xfrm>
          <a:off x="0" y="2802408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05935"/>
                <a:satOff val="-2619"/>
                <a:lumOff val="14993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05935"/>
                <a:satOff val="-2619"/>
                <a:lumOff val="14993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05935"/>
                <a:satOff val="-2619"/>
                <a:lumOff val="1499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How to add &amp; format SmartArt</a:t>
          </a:r>
          <a:endParaRPr lang="en-US" sz="3300" kern="1200" dirty="0"/>
        </a:p>
      </dsp:txBody>
      <dsp:txXfrm>
        <a:off x="0" y="2802408"/>
        <a:ext cx="2762250" cy="1657349"/>
      </dsp:txXfrm>
    </dsp:sp>
    <dsp:sp modelId="{A0EFA616-1553-4077-9D32-88AE20AC0552}">
      <dsp:nvSpPr>
        <dsp:cNvPr id="0" name=""/>
        <dsp:cNvSpPr/>
      </dsp:nvSpPr>
      <dsp:spPr>
        <a:xfrm>
          <a:off x="3038474" y="2802408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41246"/>
                <a:satOff val="-3492"/>
                <a:lumOff val="1999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41246"/>
                <a:satOff val="-3492"/>
                <a:lumOff val="1999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41246"/>
                <a:satOff val="-3492"/>
                <a:lumOff val="1999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How to add &amp; preview Animations</a:t>
          </a:r>
          <a:endParaRPr lang="en-US" sz="3300" kern="1200" dirty="0"/>
        </a:p>
      </dsp:txBody>
      <dsp:txXfrm>
        <a:off x="3038474" y="2802408"/>
        <a:ext cx="2762250" cy="1657349"/>
      </dsp:txXfrm>
    </dsp:sp>
    <dsp:sp modelId="{D944875E-4200-44D3-9F4D-D995865E5F68}">
      <dsp:nvSpPr>
        <dsp:cNvPr id="0" name=""/>
        <dsp:cNvSpPr/>
      </dsp:nvSpPr>
      <dsp:spPr>
        <a:xfrm>
          <a:off x="6076950" y="2802408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How to add &amp; preview transitions</a:t>
          </a:r>
          <a:endParaRPr lang="en-US" sz="3300" kern="1200" dirty="0"/>
        </a:p>
      </dsp:txBody>
      <dsp:txXfrm>
        <a:off x="6076950" y="2802408"/>
        <a:ext cx="2762250" cy="16573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91ACEF-6E31-49EA-9B4B-336BC171E6AE}" type="datetimeFigureOut">
              <a:rPr lang="en-US" smtClean="0"/>
              <a:pPr/>
              <a:t>3/11/2021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881F64-38B6-442F-BAD6-2D03BCFD5B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994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975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39754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23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25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28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29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30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33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34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35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36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38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39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40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43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44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45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46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48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49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50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53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54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55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56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58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59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60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63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64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65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66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68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69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70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71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72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73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96C858E7-ADF8-44F4-9725-358398E79A0E}" type="slidenum">
              <a:rPr lang="en-US" smtClean="0">
                <a:solidFill>
                  <a:prstClr val="black"/>
                </a:solidFill>
                <a:latin typeface="Calibri" pitchFamily="34" charset="0"/>
              </a:rPr>
              <a:pPr/>
              <a:t>74</a:t>
            </a:fld>
            <a:endParaRPr lang="en-US" smtClean="0">
              <a:solidFill>
                <a:prstClr val="black"/>
              </a:solidFill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96C858E7-ADF8-44F4-9725-358398E79A0E}" type="slidenum">
              <a:rPr lang="en-US" smtClean="0">
                <a:latin typeface="Calibri" pitchFamily="34" charset="0"/>
              </a:rPr>
              <a:pPr/>
              <a:t>75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 userDrawn="1"/>
        </p:nvSpPr>
        <p:spPr>
          <a:xfrm>
            <a:off x="1219200" y="5486400"/>
            <a:ext cx="35814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>
              <a:defRPr sz="4800">
                <a:latin typeface="Arial Black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Your Interactive Guide to the Digital World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0" y="4267200"/>
            <a:ext cx="48768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Arial Black" pitchFamily="34" charset="0"/>
              </a:rPr>
              <a:t>Discovering </a:t>
            </a:r>
            <a:br>
              <a:rPr lang="en-US" sz="3200" dirty="0">
                <a:latin typeface="Arial Black" pitchFamily="34" charset="0"/>
              </a:rPr>
            </a:br>
            <a:r>
              <a:rPr lang="en-US" sz="3200" dirty="0">
                <a:latin typeface="Arial Black" pitchFamily="34" charset="0"/>
              </a:rPr>
              <a:t>	Computers 2012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86606" y="3276600"/>
            <a:ext cx="3957394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32358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Discovering Computers 2012: Chapter 1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3048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3048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>
                <a:latin typeface="+mn-lt"/>
              </a:defRPr>
            </a:lvl1pPr>
            <a:lvl2pPr>
              <a:buFont typeface="Wingdings" pitchFamily="2" charset="2"/>
              <a:buChar char="v"/>
              <a:defRPr sz="3200">
                <a:latin typeface="+mn-lt"/>
              </a:defRPr>
            </a:lvl2pPr>
            <a:lvl3pPr>
              <a:defRPr sz="2800">
                <a:latin typeface="+mn-lt"/>
              </a:defRPr>
            </a:lvl3pPr>
            <a:lvl4pPr>
              <a:buFont typeface="Wingdings" pitchFamily="2" charset="2"/>
              <a:buChar char="v"/>
              <a:defRPr sz="24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2010 Pearson Education, Inc.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3-</a:t>
            </a:r>
            <a:fld id="{72C99F3E-92BD-47C6-B43F-19488E1C38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259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20000"/>
                <a:lumOff val="80000"/>
              </a:schemeClr>
            </a:gs>
            <a:gs pos="64999">
              <a:srgbClr val="F0EBD5"/>
            </a:gs>
            <a:gs pos="100000">
              <a:srgbClr val="D1C39F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Discovering Computers 2012: Chapter 1</a:t>
            </a:r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19200"/>
            <a:ext cx="9144000" cy="457200"/>
          </a:xfrm>
          <a:prstGeom prst="rect">
            <a:avLst/>
          </a:prstGeom>
          <a:gradFill flip="none" rotWithShape="1">
            <a:gsLst>
              <a:gs pos="0">
                <a:srgbClr val="DB7531"/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8534400" y="6248400"/>
            <a:ext cx="609600" cy="609600"/>
          </a:xfrm>
          <a:prstGeom prst="rect">
            <a:avLst/>
          </a:prstGeom>
          <a:solidFill>
            <a:srgbClr val="DB7531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EEEBCA"/>
                </a:solidFill>
              </a:defRPr>
            </a:lvl1pPr>
          </a:lstStyle>
          <a:p>
            <a:fld id="{E1920792-1FFE-4123-96E7-9B6DC9FF0B0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fade/>
  </p:transition>
  <p:hf hdr="0" dt="0"/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chemeClr val="accent4">
              <a:lumMod val="75000"/>
            </a:schemeClr>
          </a:solidFill>
          <a:latin typeface="+mj-lt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0264701"/>
              </p:ext>
            </p:extLst>
          </p:nvPr>
        </p:nvGraphicFramePr>
        <p:xfrm>
          <a:off x="152400" y="1196752"/>
          <a:ext cx="8839200" cy="4975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972E4C6-FDD6-4F32-8994-B9E0115268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9972E4C6-FDD6-4F32-8994-B9E0115268C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3073218"/>
              </p:ext>
            </p:extLst>
          </p:nvPr>
        </p:nvGraphicFramePr>
        <p:xfrm>
          <a:off x="152400" y="1196752"/>
          <a:ext cx="8839200" cy="4975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9510975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972E4C6-FDD6-4F32-8994-B9E0115268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9972E4C6-FDD6-4F32-8994-B9E0115268C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Overview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520470"/>
              </p:ext>
            </p:extLst>
          </p:nvPr>
        </p:nvGraphicFramePr>
        <p:xfrm>
          <a:off x="28135" y="1268760"/>
          <a:ext cx="8839200" cy="53285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5153966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43CDCF3-D5B2-4556-A6FF-1FBA940E87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E43CDCF3-D5B2-4556-A6FF-1FBA940E87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8678D36-F832-48B7-8548-C43AEE1F6A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graphicEl>
                                              <a:dgm id="{08678D36-F832-48B7-8548-C43AEE1F6A4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32AB574-D896-42B8-809A-74BD322B19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>
                                            <p:graphicEl>
                                              <a:dgm id="{D32AB574-D896-42B8-809A-74BD322B19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26D987F-03E4-4E3A-BED9-08B6BA3A15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>
                                            <p:graphicEl>
                                              <a:dgm id="{126D987F-03E4-4E3A-BED9-08B6BA3A15A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0EFA616-1553-4077-9D32-88AE20AC05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A0EFA616-1553-4077-9D32-88AE20AC055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944875E-4200-44D3-9F4D-D995865E5F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">
                                            <p:graphicEl>
                                              <a:dgm id="{D944875E-4200-44D3-9F4D-D995865E5F6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F3BB94F-726F-42B1-B2C9-9077543F3D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">
                                            <p:graphicEl>
                                              <a:dgm id="{4F3BB94F-726F-42B1-B2C9-9077543F3D0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1EA35DB-A737-45B2-AEA8-3AC4C64F3E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7">
                                            <p:graphicEl>
                                              <a:dgm id="{31EA35DB-A737-45B2-AEA8-3AC4C64F3ED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DE44B15-3789-4C35-B1D8-5100954711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7">
                                            <p:graphicEl>
                                              <a:dgm id="{FDE44B15-3789-4C35-B1D8-5100954711D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DB816B9-8BAD-42B5-8E11-013AACDC81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7">
                                            <p:graphicEl>
                                              <a:dgm id="{6DB816B9-8BAD-42B5-8E11-013AACDC818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Overview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3054105"/>
              </p:ext>
            </p:extLst>
          </p:nvPr>
        </p:nvGraphicFramePr>
        <p:xfrm>
          <a:off x="28135" y="1268760"/>
          <a:ext cx="8839200" cy="53285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7001322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43CDCF3-D5B2-4556-A6FF-1FBA940E87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E43CDCF3-D5B2-4556-A6FF-1FBA940E87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8678D36-F832-48B7-8548-C43AEE1F6A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graphicEl>
                                              <a:dgm id="{08678D36-F832-48B7-8548-C43AEE1F6A4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32AB574-D896-42B8-809A-74BD322B19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>
                                            <p:graphicEl>
                                              <a:dgm id="{D32AB574-D896-42B8-809A-74BD322B19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26D987F-03E4-4E3A-BED9-08B6BA3A15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>
                                            <p:graphicEl>
                                              <a:dgm id="{126D987F-03E4-4E3A-BED9-08B6BA3A15A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0EFA616-1553-4077-9D32-88AE20AC05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A0EFA616-1553-4077-9D32-88AE20AC055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944875E-4200-44D3-9F4D-D995865E5F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">
                                            <p:graphicEl>
                                              <a:dgm id="{D944875E-4200-44D3-9F4D-D995865E5F6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Pictures to Slide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764704"/>
            <a:ext cx="8884096" cy="59766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1 </a:t>
            </a:r>
            <a:r>
              <a:rPr lang="en-GB" sz="2800" b="1" dirty="0" smtClean="0">
                <a:solidFill>
                  <a:srgbClr val="FF0000"/>
                </a:solidFill>
              </a:rPr>
              <a:t> </a:t>
            </a:r>
          </a:p>
          <a:p>
            <a:pPr algn="just"/>
            <a:r>
              <a:rPr lang="en-GB" sz="2800" dirty="0" smtClean="0"/>
              <a:t>Go </a:t>
            </a:r>
            <a:r>
              <a:rPr lang="en-GB" sz="2800" dirty="0"/>
              <a:t>to the Images group in the Insert ribbon.</a:t>
            </a:r>
            <a:endParaRPr lang="en-US" sz="2800" dirty="0"/>
          </a:p>
        </p:txBody>
      </p:sp>
      <p:pic>
        <p:nvPicPr>
          <p:cNvPr id="4" name="Picture 2" descr="C:\Users\UCCSMS1\Desktop\images\insert_ribbon_image_secti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474" y="2132856"/>
            <a:ext cx="5988893" cy="453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Pictures to Slide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764704"/>
            <a:ext cx="8884096" cy="59766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</a:t>
            </a:r>
            <a:r>
              <a:rPr lang="en-GB" sz="2800" b="1" dirty="0" smtClean="0">
                <a:solidFill>
                  <a:srgbClr val="FF0000"/>
                </a:solidFill>
              </a:rPr>
              <a:t>2  </a:t>
            </a:r>
          </a:p>
          <a:p>
            <a:pPr algn="just"/>
            <a:r>
              <a:rPr lang="en-GB" sz="2800" dirty="0"/>
              <a:t>Click on Picture to open the Insert Picture dialog and add a picture to the </a:t>
            </a:r>
            <a:r>
              <a:rPr lang="en-GB" sz="2800" dirty="0" smtClean="0"/>
              <a:t>slide.</a:t>
            </a:r>
          </a:p>
          <a:p>
            <a:pPr algn="just"/>
            <a:endParaRPr lang="en-GB" sz="2800" dirty="0"/>
          </a:p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3</a:t>
            </a:r>
            <a:r>
              <a:rPr lang="en-GB" sz="2800" dirty="0"/>
              <a:t> </a:t>
            </a:r>
            <a:r>
              <a:rPr lang="en-GB" sz="2800" dirty="0" smtClean="0"/>
              <a:t> </a:t>
            </a:r>
          </a:p>
          <a:p>
            <a:pPr algn="just"/>
            <a:r>
              <a:rPr lang="en-GB" sz="2800" dirty="0" smtClean="0"/>
              <a:t>In </a:t>
            </a:r>
            <a:r>
              <a:rPr lang="en-GB" sz="2800" dirty="0"/>
              <a:t>this dialog, you have three sections: to the left corner, you have folders that can be browsed, the section in the </a:t>
            </a:r>
            <a:r>
              <a:rPr lang="en-GB" sz="2800" dirty="0" smtClean="0"/>
              <a:t>centre </a:t>
            </a:r>
            <a:r>
              <a:rPr lang="en-GB" sz="2800" dirty="0"/>
              <a:t>shows the subfolders and files in the selected folder and to the right, you can have a preview of the selected image.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2586287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Pictures to Slide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pic>
        <p:nvPicPr>
          <p:cNvPr id="2050" name="Picture 2" descr="C:\Users\UCCSMS1\Desktop\images\insert_picture_dialog.jp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124744"/>
            <a:ext cx="7776864" cy="504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10261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Pictures to Slide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764704"/>
            <a:ext cx="8884096" cy="59766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4</a:t>
            </a:r>
            <a:r>
              <a:rPr lang="en-GB" sz="2800" dirty="0" smtClean="0"/>
              <a:t>  </a:t>
            </a:r>
          </a:p>
          <a:p>
            <a:pPr algn="just"/>
            <a:r>
              <a:rPr lang="en-GB" sz="2800" dirty="0"/>
              <a:t>Select the image you want and click Open to add the picture to the slide</a:t>
            </a:r>
            <a:r>
              <a:rPr lang="en-GB" sz="2800" dirty="0" smtClean="0"/>
              <a:t>.</a:t>
            </a:r>
          </a:p>
          <a:p>
            <a:pPr algn="just"/>
            <a:endParaRPr lang="en-US" sz="2800" dirty="0"/>
          </a:p>
        </p:txBody>
      </p:sp>
      <p:pic>
        <p:nvPicPr>
          <p:cNvPr id="3074" name="Picture 2" descr="C:\Users\UCCSMS1\Desktop\images\picture_adde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2276872"/>
            <a:ext cx="5305425" cy="417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239505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Editing Added Pictures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620688"/>
            <a:ext cx="8884096" cy="6120680"/>
          </a:xfrm>
        </p:spPr>
        <p:txBody>
          <a:bodyPr>
            <a:normAutofit/>
          </a:bodyPr>
          <a:lstStyle/>
          <a:p>
            <a:pPr algn="just"/>
            <a:r>
              <a:rPr lang="en-GB" sz="2800" dirty="0"/>
              <a:t>The editing features are grouped under the </a:t>
            </a:r>
            <a:r>
              <a:rPr lang="en-GB" sz="2800" b="1" dirty="0"/>
              <a:t>Adjust</a:t>
            </a:r>
            <a:r>
              <a:rPr lang="en-GB" sz="2800" dirty="0"/>
              <a:t> and </a:t>
            </a:r>
            <a:r>
              <a:rPr lang="en-GB" sz="2800" b="1" dirty="0"/>
              <a:t>Picture Styles </a:t>
            </a:r>
            <a:r>
              <a:rPr lang="en-GB" sz="2800" dirty="0"/>
              <a:t>section in the </a:t>
            </a:r>
            <a:r>
              <a:rPr lang="en-GB" sz="2800" b="1" dirty="0"/>
              <a:t>Format</a:t>
            </a:r>
            <a:r>
              <a:rPr lang="en-GB" sz="2800" dirty="0"/>
              <a:t> ribbon</a:t>
            </a:r>
            <a:r>
              <a:rPr lang="en-GB" sz="2800" dirty="0" smtClean="0"/>
              <a:t>.</a:t>
            </a:r>
          </a:p>
          <a:p>
            <a:endParaRPr lang="en-US" sz="2800" dirty="0"/>
          </a:p>
        </p:txBody>
      </p:sp>
      <p:pic>
        <p:nvPicPr>
          <p:cNvPr id="4098" name="Picture 2" descr="C:\Users\UCCSMS1\Desktop\images\format_ribbon_editing_feature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6940" y="1718152"/>
            <a:ext cx="5314950" cy="4901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727308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Editing Added Pictures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764704"/>
            <a:ext cx="8712968" cy="590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8742468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Editing Added Pictures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764704"/>
            <a:ext cx="8424936" cy="5760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386569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Format Added Pictures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271" y="620688"/>
            <a:ext cx="9087729" cy="6048672"/>
          </a:xfrm>
        </p:spPr>
        <p:txBody>
          <a:bodyPr>
            <a:normAutofit/>
          </a:bodyPr>
          <a:lstStyle/>
          <a:p>
            <a:pPr algn="just"/>
            <a:r>
              <a:rPr lang="en-GB" sz="2800" dirty="0"/>
              <a:t>The formatting features are grouped under the </a:t>
            </a:r>
            <a:r>
              <a:rPr lang="en-GB" sz="2800" b="1" dirty="0"/>
              <a:t>Arrange</a:t>
            </a:r>
            <a:r>
              <a:rPr lang="en-GB" sz="2800" dirty="0"/>
              <a:t> and </a:t>
            </a:r>
            <a:r>
              <a:rPr lang="en-GB" sz="2800" b="1" dirty="0"/>
              <a:t>Size</a:t>
            </a:r>
            <a:r>
              <a:rPr lang="en-GB" sz="2800" dirty="0"/>
              <a:t> section in </a:t>
            </a:r>
            <a:r>
              <a:rPr lang="en-GB" sz="2800" dirty="0" smtClean="0"/>
              <a:t>the </a:t>
            </a:r>
            <a:r>
              <a:rPr lang="en-GB" sz="2800" b="1" dirty="0"/>
              <a:t>Format</a:t>
            </a:r>
            <a:r>
              <a:rPr lang="en-GB" sz="2800" dirty="0"/>
              <a:t> ribbon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/>
          </a:p>
        </p:txBody>
      </p:sp>
      <p:pic>
        <p:nvPicPr>
          <p:cNvPr id="1026" name="Picture 2" descr="C:\Users\UCCSMS1\Desktop\images\format_ribbon_formating_feature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657350"/>
            <a:ext cx="5902597" cy="5012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253114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Picture Arrangement Features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548680"/>
            <a:ext cx="8892480" cy="6309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3734476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Picture Sizing Features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908720"/>
            <a:ext cx="8856984" cy="5760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4672146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Inserting a Screenshot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6165304"/>
          </a:xfrm>
        </p:spPr>
        <p:txBody>
          <a:bodyPr/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1 </a:t>
            </a:r>
            <a:r>
              <a:rPr lang="en-GB" b="1" dirty="0" smtClean="0">
                <a:solidFill>
                  <a:srgbClr val="FF0000"/>
                </a:solidFill>
              </a:rPr>
              <a:t> </a:t>
            </a:r>
          </a:p>
          <a:p>
            <a:r>
              <a:rPr lang="en-GB" dirty="0" smtClean="0"/>
              <a:t>Go </a:t>
            </a:r>
            <a:r>
              <a:rPr lang="en-GB" dirty="0"/>
              <a:t>to the Images group in the Insert Ribbon</a:t>
            </a:r>
            <a:r>
              <a:rPr lang="en-GB" dirty="0" smtClean="0"/>
              <a:t>.</a:t>
            </a:r>
          </a:p>
          <a:p>
            <a:endParaRPr lang="en-GB" dirty="0"/>
          </a:p>
        </p:txBody>
      </p:sp>
      <p:pic>
        <p:nvPicPr>
          <p:cNvPr id="4098" name="Picture 2" descr="C:\Users\UCCSMS1\Desktop\images\insert_ribbon_image_secti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916832"/>
            <a:ext cx="6048671" cy="475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223330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Inserting a Screenshot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6165304"/>
          </a:xfrm>
        </p:spPr>
        <p:txBody>
          <a:bodyPr/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</a:t>
            </a:r>
            <a:r>
              <a:rPr lang="en-GB" b="1" dirty="0" smtClean="0">
                <a:solidFill>
                  <a:srgbClr val="FF0000"/>
                </a:solidFill>
              </a:rPr>
              <a:t>2  </a:t>
            </a:r>
          </a:p>
          <a:p>
            <a:pPr algn="just"/>
            <a:r>
              <a:rPr lang="en-GB" sz="2800" dirty="0"/>
              <a:t>Click on the </a:t>
            </a:r>
            <a:r>
              <a:rPr lang="en-GB" sz="2800" b="1" dirty="0"/>
              <a:t>Screenshot</a:t>
            </a:r>
            <a:r>
              <a:rPr lang="en-GB" sz="2800" dirty="0"/>
              <a:t> dropdown to look at full screen snaps of all the applications running on your computer’s desktop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/>
          </a:p>
        </p:txBody>
      </p:sp>
      <p:pic>
        <p:nvPicPr>
          <p:cNvPr id="5122" name="Picture 2" descr="C:\Users\UCCSMS1\Desktop\images\adding_screenshot_pictur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348880"/>
            <a:ext cx="6120680" cy="439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92657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Inserting a Screenshot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6165304"/>
          </a:xfrm>
        </p:spPr>
        <p:txBody>
          <a:bodyPr/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3</a:t>
            </a:r>
            <a:r>
              <a:rPr lang="en-GB" b="1" dirty="0" smtClean="0">
                <a:solidFill>
                  <a:srgbClr val="FF0000"/>
                </a:solidFill>
              </a:rPr>
              <a:t>  </a:t>
            </a:r>
          </a:p>
          <a:p>
            <a:pPr algn="just"/>
            <a:r>
              <a:rPr lang="en-GB" sz="2800" dirty="0"/>
              <a:t>Select one of the screenshots to add it directly on to your presentation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/>
          </a:p>
        </p:txBody>
      </p:sp>
      <p:pic>
        <p:nvPicPr>
          <p:cNvPr id="6146" name="Picture 2" descr="C:\Users\UCCSMS1\Desktop\images\full_screenshot_adde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2160566"/>
            <a:ext cx="5760640" cy="4580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09949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Inserting a Screenshot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548680"/>
            <a:ext cx="8839200" cy="6309320"/>
          </a:xfrm>
        </p:spPr>
        <p:txBody>
          <a:bodyPr/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</a:t>
            </a:r>
            <a:r>
              <a:rPr lang="en-GB" b="1" dirty="0" smtClean="0">
                <a:solidFill>
                  <a:srgbClr val="FF0000"/>
                </a:solidFill>
              </a:rPr>
              <a:t>4  </a:t>
            </a:r>
          </a:p>
          <a:p>
            <a:pPr algn="just"/>
            <a:r>
              <a:rPr lang="en-GB" sz="2800" dirty="0"/>
              <a:t>If you do not want the entire screen and just a portion of it, you can use the </a:t>
            </a:r>
            <a:r>
              <a:rPr lang="en-GB" sz="2800" b="1" dirty="0"/>
              <a:t>Screen Clipping </a:t>
            </a:r>
            <a:r>
              <a:rPr lang="en-GB" sz="2800" dirty="0"/>
              <a:t>option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/>
          </a:p>
        </p:txBody>
      </p:sp>
      <p:pic>
        <p:nvPicPr>
          <p:cNvPr id="7170" name="Picture 2" descr="C:\Users\UCCSMS1\Desktop\images\screen_clipping_selecti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132856"/>
            <a:ext cx="6912768" cy="460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323257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Inserting a Screenshot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548680"/>
            <a:ext cx="8839200" cy="630932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</a:t>
            </a:r>
            <a:r>
              <a:rPr lang="en-GB" b="1" dirty="0" smtClean="0">
                <a:solidFill>
                  <a:srgbClr val="FF0000"/>
                </a:solidFill>
              </a:rPr>
              <a:t>4  </a:t>
            </a:r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600" dirty="0" smtClean="0"/>
          </a:p>
          <a:p>
            <a:pPr algn="just"/>
            <a:r>
              <a:rPr lang="en-GB" sz="2600" dirty="0" smtClean="0"/>
              <a:t>The </a:t>
            </a:r>
            <a:r>
              <a:rPr lang="en-GB" sz="2600" b="1" dirty="0"/>
              <a:t>Screen Clipping</a:t>
            </a:r>
            <a:r>
              <a:rPr lang="en-GB" sz="2600" dirty="0"/>
              <a:t> option will automatically move the focus to the program immediately below PowerPoint. </a:t>
            </a:r>
            <a:endParaRPr lang="en-GB" sz="2600" dirty="0" smtClean="0"/>
          </a:p>
          <a:p>
            <a:pPr algn="just"/>
            <a:r>
              <a:rPr lang="en-GB" sz="2600" dirty="0" smtClean="0"/>
              <a:t>So </a:t>
            </a:r>
            <a:r>
              <a:rPr lang="en-GB" sz="2600" dirty="0"/>
              <a:t>while using this option, ensure that you have the right screen behind the PowerPoint program.</a:t>
            </a:r>
          </a:p>
        </p:txBody>
      </p:sp>
      <p:pic>
        <p:nvPicPr>
          <p:cNvPr id="8194" name="Picture 2" descr="C:\Users\UCCSMS1\Desktop\images\inserted_screen_clipping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560" y="980728"/>
            <a:ext cx="7410856" cy="417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427643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Adding Shapes to Slide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548680"/>
            <a:ext cx="8839200" cy="630932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1</a:t>
            </a:r>
            <a:r>
              <a:rPr lang="en-GB" b="1" dirty="0" smtClean="0">
                <a:solidFill>
                  <a:srgbClr val="FF0000"/>
                </a:solidFill>
              </a:rPr>
              <a:t> </a:t>
            </a:r>
            <a:endParaRPr lang="en-GB" sz="2600" dirty="0" smtClean="0"/>
          </a:p>
          <a:p>
            <a:pPr algn="just"/>
            <a:r>
              <a:rPr lang="en-GB" sz="2600" dirty="0"/>
              <a:t>Go to the </a:t>
            </a:r>
            <a:r>
              <a:rPr lang="en-GB" sz="2600" dirty="0" smtClean="0"/>
              <a:t>Illustrations </a:t>
            </a:r>
            <a:r>
              <a:rPr lang="en-GB" sz="2600" dirty="0"/>
              <a:t>group under the Insert Tab</a:t>
            </a:r>
            <a:r>
              <a:rPr lang="en-GB" sz="2600" dirty="0" smtClean="0"/>
              <a:t>.</a:t>
            </a:r>
          </a:p>
          <a:p>
            <a:pPr algn="just"/>
            <a:endParaRPr lang="en-GB" sz="2600" dirty="0"/>
          </a:p>
        </p:txBody>
      </p:sp>
      <p:pic>
        <p:nvPicPr>
          <p:cNvPr id="9218" name="Picture 2" descr="C:\Users\UCCSMS1\Desktop\images\insert_ribbon_illustration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772816"/>
            <a:ext cx="6264696" cy="4968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189639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Adding Shapes to Slide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548680"/>
            <a:ext cx="8839200" cy="630932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2</a:t>
            </a:r>
            <a:endParaRPr lang="en-GB" sz="2600" dirty="0" smtClean="0"/>
          </a:p>
          <a:p>
            <a:pPr algn="just"/>
            <a:r>
              <a:rPr lang="en-GB" sz="2600" dirty="0"/>
              <a:t>Click on the </a:t>
            </a:r>
            <a:r>
              <a:rPr lang="en-GB" sz="2600" b="1" dirty="0"/>
              <a:t>Shapes</a:t>
            </a:r>
            <a:r>
              <a:rPr lang="en-GB" sz="2600" dirty="0"/>
              <a:t> dropdown to view the available </a:t>
            </a:r>
            <a:r>
              <a:rPr lang="en-GB" sz="2600" dirty="0" smtClean="0"/>
              <a:t>shapes.</a:t>
            </a:r>
          </a:p>
          <a:p>
            <a:pPr algn="just"/>
            <a:endParaRPr lang="en-GB" sz="2600" dirty="0"/>
          </a:p>
        </p:txBody>
      </p:sp>
      <p:pic>
        <p:nvPicPr>
          <p:cNvPr id="10242" name="Picture 2" descr="C:\Users\UCCSMS1\Desktop\images\shapes_dropdow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700808"/>
            <a:ext cx="6264695" cy="4968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356229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Adding Shapes to Slide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548680"/>
            <a:ext cx="8839200" cy="630932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</a:t>
            </a:r>
            <a:r>
              <a:rPr lang="en-GB" b="1" dirty="0" smtClean="0">
                <a:solidFill>
                  <a:srgbClr val="FF0000"/>
                </a:solidFill>
              </a:rPr>
              <a:t>3</a:t>
            </a:r>
            <a:endParaRPr lang="en-GB" sz="2600" dirty="0" smtClean="0"/>
          </a:p>
          <a:p>
            <a:pPr algn="just"/>
            <a:r>
              <a:rPr lang="en-GB" sz="2600" dirty="0"/>
              <a:t>Select the shape you want to insert. This will change the cursor to a + sign</a:t>
            </a:r>
            <a:r>
              <a:rPr lang="en-GB" sz="2600" dirty="0" smtClean="0"/>
              <a:t>.</a:t>
            </a:r>
          </a:p>
          <a:p>
            <a:pPr marL="0" indent="0" algn="ctr">
              <a:buNone/>
            </a:pPr>
            <a:r>
              <a:rPr lang="en-GB" sz="2600" b="1" dirty="0">
                <a:solidFill>
                  <a:srgbClr val="FF0000"/>
                </a:solidFill>
              </a:rPr>
              <a:t>Step 4 </a:t>
            </a:r>
            <a:r>
              <a:rPr lang="en-GB" sz="2600" b="1" dirty="0" smtClean="0">
                <a:solidFill>
                  <a:srgbClr val="FF0000"/>
                </a:solidFill>
              </a:rPr>
              <a:t> </a:t>
            </a:r>
          </a:p>
          <a:p>
            <a:pPr algn="just"/>
            <a:r>
              <a:rPr lang="en-GB" sz="2600" dirty="0" smtClean="0"/>
              <a:t>Click </a:t>
            </a:r>
            <a:r>
              <a:rPr lang="en-GB" sz="2600" dirty="0"/>
              <a:t>and drag on the slide to create the shape. </a:t>
            </a:r>
            <a:endParaRPr lang="en-GB" sz="2600" dirty="0" smtClean="0"/>
          </a:p>
          <a:p>
            <a:pPr algn="just"/>
            <a:r>
              <a:rPr lang="en-GB" sz="2600" dirty="0" smtClean="0"/>
              <a:t>As </a:t>
            </a:r>
            <a:r>
              <a:rPr lang="en-GB" sz="2600" dirty="0"/>
              <a:t>you drag, the shape will show up on the slide. </a:t>
            </a:r>
            <a:endParaRPr lang="en-GB" sz="2600" dirty="0" smtClean="0"/>
          </a:p>
          <a:p>
            <a:pPr algn="just"/>
            <a:r>
              <a:rPr lang="en-GB" sz="2600" dirty="0" smtClean="0"/>
              <a:t>Continue </a:t>
            </a:r>
            <a:r>
              <a:rPr lang="en-GB" sz="2600" dirty="0"/>
              <a:t>to drag and adjust the size and the symmetry of the shape.</a:t>
            </a:r>
            <a:endParaRPr lang="en-GB" sz="2600" dirty="0" smtClean="0"/>
          </a:p>
          <a:p>
            <a:pPr algn="just"/>
            <a:endParaRPr lang="en-GB" sz="2600" dirty="0"/>
          </a:p>
        </p:txBody>
      </p:sp>
    </p:spTree>
    <p:extLst>
      <p:ext uri="{BB962C8B-B14F-4D97-AF65-F5344CB8AC3E}">
        <p14:creationId xmlns:p14="http://schemas.microsoft.com/office/powerpoint/2010/main" val="39790017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Adding Shapes to Slide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pic>
        <p:nvPicPr>
          <p:cNvPr id="11266" name="Picture 2" descr="C:\Users\UCCSMS1\Desktop\images\inserted_shape.jp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052736"/>
            <a:ext cx="7344816" cy="5300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006167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Editing Added Shapes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pic>
        <p:nvPicPr>
          <p:cNvPr id="12290" name="Picture 2" descr="C:\Users\UCCSMS1\Desktop\images\format_ribbon_insert_shapes_styles.jp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836712"/>
            <a:ext cx="7488832" cy="569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474314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Insert Shape Features</a:t>
            </a:r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980728"/>
            <a:ext cx="8208911" cy="54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7983975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Shape Styles Features</a:t>
            </a:r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836712"/>
            <a:ext cx="8712968" cy="5904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57410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Adding Text to Shapes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6048672"/>
          </a:xfrm>
        </p:spPr>
        <p:txBody>
          <a:bodyPr/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1 </a:t>
            </a:r>
            <a:r>
              <a:rPr lang="en-GB" b="1" dirty="0" smtClean="0">
                <a:solidFill>
                  <a:srgbClr val="FF0000"/>
                </a:solidFill>
              </a:rPr>
              <a:t> </a:t>
            </a:r>
          </a:p>
          <a:p>
            <a:pPr algn="just"/>
            <a:r>
              <a:rPr lang="en-GB" sz="2800" dirty="0" smtClean="0"/>
              <a:t>Right-click </a:t>
            </a:r>
            <a:r>
              <a:rPr lang="en-GB" sz="2800" dirty="0"/>
              <a:t>on the shape to which you want to add the text and select the </a:t>
            </a:r>
            <a:r>
              <a:rPr lang="en-GB" sz="2800" b="1" dirty="0"/>
              <a:t>Edit Text </a:t>
            </a:r>
            <a:r>
              <a:rPr lang="en-GB" sz="2800" dirty="0"/>
              <a:t>option.</a:t>
            </a:r>
          </a:p>
        </p:txBody>
      </p:sp>
      <p:pic>
        <p:nvPicPr>
          <p:cNvPr id="15362" name="Picture 2" descr="C:\Users\UCCSMS1\Desktop\images\edit_text_menu_opti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2204864"/>
            <a:ext cx="6120679" cy="453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602564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Adding Text to Shapes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6048672"/>
          </a:xfrm>
        </p:spPr>
        <p:txBody>
          <a:bodyPr/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</a:t>
            </a:r>
            <a:r>
              <a:rPr lang="en-GB" b="1" dirty="0" smtClean="0">
                <a:solidFill>
                  <a:srgbClr val="FF0000"/>
                </a:solidFill>
              </a:rPr>
              <a:t>2  </a:t>
            </a:r>
          </a:p>
          <a:p>
            <a:pPr algn="just"/>
            <a:r>
              <a:rPr lang="en-GB" sz="2800" dirty="0"/>
              <a:t>Start typing the text into the shape. Once you are done, click the cursor anywhere outside the shape.</a:t>
            </a:r>
          </a:p>
        </p:txBody>
      </p:sp>
      <p:pic>
        <p:nvPicPr>
          <p:cNvPr id="16386" name="Picture 2" descr="C:\Users\UCCSMS1\Desktop\images\typed_text_within_shap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204864"/>
            <a:ext cx="6048672" cy="4652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91731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Arrange Shapes/Images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6048672"/>
          </a:xfrm>
        </p:spPr>
        <p:txBody>
          <a:bodyPr/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1</a:t>
            </a:r>
            <a:r>
              <a:rPr lang="en-GB" b="1" dirty="0" smtClean="0">
                <a:solidFill>
                  <a:srgbClr val="FF0000"/>
                </a:solidFill>
              </a:rPr>
              <a:t>  </a:t>
            </a:r>
          </a:p>
          <a:p>
            <a:pPr algn="just"/>
            <a:r>
              <a:rPr lang="en-GB" sz="2800" dirty="0"/>
              <a:t> Select one of the contents and go the Arrange group under the Format </a:t>
            </a:r>
            <a:r>
              <a:rPr lang="en-GB" sz="2800" dirty="0" smtClean="0"/>
              <a:t>ribbon.</a:t>
            </a:r>
          </a:p>
          <a:p>
            <a:pPr algn="just"/>
            <a:endParaRPr lang="en-GB" sz="2800" dirty="0"/>
          </a:p>
        </p:txBody>
      </p:sp>
      <p:pic>
        <p:nvPicPr>
          <p:cNvPr id="17410" name="Picture 2" descr="C:\Users\UCCSMS1\Desktop\images\format_ribbon_arrange_secti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3" y="2276871"/>
            <a:ext cx="6192688" cy="4392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761972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Arrange Shapes/Images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6048672"/>
          </a:xfrm>
        </p:spPr>
        <p:txBody>
          <a:bodyPr/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</a:t>
            </a:r>
            <a:r>
              <a:rPr lang="en-GB" b="1" dirty="0" smtClean="0">
                <a:solidFill>
                  <a:srgbClr val="FF0000"/>
                </a:solidFill>
              </a:rPr>
              <a:t>2  </a:t>
            </a:r>
          </a:p>
          <a:p>
            <a:pPr algn="just"/>
            <a:r>
              <a:rPr lang="en-GB" sz="2800" dirty="0" smtClean="0"/>
              <a:t>Click </a:t>
            </a:r>
            <a:r>
              <a:rPr lang="en-GB" sz="2800" dirty="0"/>
              <a:t>on the Selection Pane to open the Selection and Visibility </a:t>
            </a:r>
            <a:r>
              <a:rPr lang="en-GB" sz="2800" dirty="0" smtClean="0"/>
              <a:t>sidebar.</a:t>
            </a:r>
          </a:p>
          <a:p>
            <a:pPr algn="just"/>
            <a:endParaRPr lang="en-GB" sz="2800" dirty="0"/>
          </a:p>
        </p:txBody>
      </p:sp>
      <p:pic>
        <p:nvPicPr>
          <p:cNvPr id="18434" name="Picture 2" descr="C:\Users\UCCSMS1\Desktop\images\selection_visibility_sideba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276872"/>
            <a:ext cx="6048672" cy="439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192724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Arrange Shapes/Images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6048672"/>
          </a:xfrm>
        </p:spPr>
        <p:txBody>
          <a:bodyPr/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3</a:t>
            </a:r>
            <a:r>
              <a:rPr lang="en-GB" b="1" dirty="0" smtClean="0">
                <a:solidFill>
                  <a:srgbClr val="FF0000"/>
                </a:solidFill>
              </a:rPr>
              <a:t> </a:t>
            </a:r>
          </a:p>
          <a:p>
            <a:pPr algn="just"/>
            <a:r>
              <a:rPr lang="en-GB" sz="2800" dirty="0"/>
              <a:t>Select one of the rows in the sidebar to highlight the corresponding content in the </a:t>
            </a:r>
            <a:r>
              <a:rPr lang="en-GB" sz="2800" dirty="0" smtClean="0"/>
              <a:t>slide.</a:t>
            </a:r>
          </a:p>
          <a:p>
            <a:pPr algn="just"/>
            <a:endParaRPr lang="en-GB" sz="2800" dirty="0"/>
          </a:p>
        </p:txBody>
      </p:sp>
      <p:pic>
        <p:nvPicPr>
          <p:cNvPr id="19458" name="Picture 2" descr="C:\Users\UCCSMS1\Desktop\images\sidebar_selection_content_highligh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420888"/>
            <a:ext cx="6336704" cy="4320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756201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Arrange Shapes/Images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6048672"/>
          </a:xfrm>
        </p:spPr>
        <p:txBody>
          <a:bodyPr/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</a:t>
            </a:r>
            <a:r>
              <a:rPr lang="en-GB" b="1" dirty="0" smtClean="0">
                <a:solidFill>
                  <a:srgbClr val="FF0000"/>
                </a:solidFill>
              </a:rPr>
              <a:t>4 </a:t>
            </a:r>
          </a:p>
          <a:p>
            <a:pPr algn="just"/>
            <a:r>
              <a:rPr lang="en-GB" sz="2800" dirty="0"/>
              <a:t>Use the reordering arrows in the sidebar to move the content layer up or </a:t>
            </a:r>
            <a:r>
              <a:rPr lang="en-GB" sz="2800" dirty="0" smtClean="0"/>
              <a:t>down.</a:t>
            </a:r>
          </a:p>
          <a:p>
            <a:pPr algn="just"/>
            <a:endParaRPr lang="en-GB" sz="2800" dirty="0"/>
          </a:p>
        </p:txBody>
      </p:sp>
      <p:pic>
        <p:nvPicPr>
          <p:cNvPr id="20482" name="Picture 2" descr="C:\Users\UCCSMS1\Desktop\images\content_movement_using_arrow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348880"/>
            <a:ext cx="6480719" cy="439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097219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Arrange Shapes/Images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6048672"/>
          </a:xfrm>
        </p:spPr>
        <p:txBody>
          <a:bodyPr/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5</a:t>
            </a:r>
            <a:r>
              <a:rPr lang="en-GB" b="1" dirty="0" smtClean="0">
                <a:solidFill>
                  <a:srgbClr val="FF0000"/>
                </a:solidFill>
              </a:rPr>
              <a:t> </a:t>
            </a:r>
          </a:p>
          <a:p>
            <a:pPr algn="just"/>
            <a:r>
              <a:rPr lang="en-GB" sz="2800" dirty="0"/>
              <a:t>Click on the eye next to each content in the sidebar to toggle its visibility on the </a:t>
            </a:r>
            <a:r>
              <a:rPr lang="en-GB" sz="2800" dirty="0" smtClean="0"/>
              <a:t>slide.</a:t>
            </a:r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</p:txBody>
      </p:sp>
      <p:pic>
        <p:nvPicPr>
          <p:cNvPr id="21506" name="Picture 2" descr="C:\Users\UCCSMS1\Desktop\images\content_visibility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348880"/>
            <a:ext cx="6264696" cy="4320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625511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Arrange Shapes/Images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6048672"/>
          </a:xfrm>
        </p:spPr>
        <p:txBody>
          <a:bodyPr>
            <a:normAutofit/>
          </a:bodyPr>
          <a:lstStyle/>
          <a:p>
            <a:pPr algn="just"/>
            <a:r>
              <a:rPr lang="en-GB" sz="2800" dirty="0"/>
              <a:t>Instead of using the Selection Pane option, you can also right-click on the content to move it up or down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When you right-click, besides moving the layers by one step at a time using Bring Forward or Send </a:t>
            </a:r>
            <a:r>
              <a:rPr lang="en-GB" sz="2800" dirty="0" smtClean="0"/>
              <a:t>Backward,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you can also move the content directly to the top or bottom using Bring to Front or Send to Back respectively.</a:t>
            </a:r>
            <a:endParaRPr lang="en-GB" sz="2800" dirty="0" smtClean="0"/>
          </a:p>
        </p:txBody>
      </p:sp>
    </p:spTree>
    <p:extLst>
      <p:ext uri="{BB962C8B-B14F-4D97-AF65-F5344CB8AC3E}">
        <p14:creationId xmlns:p14="http://schemas.microsoft.com/office/powerpoint/2010/main" val="132931003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Group/Ungroup Objects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60486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1 </a:t>
            </a:r>
            <a:r>
              <a:rPr lang="en-GB" sz="2800" b="1" dirty="0" smtClean="0">
                <a:solidFill>
                  <a:srgbClr val="FF0000"/>
                </a:solidFill>
              </a:rPr>
              <a:t> </a:t>
            </a:r>
          </a:p>
          <a:p>
            <a:pPr algn="just"/>
            <a:r>
              <a:rPr lang="en-GB" sz="2800" dirty="0" smtClean="0"/>
              <a:t>Select </a:t>
            </a:r>
            <a:r>
              <a:rPr lang="en-GB" sz="2800" dirty="0"/>
              <a:t>a set of shapes or objects together. To select the objects, press the Ctrl key and select each object individually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 smtClean="0"/>
          </a:p>
        </p:txBody>
      </p:sp>
      <p:pic>
        <p:nvPicPr>
          <p:cNvPr id="22530" name="Picture 2" descr="C:\Users\UCCSMS1\Desktop\images\selected_objects_shape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2348880"/>
            <a:ext cx="5760640" cy="4509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961617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Group/Ungroup Objects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60486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</a:t>
            </a:r>
            <a:r>
              <a:rPr lang="en-GB" sz="2800" b="1" dirty="0" smtClean="0">
                <a:solidFill>
                  <a:srgbClr val="FF0000"/>
                </a:solidFill>
              </a:rPr>
              <a:t>2  </a:t>
            </a:r>
          </a:p>
          <a:p>
            <a:pPr algn="just"/>
            <a:r>
              <a:rPr lang="en-GB" sz="2800" dirty="0"/>
              <a:t>Go to the Arrange Group under the Format </a:t>
            </a:r>
            <a:r>
              <a:rPr lang="en-GB" sz="2800" dirty="0" smtClean="0"/>
              <a:t>ribbon.</a:t>
            </a:r>
          </a:p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</p:txBody>
      </p:sp>
      <p:pic>
        <p:nvPicPr>
          <p:cNvPr id="23554" name="Picture 2" descr="C:\Users\UCCSMS1\Desktop\images\drawing_ribbon_arrange_secti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844824"/>
            <a:ext cx="6624736" cy="4896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418313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Group/Ungroup Objects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60486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3</a:t>
            </a:r>
            <a:r>
              <a:rPr lang="en-GB" sz="2800" b="1" dirty="0" smtClean="0">
                <a:solidFill>
                  <a:srgbClr val="FF0000"/>
                </a:solidFill>
              </a:rPr>
              <a:t>  </a:t>
            </a:r>
          </a:p>
          <a:p>
            <a:pPr algn="just"/>
            <a:r>
              <a:rPr lang="en-GB" sz="2800" dirty="0"/>
              <a:t>Click on Group under the Group menu item - this will group the objects and shapes into a single object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</p:txBody>
      </p:sp>
      <p:pic>
        <p:nvPicPr>
          <p:cNvPr id="24578" name="Picture 2" descr="C:\Users\UCCSMS1\Desktop\images\group_menu_group_opti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0713" y="2276872"/>
            <a:ext cx="5633615" cy="439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360064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Group/Ungroup Objects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60486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</a:t>
            </a:r>
            <a:r>
              <a:rPr lang="en-GB" sz="2800" b="1" dirty="0" smtClean="0">
                <a:solidFill>
                  <a:srgbClr val="FF0000"/>
                </a:solidFill>
              </a:rPr>
              <a:t>4  </a:t>
            </a:r>
          </a:p>
          <a:p>
            <a:pPr algn="just"/>
            <a:r>
              <a:rPr lang="en-GB" sz="2800" dirty="0"/>
              <a:t>Apply the common changes you want to make to these objects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</p:txBody>
      </p:sp>
      <p:pic>
        <p:nvPicPr>
          <p:cNvPr id="25602" name="Picture 2" descr="C:\Users\UCCSMS1\Desktop\images\group_level_change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916832"/>
            <a:ext cx="6264696" cy="4680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6841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Group/Ungroup Objects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60486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5</a:t>
            </a:r>
            <a:r>
              <a:rPr lang="en-GB" sz="2800" b="1" dirty="0" smtClean="0">
                <a:solidFill>
                  <a:srgbClr val="FF0000"/>
                </a:solidFill>
              </a:rPr>
              <a:t> </a:t>
            </a:r>
          </a:p>
          <a:p>
            <a:pPr algn="just"/>
            <a:r>
              <a:rPr lang="en-GB" sz="2800" dirty="0"/>
              <a:t>Even though the objects are grouped, you can still edit them individually if need </a:t>
            </a:r>
            <a:r>
              <a:rPr lang="en-GB" sz="2800" dirty="0" smtClean="0"/>
              <a:t>be.</a:t>
            </a:r>
          </a:p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</p:txBody>
      </p:sp>
      <p:pic>
        <p:nvPicPr>
          <p:cNvPr id="26626" name="Picture 2" descr="C:\Users\UCCSMS1\Desktop\images\change_within_group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2204864"/>
            <a:ext cx="5760640" cy="453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554828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Group/Ungroup Objects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60486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</a:t>
            </a:r>
            <a:r>
              <a:rPr lang="en-GB" sz="2800" b="1" dirty="0" smtClean="0">
                <a:solidFill>
                  <a:srgbClr val="FF0000"/>
                </a:solidFill>
              </a:rPr>
              <a:t>6 </a:t>
            </a:r>
          </a:p>
          <a:p>
            <a:pPr algn="just"/>
            <a:r>
              <a:rPr lang="en-GB" sz="2800" dirty="0"/>
              <a:t>If you want to edit the shapes or objects individually, go back to the Group menu item and select Ungroup.</a:t>
            </a:r>
          </a:p>
          <a:p>
            <a:pPr marL="0" indent="0" algn="just">
              <a:buNone/>
            </a:pPr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</p:txBody>
      </p:sp>
      <p:pic>
        <p:nvPicPr>
          <p:cNvPr id="27650" name="Picture 2" descr="C:\Users\UCCSMS1\Desktop\images\group_menu_ungroup_opti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2420888"/>
            <a:ext cx="5760640" cy="4437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161647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Group/Ungroup Objects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60486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7</a:t>
            </a:r>
            <a:endParaRPr lang="en-GB" sz="28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800" dirty="0"/>
              <a:t>After making changes, if you want to regroup the objects as per original grouping, you select one of the objects and use the Regroup option under the Group </a:t>
            </a:r>
            <a:r>
              <a:rPr lang="en-GB" sz="2800" dirty="0" smtClean="0"/>
              <a:t>menu.</a:t>
            </a:r>
            <a:endParaRPr lang="en-GB" sz="2800" dirty="0"/>
          </a:p>
          <a:p>
            <a:pPr marL="0" indent="0" algn="just">
              <a:buNone/>
            </a:pPr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</p:txBody>
      </p:sp>
      <p:pic>
        <p:nvPicPr>
          <p:cNvPr id="28674" name="Picture 2" descr="C:\Users\UCCSMS1\Desktop\images\group_menu_regroup_opti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717594"/>
            <a:ext cx="6768751" cy="4104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508282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Adding Audio &amp; Video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60486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</a:t>
            </a:r>
            <a:r>
              <a:rPr lang="en-GB" sz="2800" b="1" dirty="0" smtClean="0">
                <a:solidFill>
                  <a:srgbClr val="FF0000"/>
                </a:solidFill>
              </a:rPr>
              <a:t>1</a:t>
            </a:r>
          </a:p>
          <a:p>
            <a:pPr algn="just"/>
            <a:r>
              <a:rPr lang="en-GB" sz="2800" dirty="0"/>
              <a:t>Go to the Media group under the Insert ribbon.</a:t>
            </a:r>
          </a:p>
          <a:p>
            <a:pPr marL="0" indent="0" algn="just">
              <a:buNone/>
            </a:pPr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</p:txBody>
      </p:sp>
      <p:pic>
        <p:nvPicPr>
          <p:cNvPr id="29698" name="Picture 2" descr="C:\Users\UCCSMS1\Desktop\images\insert_ribbon_media_secti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772816"/>
            <a:ext cx="6552728" cy="4968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613884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Adding Audio &amp; Video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60486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2</a:t>
            </a:r>
            <a:endParaRPr lang="en-GB" sz="28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800" dirty="0"/>
              <a:t>To insert </a:t>
            </a:r>
            <a:r>
              <a:rPr lang="en-GB" sz="2800" b="1" dirty="0"/>
              <a:t>video </a:t>
            </a:r>
            <a:r>
              <a:rPr lang="en-GB" sz="2800" dirty="0"/>
              <a:t>file select Video as media type and </a:t>
            </a:r>
            <a:r>
              <a:rPr lang="en-GB" sz="2800" b="1" dirty="0"/>
              <a:t>Video from File</a:t>
            </a:r>
            <a:r>
              <a:rPr lang="en-GB" sz="2800" dirty="0"/>
              <a:t> to insert a video from your computer or hard drive</a:t>
            </a:r>
            <a:r>
              <a:rPr lang="en-GB" sz="2800" dirty="0" smtClean="0"/>
              <a:t>.</a:t>
            </a:r>
            <a:endParaRPr lang="en-GB" sz="2800" dirty="0"/>
          </a:p>
          <a:p>
            <a:pPr marL="0" indent="0" algn="just">
              <a:buNone/>
            </a:pPr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</p:txBody>
      </p:sp>
      <p:pic>
        <p:nvPicPr>
          <p:cNvPr id="30722" name="Picture 2" descr="C:\Users\UCCSMS1\Desktop\images\video_input_option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0238" y="2276872"/>
            <a:ext cx="5840114" cy="4464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953908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Adding Audio &amp; Video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60486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</a:t>
            </a:r>
            <a:r>
              <a:rPr lang="en-GB" sz="2800" b="1" dirty="0" smtClean="0">
                <a:solidFill>
                  <a:srgbClr val="FF0000"/>
                </a:solidFill>
              </a:rPr>
              <a:t>3</a:t>
            </a:r>
          </a:p>
          <a:p>
            <a:pPr algn="just"/>
            <a:r>
              <a:rPr lang="en-GB" sz="2800" dirty="0"/>
              <a:t> In the Insert Video dialog, browse for a video file and click Insert</a:t>
            </a:r>
            <a:r>
              <a:rPr lang="en-GB" sz="2800" dirty="0" smtClean="0"/>
              <a:t>.</a:t>
            </a:r>
            <a:endParaRPr lang="en-GB" sz="2800" dirty="0"/>
          </a:p>
          <a:p>
            <a:pPr marL="0" indent="0" algn="just">
              <a:buNone/>
            </a:pPr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</p:txBody>
      </p:sp>
      <p:pic>
        <p:nvPicPr>
          <p:cNvPr id="31746" name="Picture 2" descr="C:\Users\UCCSMS1\Desktop\images\select_video_input_fil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1988840"/>
            <a:ext cx="5276850" cy="446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034888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Adding Audio &amp; Video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60486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4</a:t>
            </a:r>
            <a:endParaRPr lang="en-GB" sz="28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800" dirty="0"/>
              <a:t>You will now see that a Video file is added to the </a:t>
            </a:r>
            <a:r>
              <a:rPr lang="en-GB" sz="2800" dirty="0" smtClean="0"/>
              <a:t>slide.</a:t>
            </a:r>
            <a:endParaRPr lang="en-GB" sz="2800" dirty="0"/>
          </a:p>
          <a:p>
            <a:pPr marL="0" indent="0" algn="just">
              <a:buNone/>
            </a:pPr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</p:txBody>
      </p:sp>
      <p:pic>
        <p:nvPicPr>
          <p:cNvPr id="32770" name="Picture 2" descr="C:\Users\UCCSMS1\Desktop\images\inserted_video_fil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1988840"/>
            <a:ext cx="5904656" cy="472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420101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Adding Audio &amp; Video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60486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</a:t>
            </a:r>
            <a:r>
              <a:rPr lang="en-GB" sz="2800" b="1" dirty="0" smtClean="0">
                <a:solidFill>
                  <a:srgbClr val="FF0000"/>
                </a:solidFill>
              </a:rPr>
              <a:t>5</a:t>
            </a:r>
          </a:p>
          <a:p>
            <a:pPr algn="just"/>
            <a:r>
              <a:rPr lang="en-GB" sz="2800" dirty="0"/>
              <a:t>To insert audio file select Audio as media type and Audio from File to insert an Audio from your computer or hard drive</a:t>
            </a:r>
            <a:r>
              <a:rPr lang="en-GB" sz="2800" dirty="0" smtClean="0"/>
              <a:t>.</a:t>
            </a:r>
            <a:endParaRPr lang="en-GB" sz="2800" dirty="0"/>
          </a:p>
          <a:p>
            <a:pPr marL="0" indent="0" algn="just">
              <a:buNone/>
            </a:pPr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</p:txBody>
      </p:sp>
      <p:pic>
        <p:nvPicPr>
          <p:cNvPr id="33794" name="Picture 2" descr="C:\Users\UCCSMS1\Desktop\images\audio_input_option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276872"/>
            <a:ext cx="6336704" cy="4464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325187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Adding Audio &amp; Video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60486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6</a:t>
            </a:r>
            <a:endParaRPr lang="en-GB" sz="28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800" dirty="0"/>
              <a:t>In the Insert Audio dialog, browse for an audio file and click Insert.</a:t>
            </a:r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</p:txBody>
      </p:sp>
      <p:pic>
        <p:nvPicPr>
          <p:cNvPr id="34818" name="Picture 2" descr="C:\Users\UCCSMS1\Desktop\images\select_audio_input_fil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1988840"/>
            <a:ext cx="6192688" cy="4680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292822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Adding Audio &amp; Video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60486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</a:t>
            </a:r>
            <a:r>
              <a:rPr lang="en-GB" sz="2800" b="1" dirty="0" smtClean="0">
                <a:solidFill>
                  <a:srgbClr val="FF0000"/>
                </a:solidFill>
              </a:rPr>
              <a:t>7</a:t>
            </a:r>
          </a:p>
          <a:p>
            <a:pPr algn="just"/>
            <a:r>
              <a:rPr lang="en-GB" sz="2800" dirty="0"/>
              <a:t>You will now see that an Audio file is added to the </a:t>
            </a:r>
            <a:r>
              <a:rPr lang="en-GB" sz="2800" dirty="0" smtClean="0"/>
              <a:t>slide.</a:t>
            </a:r>
          </a:p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</p:txBody>
      </p:sp>
      <p:pic>
        <p:nvPicPr>
          <p:cNvPr id="35842" name="Picture 2" descr="C:\Users\UCCSMS1\Desktop\images\inserted_audio_fil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1988840"/>
            <a:ext cx="6624736" cy="460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364407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&amp; Format Tables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60486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1</a:t>
            </a:r>
            <a:endParaRPr lang="en-GB" sz="28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800" dirty="0"/>
              <a:t>Go to the Tables group under the Insert </a:t>
            </a:r>
            <a:r>
              <a:rPr lang="en-GB" sz="2800" dirty="0" smtClean="0"/>
              <a:t>ribbon.</a:t>
            </a:r>
          </a:p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</p:txBody>
      </p:sp>
      <p:pic>
        <p:nvPicPr>
          <p:cNvPr id="36866" name="Picture 2" descr="C:\Users\UCCSMS1\Desktop\images\insert_ribbon_table_secti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1901210"/>
            <a:ext cx="5616624" cy="476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621306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&amp; Format Tables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60486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</a:t>
            </a:r>
            <a:r>
              <a:rPr lang="en-GB" sz="2800" b="1" dirty="0" smtClean="0">
                <a:solidFill>
                  <a:srgbClr val="FF0000"/>
                </a:solidFill>
              </a:rPr>
              <a:t>2</a:t>
            </a:r>
          </a:p>
          <a:p>
            <a:pPr algn="just"/>
            <a:r>
              <a:rPr lang="en-GB" sz="2800" dirty="0"/>
              <a:t>Click on the dropdown and select your table dimension from the matrix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</p:txBody>
      </p:sp>
      <p:pic>
        <p:nvPicPr>
          <p:cNvPr id="37890" name="Picture 2" descr="C:\Users\UCCSMS1\Desktop\images\insert_table_selection_matrix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388" y="2132856"/>
            <a:ext cx="6575052" cy="453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849480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&amp; Format Tables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60486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3</a:t>
            </a:r>
            <a:endParaRPr lang="en-GB" sz="28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800" dirty="0"/>
              <a:t>If you require more than 10 columns or 8 rows click on "</a:t>
            </a:r>
            <a:r>
              <a:rPr lang="en-GB" sz="2800" b="1" dirty="0"/>
              <a:t>Insert Table</a:t>
            </a:r>
            <a:r>
              <a:rPr lang="en-GB" sz="2800" dirty="0"/>
              <a:t>" to open the </a:t>
            </a:r>
            <a:r>
              <a:rPr lang="en-GB" sz="2800" b="1" dirty="0"/>
              <a:t>Insert Table dialog </a:t>
            </a:r>
            <a:r>
              <a:rPr lang="en-GB" sz="2800" dirty="0"/>
              <a:t>where you can specify the column and row count..</a:t>
            </a:r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</p:txBody>
      </p:sp>
      <p:pic>
        <p:nvPicPr>
          <p:cNvPr id="38914" name="Picture 2" descr="C:\Users\UCCSMS1\Desktop\images\insert_table_dialog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2551088"/>
            <a:ext cx="5904656" cy="421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941335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&amp; Format Tables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60486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GB" sz="28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400" dirty="0"/>
              <a:t>PowerPoint table is a simple table that does not support the mathematical features of an Excel spreadsheet</a:t>
            </a:r>
            <a:r>
              <a:rPr lang="en-GB" sz="2400" dirty="0" smtClean="0"/>
              <a:t>.</a:t>
            </a:r>
          </a:p>
          <a:p>
            <a:pPr algn="just"/>
            <a:r>
              <a:rPr lang="en-GB" sz="2400" dirty="0"/>
              <a:t>If you want to carry out some calculations, you can insert an Excel spreadsheet instead of a regular table.</a:t>
            </a:r>
          </a:p>
          <a:p>
            <a:pPr algn="just"/>
            <a:endParaRPr lang="en-GB" sz="2400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</p:txBody>
      </p:sp>
      <p:pic>
        <p:nvPicPr>
          <p:cNvPr id="39938" name="Picture 2" descr="C:\Users\UCCSMS1\Desktop\images\insert_table_excel_spreadsheet_opti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2924945"/>
            <a:ext cx="6336704" cy="3816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161579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&amp; Format Tables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6048672"/>
          </a:xfrm>
        </p:spPr>
        <p:txBody>
          <a:bodyPr>
            <a:normAutofit/>
          </a:bodyPr>
          <a:lstStyle/>
          <a:p>
            <a:pPr algn="just"/>
            <a:r>
              <a:rPr lang="en-GB" sz="2800" dirty="0"/>
              <a:t>This will insert the spreadsheet in the slide and as long as the spreadsheet is selected, the ribbon at the top will be changed to an Excel ribbon instead of a PowerPoint one</a:t>
            </a:r>
            <a:r>
              <a:rPr lang="en-GB" sz="2800" dirty="0" smtClean="0"/>
              <a:t>.</a:t>
            </a:r>
            <a:endParaRPr lang="en-GB" sz="2400" dirty="0"/>
          </a:p>
          <a:p>
            <a:pPr algn="just"/>
            <a:endParaRPr lang="en-GB" sz="2400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</p:txBody>
      </p:sp>
      <p:pic>
        <p:nvPicPr>
          <p:cNvPr id="40962" name="Picture 2" descr="C:\Users\UCCSMS1\Desktop\images\excel_spreadsheet_ribbon_inserte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348880"/>
            <a:ext cx="6264696" cy="4320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006470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&amp; Format Charts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60486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1 </a:t>
            </a:r>
            <a:endParaRPr lang="en-GB" sz="28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800" dirty="0" smtClean="0"/>
              <a:t>Go </a:t>
            </a:r>
            <a:r>
              <a:rPr lang="en-GB" sz="2800" dirty="0"/>
              <a:t>to the Illustrations group under the Insert ribbon.</a:t>
            </a:r>
            <a:endParaRPr lang="en-GB" sz="2800" dirty="0" smtClean="0"/>
          </a:p>
          <a:p>
            <a:pPr algn="just"/>
            <a:endParaRPr lang="en-GB" sz="2800" dirty="0" smtClean="0"/>
          </a:p>
        </p:txBody>
      </p:sp>
      <p:pic>
        <p:nvPicPr>
          <p:cNvPr id="41986" name="Picture 2" descr="C:\Users\UCCSMS1\Desktop\images\insert_chart_ribbon_illustration_secti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473" y="1844824"/>
            <a:ext cx="6421951" cy="4896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203983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&amp; Format Charts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60486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</a:t>
            </a:r>
            <a:r>
              <a:rPr lang="en-GB" sz="2800" b="1" dirty="0" smtClean="0">
                <a:solidFill>
                  <a:srgbClr val="FF0000"/>
                </a:solidFill>
              </a:rPr>
              <a:t>2 </a:t>
            </a:r>
          </a:p>
          <a:p>
            <a:pPr algn="just"/>
            <a:r>
              <a:rPr lang="en-GB" sz="2800" dirty="0"/>
              <a:t>Click on the Chart option to open the Insert Chart dialog. You can choose the chart category and pick individual chart types from the </a:t>
            </a:r>
            <a:r>
              <a:rPr lang="en-GB" sz="2800" dirty="0" smtClean="0"/>
              <a:t>list.</a:t>
            </a:r>
          </a:p>
          <a:p>
            <a:pPr algn="just"/>
            <a:endParaRPr lang="en-GB" sz="2800" dirty="0" smtClean="0"/>
          </a:p>
        </p:txBody>
      </p:sp>
      <p:pic>
        <p:nvPicPr>
          <p:cNvPr id="43010" name="Picture 2" descr="C:\Users\UCCSMS1\Desktop\images\chart_categories_chart_type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2636912"/>
            <a:ext cx="5295900" cy="4125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870847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&amp; Format Charts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60486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3</a:t>
            </a:r>
            <a:r>
              <a:rPr lang="en-GB" sz="2800" b="1" dirty="0" smtClean="0">
                <a:solidFill>
                  <a:srgbClr val="FF0000"/>
                </a:solidFill>
              </a:rPr>
              <a:t> </a:t>
            </a:r>
          </a:p>
          <a:p>
            <a:pPr algn="just"/>
            <a:r>
              <a:rPr lang="en-GB" sz="2800" dirty="0"/>
              <a:t>Select the chart type and click OK or double-click on the chart type to insert the chart in the </a:t>
            </a:r>
            <a:r>
              <a:rPr lang="en-GB" sz="2800" dirty="0" smtClean="0"/>
              <a:t>slide.</a:t>
            </a:r>
          </a:p>
          <a:p>
            <a:pPr algn="just"/>
            <a:endParaRPr lang="en-GB" sz="2800" dirty="0" smtClean="0"/>
          </a:p>
        </p:txBody>
      </p:sp>
      <p:pic>
        <p:nvPicPr>
          <p:cNvPr id="44034" name="Picture 2" descr="C:\Users\UCCSMS1\Desktop\images\inserted_chart_in_slid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2204864"/>
            <a:ext cx="6408712" cy="4464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405025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&amp; Format Charts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60486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</a:t>
            </a:r>
            <a:r>
              <a:rPr lang="en-GB" sz="2800" b="1" dirty="0" smtClean="0">
                <a:solidFill>
                  <a:srgbClr val="FF0000"/>
                </a:solidFill>
              </a:rPr>
              <a:t>4 </a:t>
            </a:r>
          </a:p>
          <a:p>
            <a:pPr algn="just"/>
            <a:r>
              <a:rPr lang="en-GB" sz="2800" dirty="0"/>
              <a:t>Along with the chart, an Excel spreadsheet is also launched. This spreadsheet is the source for your </a:t>
            </a:r>
            <a:r>
              <a:rPr lang="en-GB" sz="2800" dirty="0" smtClean="0"/>
              <a:t>chart.</a:t>
            </a:r>
          </a:p>
          <a:p>
            <a:pPr algn="just"/>
            <a:endParaRPr lang="en-GB" sz="2800" dirty="0" smtClean="0"/>
          </a:p>
        </p:txBody>
      </p:sp>
      <p:pic>
        <p:nvPicPr>
          <p:cNvPr id="45058" name="Picture 2" descr="C:\Users\UCCSMS1\Desktop\images\chart_data_sourc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2240341"/>
            <a:ext cx="6087988" cy="4500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832082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&amp; Format SmartArt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60486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1</a:t>
            </a:r>
            <a:r>
              <a:rPr lang="en-GB" sz="2800" b="1" dirty="0" smtClean="0">
                <a:solidFill>
                  <a:srgbClr val="FF0000"/>
                </a:solidFill>
              </a:rPr>
              <a:t> </a:t>
            </a:r>
          </a:p>
          <a:p>
            <a:pPr algn="just"/>
            <a:r>
              <a:rPr lang="en-GB" sz="2800" dirty="0"/>
              <a:t>Go to the Illustrations group under the Insert ribbon.</a:t>
            </a:r>
          </a:p>
          <a:p>
            <a:pPr marL="0" indent="0" algn="just">
              <a:buNone/>
            </a:pPr>
            <a:endParaRPr lang="en-GB" sz="2800" dirty="0" smtClean="0"/>
          </a:p>
          <a:p>
            <a:pPr algn="just"/>
            <a:endParaRPr lang="en-GB" sz="2800" dirty="0" smtClean="0"/>
          </a:p>
        </p:txBody>
      </p:sp>
      <p:pic>
        <p:nvPicPr>
          <p:cNvPr id="1026" name="Picture 2" descr="C:\Users\UCCSMS1\Desktop\images\insert_smartart_ribbon_illustration_secti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4050" y="1844824"/>
            <a:ext cx="5960318" cy="4824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052308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&amp; Format SmartArt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60486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</a:t>
            </a:r>
            <a:r>
              <a:rPr lang="en-GB" sz="2800" b="1" dirty="0" smtClean="0">
                <a:solidFill>
                  <a:srgbClr val="FF0000"/>
                </a:solidFill>
              </a:rPr>
              <a:t>2 </a:t>
            </a:r>
          </a:p>
          <a:p>
            <a:pPr algn="just"/>
            <a:r>
              <a:rPr lang="en-GB" sz="2800" dirty="0"/>
              <a:t> Click on the SmartArt command to open the Choose a SmartArt Graphic dialog</a:t>
            </a:r>
            <a:r>
              <a:rPr lang="en-GB" sz="2800" dirty="0" smtClean="0"/>
              <a:t>.</a:t>
            </a:r>
            <a:endParaRPr lang="en-GB" sz="2800" dirty="0"/>
          </a:p>
          <a:p>
            <a:pPr marL="0" indent="0" algn="just">
              <a:buNone/>
            </a:pPr>
            <a:endParaRPr lang="en-GB" sz="2800" dirty="0" smtClean="0"/>
          </a:p>
          <a:p>
            <a:pPr algn="just"/>
            <a:endParaRPr lang="en-GB" sz="2800" dirty="0" smtClean="0"/>
          </a:p>
        </p:txBody>
      </p:sp>
      <p:pic>
        <p:nvPicPr>
          <p:cNvPr id="2050" name="Picture 2" descr="C:\Users\UCCSMS1\Desktop\images\smartart_graphic_type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1" y="2420888"/>
            <a:ext cx="6552728" cy="4248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542866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&amp; Format SmartArt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60486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3</a:t>
            </a:r>
            <a:r>
              <a:rPr lang="en-GB" sz="2800" b="1" dirty="0" smtClean="0">
                <a:solidFill>
                  <a:srgbClr val="FF0000"/>
                </a:solidFill>
              </a:rPr>
              <a:t> </a:t>
            </a:r>
          </a:p>
          <a:p>
            <a:pPr algn="just"/>
            <a:r>
              <a:rPr lang="en-GB" sz="2800" dirty="0"/>
              <a:t>Select the SmartArt type and click OK or double-click on the SmartArt type to insert the graphic in the slide..</a:t>
            </a:r>
          </a:p>
          <a:p>
            <a:pPr marL="0" indent="0" algn="just">
              <a:buNone/>
            </a:pPr>
            <a:endParaRPr lang="en-GB" sz="2800" dirty="0" smtClean="0"/>
          </a:p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4 </a:t>
            </a:r>
            <a:endParaRPr lang="en-GB" sz="28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800" dirty="0" smtClean="0"/>
              <a:t>The </a:t>
            </a:r>
            <a:r>
              <a:rPr lang="en-GB" sz="2800" dirty="0"/>
              <a:t>graphic is inserted in the slide along with a text pane where you can enter/ modify the SmartArt text.</a:t>
            </a:r>
            <a:endParaRPr lang="en-GB" sz="2800" dirty="0" smtClean="0"/>
          </a:p>
        </p:txBody>
      </p:sp>
    </p:spTree>
    <p:extLst>
      <p:ext uri="{BB962C8B-B14F-4D97-AF65-F5344CB8AC3E}">
        <p14:creationId xmlns:p14="http://schemas.microsoft.com/office/powerpoint/2010/main" val="249621010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&amp; Format SmartArt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pic>
        <p:nvPicPr>
          <p:cNvPr id="3074" name="Picture 2" descr="C:\Users\UCCSMS1\Desktop\images\inserted_smartart_graphic_edit_text.jp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908720"/>
            <a:ext cx="7272808" cy="5544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281565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&amp; Format SmartArt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60486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</a:t>
            </a:r>
            <a:r>
              <a:rPr lang="en-GB" sz="2800" b="1" dirty="0" smtClean="0">
                <a:solidFill>
                  <a:srgbClr val="FF0000"/>
                </a:solidFill>
              </a:rPr>
              <a:t>5 </a:t>
            </a:r>
          </a:p>
          <a:p>
            <a:pPr algn="just"/>
            <a:r>
              <a:rPr lang="en-GB" sz="2800" dirty="0"/>
              <a:t>Add the necessary details and close the text pane to complete the SmartArt </a:t>
            </a:r>
            <a:r>
              <a:rPr lang="en-GB" sz="2800" dirty="0" smtClean="0"/>
              <a:t>insertion.</a:t>
            </a:r>
            <a:endParaRPr lang="en-GB" sz="2800" dirty="0"/>
          </a:p>
          <a:p>
            <a:pPr marL="0" indent="0" algn="just">
              <a:buNone/>
            </a:pPr>
            <a:endParaRPr lang="en-GB" sz="2800" dirty="0" smtClean="0"/>
          </a:p>
        </p:txBody>
      </p:sp>
      <p:pic>
        <p:nvPicPr>
          <p:cNvPr id="4098" name="Picture 2" descr="C:\Users\UCCSMS1\Desktop\images\updated_smartart_tex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2204864"/>
            <a:ext cx="6192688" cy="4464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394942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&amp; Preview Animations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60486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</a:t>
            </a:r>
            <a:r>
              <a:rPr lang="en-GB" sz="2800" b="1" dirty="0">
                <a:solidFill>
                  <a:srgbClr val="FF0000"/>
                </a:solidFill>
              </a:rPr>
              <a:t>1</a:t>
            </a:r>
            <a:r>
              <a:rPr lang="en-GB" sz="2800" b="1" dirty="0" smtClean="0">
                <a:solidFill>
                  <a:srgbClr val="FF0000"/>
                </a:solidFill>
              </a:rPr>
              <a:t> </a:t>
            </a:r>
            <a:endParaRPr lang="en-GB" sz="28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800" dirty="0"/>
              <a:t>Go to the </a:t>
            </a:r>
            <a:r>
              <a:rPr lang="en-GB" sz="2800" b="1" dirty="0"/>
              <a:t>Animation</a:t>
            </a:r>
            <a:r>
              <a:rPr lang="en-GB" sz="2800" dirty="0"/>
              <a:t> ribbon and click on the </a:t>
            </a:r>
            <a:r>
              <a:rPr lang="en-GB" sz="2800" b="1" dirty="0"/>
              <a:t>Animation Pane</a:t>
            </a:r>
            <a:r>
              <a:rPr lang="en-GB" sz="2800" dirty="0"/>
              <a:t> to display the animation </a:t>
            </a:r>
            <a:r>
              <a:rPr lang="en-GB" sz="2800" dirty="0" smtClean="0"/>
              <a:t>sidebar.</a:t>
            </a:r>
            <a:endParaRPr lang="en-GB" sz="2800" dirty="0"/>
          </a:p>
          <a:p>
            <a:pPr marL="0" indent="0" algn="just">
              <a:buNone/>
            </a:pPr>
            <a:endParaRPr lang="en-GB" sz="2800" dirty="0" smtClean="0"/>
          </a:p>
        </p:txBody>
      </p:sp>
      <p:pic>
        <p:nvPicPr>
          <p:cNvPr id="1026" name="Picture 2" descr="C:\Users\UCCSMS1\Desktop\images\animation_ribbon_animation_pan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4050" y="2348880"/>
            <a:ext cx="5960318" cy="439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56107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&amp; Preview Animations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60486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</a:t>
            </a:r>
            <a:r>
              <a:rPr lang="en-GB" sz="2800" b="1" dirty="0" smtClean="0">
                <a:solidFill>
                  <a:srgbClr val="FF0000"/>
                </a:solidFill>
              </a:rPr>
              <a:t>2</a:t>
            </a:r>
            <a:r>
              <a:rPr lang="en-GB" sz="2800" b="1" dirty="0" smtClean="0">
                <a:solidFill>
                  <a:srgbClr val="FF0000"/>
                </a:solidFill>
              </a:rPr>
              <a:t> </a:t>
            </a:r>
            <a:endParaRPr lang="en-GB" sz="28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800" dirty="0"/>
              <a:t>Select one of the objects in the slide and click on the </a:t>
            </a:r>
            <a:r>
              <a:rPr lang="en-GB" sz="2800" b="1" dirty="0"/>
              <a:t>Add Animation</a:t>
            </a:r>
            <a:r>
              <a:rPr lang="en-GB" sz="2800" dirty="0"/>
              <a:t> menu </a:t>
            </a:r>
            <a:r>
              <a:rPr lang="en-GB" sz="2800" dirty="0" smtClean="0"/>
              <a:t>option.</a:t>
            </a:r>
            <a:endParaRPr lang="en-GB" sz="2800" dirty="0"/>
          </a:p>
          <a:p>
            <a:pPr marL="0" indent="0" algn="just">
              <a:buNone/>
            </a:pPr>
            <a:endParaRPr lang="en-GB" sz="2800" dirty="0" smtClean="0"/>
          </a:p>
        </p:txBody>
      </p:sp>
      <p:pic>
        <p:nvPicPr>
          <p:cNvPr id="2050" name="Picture 2" descr="C:\Users\UCCSMS1\Desktop\images\add_animation_opti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2627" y="2366212"/>
            <a:ext cx="5305425" cy="4303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865509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&amp; Preview Animations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548680"/>
            <a:ext cx="8839200" cy="6192688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</a:t>
            </a:r>
            <a:r>
              <a:rPr lang="en-GB" sz="2800" b="1" dirty="0">
                <a:solidFill>
                  <a:srgbClr val="FF0000"/>
                </a:solidFill>
              </a:rPr>
              <a:t>3</a:t>
            </a:r>
            <a:r>
              <a:rPr lang="en-GB" sz="2800" b="1" dirty="0" smtClean="0">
                <a:solidFill>
                  <a:srgbClr val="FF0000"/>
                </a:solidFill>
              </a:rPr>
              <a:t> </a:t>
            </a:r>
            <a:endParaRPr lang="en-GB" sz="28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800" dirty="0"/>
              <a:t>Choose from one of the Animation options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    </a:t>
            </a:r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r>
              <a:rPr lang="en-GB" sz="2800" b="1" dirty="0" smtClean="0"/>
              <a:t>Entrance: </a:t>
            </a:r>
            <a:r>
              <a:rPr lang="en-GB" sz="2800" dirty="0" smtClean="0"/>
              <a:t>will </a:t>
            </a:r>
            <a:r>
              <a:rPr lang="en-GB" sz="2800" dirty="0"/>
              <a:t>cause the object to appear in the screen</a:t>
            </a:r>
            <a:r>
              <a:rPr lang="en-GB" sz="2800" dirty="0" smtClean="0"/>
              <a:t>.</a:t>
            </a:r>
          </a:p>
          <a:p>
            <a:pPr algn="just"/>
            <a:r>
              <a:rPr lang="en-GB" sz="2800" dirty="0" smtClean="0"/>
              <a:t> </a:t>
            </a:r>
            <a:r>
              <a:rPr lang="en-GB" sz="2800" b="1" dirty="0" smtClean="0"/>
              <a:t>Emphasis:</a:t>
            </a:r>
            <a:r>
              <a:rPr lang="en-GB" sz="2800" dirty="0" smtClean="0"/>
              <a:t> </a:t>
            </a:r>
            <a:r>
              <a:rPr lang="en-GB" sz="2800" dirty="0"/>
              <a:t>will cause the object to emphasis without appearing or leaving the screen</a:t>
            </a:r>
            <a:r>
              <a:rPr lang="en-GB" sz="2800" dirty="0" smtClean="0"/>
              <a:t>.</a:t>
            </a:r>
            <a:endParaRPr lang="en-GB" sz="2800" dirty="0"/>
          </a:p>
          <a:p>
            <a:pPr algn="just"/>
            <a:r>
              <a:rPr lang="en-GB" sz="2800" b="1" dirty="0" smtClean="0"/>
              <a:t>Exit: </a:t>
            </a:r>
            <a:r>
              <a:rPr lang="en-GB" sz="2800" dirty="0"/>
              <a:t>will cause the object to disappear from the screen.</a:t>
            </a:r>
          </a:p>
          <a:p>
            <a:pPr algn="just"/>
            <a:endParaRPr lang="en-GB" sz="2800" dirty="0"/>
          </a:p>
          <a:p>
            <a:pPr marL="0" indent="0" algn="just">
              <a:buNone/>
            </a:pPr>
            <a:endParaRPr lang="en-GB" sz="2800" dirty="0" smtClean="0"/>
          </a:p>
        </p:txBody>
      </p:sp>
      <p:pic>
        <p:nvPicPr>
          <p:cNvPr id="3074" name="Picture 2" descr="C:\Users\UCCSMS1\Desktop\images\animation_option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196752"/>
            <a:ext cx="6768752" cy="3888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323402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&amp; Preview Animations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548680"/>
            <a:ext cx="88392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</a:t>
            </a:r>
            <a:r>
              <a:rPr lang="en-GB" sz="2800" b="1" dirty="0">
                <a:solidFill>
                  <a:srgbClr val="FF0000"/>
                </a:solidFill>
              </a:rPr>
              <a:t>4</a:t>
            </a:r>
            <a:endParaRPr lang="en-GB" sz="28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800" dirty="0"/>
              <a:t>Once you add the animation for an object, it will show up in the </a:t>
            </a:r>
            <a:r>
              <a:rPr lang="en-GB" sz="2800" b="1" dirty="0"/>
              <a:t>Animation pane</a:t>
            </a:r>
            <a:r>
              <a:rPr lang="en-GB" sz="2800" dirty="0"/>
              <a:t>.</a:t>
            </a:r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marL="0" indent="0" algn="just">
              <a:buNone/>
            </a:pPr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marL="0" indent="0" algn="just">
              <a:buNone/>
            </a:pPr>
            <a:endParaRPr lang="en-GB" sz="2800" dirty="0" smtClean="0"/>
          </a:p>
        </p:txBody>
      </p:sp>
      <p:pic>
        <p:nvPicPr>
          <p:cNvPr id="4098" name="Picture 2" descr="C:\Users\UCCSMS1\Desktop\images\animation_pane_updated_with_animati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3574" y="1988840"/>
            <a:ext cx="6382841" cy="453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903165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&amp; Preview Animations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548680"/>
            <a:ext cx="88392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</a:t>
            </a:r>
            <a:r>
              <a:rPr lang="en-GB" sz="2800" b="1" dirty="0" smtClean="0">
                <a:solidFill>
                  <a:srgbClr val="FF0000"/>
                </a:solidFill>
              </a:rPr>
              <a:t>5</a:t>
            </a:r>
            <a:endParaRPr lang="en-GB" sz="28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400" dirty="0"/>
              <a:t>By default, all the animations are initiated by a </a:t>
            </a:r>
            <a:r>
              <a:rPr lang="en-GB" sz="2400" b="1" dirty="0"/>
              <a:t>click</a:t>
            </a:r>
            <a:r>
              <a:rPr lang="en-GB" sz="2400" dirty="0"/>
              <a:t>, but you can change this. </a:t>
            </a:r>
            <a:endParaRPr lang="en-GB" sz="2400" dirty="0" smtClean="0"/>
          </a:p>
          <a:p>
            <a:pPr algn="just"/>
            <a:r>
              <a:rPr lang="en-GB" sz="2400" dirty="0" smtClean="0"/>
              <a:t>To </a:t>
            </a:r>
            <a:r>
              <a:rPr lang="en-GB" sz="2400" dirty="0"/>
              <a:t>change the trigger, right-click on the animation object on the pane and choose an alternate trigger.</a:t>
            </a:r>
            <a:endParaRPr lang="en-GB" sz="2400" dirty="0" smtClean="0"/>
          </a:p>
          <a:p>
            <a:pPr algn="just"/>
            <a:endParaRPr lang="en-GB" sz="2400" dirty="0"/>
          </a:p>
          <a:p>
            <a:pPr algn="just"/>
            <a:endParaRPr lang="en-GB" sz="2400" dirty="0"/>
          </a:p>
          <a:p>
            <a:pPr marL="0" indent="0" algn="just">
              <a:buNone/>
            </a:pPr>
            <a:endParaRPr lang="en-GB" sz="24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marL="0" indent="0" algn="just">
              <a:buNone/>
            </a:pPr>
            <a:endParaRPr lang="en-GB" sz="2800" dirty="0" smtClean="0"/>
          </a:p>
        </p:txBody>
      </p:sp>
      <p:pic>
        <p:nvPicPr>
          <p:cNvPr id="5122" name="Picture 2" descr="C:\Users\UCCSMS1\Desktop\images\animation_trigger_timing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4048" y="2780928"/>
            <a:ext cx="6404415" cy="4077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211777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&amp; Preview Animations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548680"/>
            <a:ext cx="88392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</a:t>
            </a:r>
            <a:r>
              <a:rPr lang="en-GB" sz="2800" b="1" dirty="0" smtClean="0">
                <a:solidFill>
                  <a:srgbClr val="FF0000"/>
                </a:solidFill>
              </a:rPr>
              <a:t>5</a:t>
            </a:r>
          </a:p>
          <a:p>
            <a:pPr marL="0" indent="0" algn="ctr">
              <a:buNone/>
            </a:pPr>
            <a:endParaRPr lang="en-GB" sz="2400" dirty="0"/>
          </a:p>
          <a:p>
            <a:pPr algn="just"/>
            <a:r>
              <a:rPr lang="en-GB" sz="2400" b="1" dirty="0" smtClean="0"/>
              <a:t>Start </a:t>
            </a:r>
            <a:r>
              <a:rPr lang="en-GB" sz="2400" b="1" dirty="0"/>
              <a:t>On Click </a:t>
            </a:r>
            <a:r>
              <a:rPr lang="en-GB" sz="2400" dirty="0"/>
              <a:t>will cause the animation to start when you click the mouse.</a:t>
            </a:r>
          </a:p>
          <a:p>
            <a:pPr algn="just"/>
            <a:endParaRPr lang="en-GB" sz="2400" dirty="0"/>
          </a:p>
          <a:p>
            <a:pPr algn="just"/>
            <a:r>
              <a:rPr lang="en-GB" sz="2400" b="1" dirty="0" smtClean="0"/>
              <a:t>Start </a:t>
            </a:r>
            <a:r>
              <a:rPr lang="en-GB" sz="2400" b="1" dirty="0"/>
              <a:t>With Previous </a:t>
            </a:r>
            <a:r>
              <a:rPr lang="en-GB" sz="2400" dirty="0"/>
              <a:t>will cause the animation to begin with the previous animation; if this is the first object, it will begin as soon as you reach the slide during the slide show.</a:t>
            </a:r>
          </a:p>
          <a:p>
            <a:pPr algn="just"/>
            <a:endParaRPr lang="en-GB" sz="2400" dirty="0"/>
          </a:p>
          <a:p>
            <a:pPr algn="just"/>
            <a:r>
              <a:rPr lang="en-GB" sz="2400" b="1" dirty="0" smtClean="0"/>
              <a:t>Start </a:t>
            </a:r>
            <a:r>
              <a:rPr lang="en-GB" sz="2400" b="1" dirty="0"/>
              <a:t>After Previous </a:t>
            </a:r>
            <a:r>
              <a:rPr lang="en-GB" sz="2400" dirty="0"/>
              <a:t>will cause the animation to begin after the previous animation ends.</a:t>
            </a:r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marL="0" indent="0" algn="just">
              <a:buNone/>
            </a:pPr>
            <a:endParaRPr lang="en-GB" sz="2800" dirty="0" smtClean="0"/>
          </a:p>
        </p:txBody>
      </p:sp>
    </p:spTree>
    <p:extLst>
      <p:ext uri="{BB962C8B-B14F-4D97-AF65-F5344CB8AC3E}">
        <p14:creationId xmlns:p14="http://schemas.microsoft.com/office/powerpoint/2010/main" val="165567231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&amp; Preview Animations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548680"/>
            <a:ext cx="88392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</a:t>
            </a:r>
            <a:r>
              <a:rPr lang="en-GB" sz="2800" b="1" dirty="0" smtClean="0">
                <a:solidFill>
                  <a:srgbClr val="FF0000"/>
                </a:solidFill>
              </a:rPr>
              <a:t>6</a:t>
            </a:r>
            <a:endParaRPr lang="en-GB" sz="2400" dirty="0"/>
          </a:p>
          <a:p>
            <a:pPr algn="just"/>
            <a:r>
              <a:rPr lang="en-GB" sz="2400" dirty="0"/>
              <a:t>From the timing section, you can also manipulate the animation timings.</a:t>
            </a:r>
            <a:endParaRPr lang="en-GB" sz="2800" dirty="0" smtClean="0"/>
          </a:p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7</a:t>
            </a:r>
            <a:r>
              <a:rPr lang="en-GB" sz="2800" dirty="0"/>
              <a:t> </a:t>
            </a:r>
            <a:r>
              <a:rPr lang="en-GB" sz="2800" dirty="0" smtClean="0"/>
              <a:t> </a:t>
            </a:r>
          </a:p>
          <a:p>
            <a:pPr algn="just"/>
            <a:r>
              <a:rPr lang="en-GB" sz="2400" dirty="0" smtClean="0"/>
              <a:t>To </a:t>
            </a:r>
            <a:r>
              <a:rPr lang="en-GB" sz="2400" dirty="0"/>
              <a:t>preview the animation settings, just click Play on the animation pane.</a:t>
            </a:r>
          </a:p>
          <a:p>
            <a:pPr algn="just"/>
            <a:endParaRPr lang="en-GB" sz="24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marL="0" indent="0" algn="just">
              <a:buNone/>
            </a:pPr>
            <a:endParaRPr lang="en-GB" sz="2800" dirty="0" smtClean="0"/>
          </a:p>
        </p:txBody>
      </p:sp>
      <p:pic>
        <p:nvPicPr>
          <p:cNvPr id="6146" name="Picture 2" descr="C:\Users\UCCSMS1\Desktop\images\animation_preview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2924944"/>
            <a:ext cx="5314950" cy="3933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262319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018712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&amp; Preview Transitions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548680"/>
            <a:ext cx="88392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</a:t>
            </a:r>
            <a:r>
              <a:rPr lang="en-GB" sz="2800" b="1" dirty="0">
                <a:solidFill>
                  <a:srgbClr val="FF0000"/>
                </a:solidFill>
              </a:rPr>
              <a:t>1</a:t>
            </a:r>
            <a:endParaRPr lang="en-GB" sz="2400" dirty="0"/>
          </a:p>
          <a:p>
            <a:pPr algn="just"/>
            <a:r>
              <a:rPr lang="en-GB" sz="2400" dirty="0"/>
              <a:t>Select the slide to which you want to apply the transition</a:t>
            </a:r>
            <a:r>
              <a:rPr lang="en-GB" sz="2400" dirty="0" smtClean="0"/>
              <a:t>.</a:t>
            </a:r>
          </a:p>
          <a:p>
            <a:pPr algn="just"/>
            <a:r>
              <a:rPr lang="en-GB" sz="2400" dirty="0"/>
              <a:t> Go to the </a:t>
            </a:r>
            <a:r>
              <a:rPr lang="en-GB" sz="2400" b="1" dirty="0"/>
              <a:t>Transition Scheme </a:t>
            </a:r>
            <a:r>
              <a:rPr lang="en-GB" sz="2400" dirty="0"/>
              <a:t>under the </a:t>
            </a:r>
            <a:r>
              <a:rPr lang="en-GB" sz="2400" b="1" dirty="0"/>
              <a:t>Transitions</a:t>
            </a:r>
            <a:r>
              <a:rPr lang="en-GB" sz="2400" dirty="0"/>
              <a:t> ribbon.</a:t>
            </a:r>
            <a:endParaRPr lang="en-GB" sz="24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marL="0" indent="0" algn="just">
              <a:buNone/>
            </a:pPr>
            <a:endParaRPr lang="en-GB" sz="2800" dirty="0" smtClean="0"/>
          </a:p>
        </p:txBody>
      </p:sp>
      <p:pic>
        <p:nvPicPr>
          <p:cNvPr id="7170" name="Picture 2" descr="C:\Users\UCCSMS1\Desktop\images\transitions_ribbon_transition_schem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2060848"/>
            <a:ext cx="5832648" cy="453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478578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018712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&amp; Preview Transitions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548680"/>
            <a:ext cx="88392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</a:t>
            </a:r>
            <a:r>
              <a:rPr lang="en-GB" sz="2800" b="1" dirty="0" smtClean="0">
                <a:solidFill>
                  <a:srgbClr val="FF0000"/>
                </a:solidFill>
              </a:rPr>
              <a:t>2</a:t>
            </a:r>
            <a:endParaRPr lang="en-GB" sz="2400" dirty="0"/>
          </a:p>
          <a:p>
            <a:pPr algn="just"/>
            <a:r>
              <a:rPr lang="en-GB" sz="2400" dirty="0"/>
              <a:t>Select one of the transition schemes from the list available. PowerPoint will instantly show you a preview of the scheme. </a:t>
            </a:r>
            <a:endParaRPr lang="en-GB" sz="2800" dirty="0" smtClean="0"/>
          </a:p>
          <a:p>
            <a:pPr algn="just"/>
            <a:endParaRPr lang="en-GB" sz="2800" dirty="0"/>
          </a:p>
          <a:p>
            <a:pPr marL="0" indent="0" algn="just">
              <a:buNone/>
            </a:pPr>
            <a:endParaRPr lang="en-GB" sz="2800" dirty="0" smtClean="0"/>
          </a:p>
        </p:txBody>
      </p:sp>
      <p:pic>
        <p:nvPicPr>
          <p:cNvPr id="8195" name="Picture 3" descr="C:\Users\UCCSMS1\Desktop\images\transition_scheme_lis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204864"/>
            <a:ext cx="6768752" cy="417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119032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018712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&amp; Preview Transitions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548680"/>
            <a:ext cx="88392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</a:t>
            </a:r>
            <a:r>
              <a:rPr lang="en-GB" sz="2800" b="1" dirty="0" smtClean="0">
                <a:solidFill>
                  <a:srgbClr val="FF0000"/>
                </a:solidFill>
              </a:rPr>
              <a:t>4</a:t>
            </a:r>
            <a:endParaRPr lang="en-GB" sz="2400" dirty="0"/>
          </a:p>
          <a:p>
            <a:pPr algn="just"/>
            <a:r>
              <a:rPr lang="en-GB" sz="2400" dirty="0"/>
              <a:t>You can change the effects on the selected transition scheme from the Effect Options </a:t>
            </a:r>
            <a:r>
              <a:rPr lang="en-GB" sz="2400" dirty="0" smtClean="0"/>
              <a:t>menu. </a:t>
            </a:r>
            <a:endParaRPr lang="en-GB" sz="2800" dirty="0" smtClean="0"/>
          </a:p>
          <a:p>
            <a:pPr algn="just"/>
            <a:endParaRPr lang="en-GB" sz="2800" dirty="0"/>
          </a:p>
          <a:p>
            <a:pPr marL="0" indent="0" algn="just">
              <a:buNone/>
            </a:pPr>
            <a:endParaRPr lang="en-GB" sz="2800" dirty="0" smtClean="0"/>
          </a:p>
        </p:txBody>
      </p:sp>
      <p:pic>
        <p:nvPicPr>
          <p:cNvPr id="9218" name="Picture 2" descr="C:\Users\UCCSMS1\Desktop\images\transition_scheme_effect_option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988840"/>
            <a:ext cx="5286375" cy="4680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178277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018712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&amp; Preview Transitions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548680"/>
            <a:ext cx="88392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</a:t>
            </a:r>
            <a:r>
              <a:rPr lang="en-GB" sz="2800" b="1" dirty="0">
                <a:solidFill>
                  <a:srgbClr val="FF0000"/>
                </a:solidFill>
              </a:rPr>
              <a:t>5</a:t>
            </a:r>
            <a:endParaRPr lang="en-GB" sz="2400" dirty="0"/>
          </a:p>
          <a:p>
            <a:pPr algn="just"/>
            <a:r>
              <a:rPr lang="en-GB" sz="2400" dirty="0"/>
              <a:t>You can also modify the transition timing settings from the Timing </a:t>
            </a:r>
            <a:r>
              <a:rPr lang="en-GB" sz="2400" dirty="0" smtClean="0"/>
              <a:t>section. </a:t>
            </a:r>
            <a:endParaRPr lang="en-GB" sz="2800" dirty="0" smtClean="0"/>
          </a:p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6 </a:t>
            </a:r>
            <a:endParaRPr lang="en-GB" sz="28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800" dirty="0" smtClean="0"/>
              <a:t>To </a:t>
            </a:r>
            <a:r>
              <a:rPr lang="en-GB" sz="2800" dirty="0"/>
              <a:t>preview the slide transition, click on Preview.</a:t>
            </a:r>
          </a:p>
          <a:p>
            <a:pPr marL="0" indent="0" algn="just">
              <a:buNone/>
            </a:pPr>
            <a:endParaRPr lang="en-GB" sz="2800" dirty="0" smtClean="0"/>
          </a:p>
        </p:txBody>
      </p:sp>
      <p:pic>
        <p:nvPicPr>
          <p:cNvPr id="10242" name="Picture 2" descr="C:\Users\UCCSMS1\Desktop\images\transition_preview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4050" y="3068960"/>
            <a:ext cx="5295900" cy="3672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63201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0" y="357188"/>
            <a:ext cx="9429750" cy="6500812"/>
          </a:xfrm>
        </p:spPr>
        <p:txBody>
          <a:bodyPr lIns="90488" tIns="44450" rIns="90488" bIns="44450"/>
          <a:lstStyle/>
          <a:p>
            <a:pPr algn="ctr">
              <a:buFont typeface="Arial" charset="0"/>
              <a:buNone/>
            </a:pPr>
            <a:endParaRPr lang="en-US" sz="3200" b="1" smtClean="0"/>
          </a:p>
          <a:p>
            <a:pPr algn="ctr">
              <a:buFont typeface="Arial" charset="0"/>
              <a:buNone/>
            </a:pPr>
            <a:endParaRPr lang="en-US" b="1" smtClean="0"/>
          </a:p>
          <a:p>
            <a:pPr algn="ctr">
              <a:buFont typeface="Arial" charset="0"/>
              <a:buNone/>
            </a:pPr>
            <a:endParaRPr lang="en-US" sz="3200" b="1" smtClean="0"/>
          </a:p>
        </p:txBody>
      </p:sp>
      <p:pic>
        <p:nvPicPr>
          <p:cNvPr id="4" name="Google Shape;273;p46"/>
          <p:cNvPicPr preferRelativeResize="0"/>
          <p:nvPr/>
        </p:nvPicPr>
        <p:blipFill rotWithShape="1">
          <a:blip r:embed="rId3">
            <a:alphaModFix/>
          </a:blip>
          <a:srcRect b="4789"/>
          <a:stretch/>
        </p:blipFill>
        <p:spPr>
          <a:xfrm>
            <a:off x="2339752" y="1340768"/>
            <a:ext cx="5256584" cy="41044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4147202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0" y="357188"/>
            <a:ext cx="9429750" cy="6500812"/>
          </a:xfrm>
        </p:spPr>
        <p:txBody>
          <a:bodyPr lIns="90488" tIns="44450" rIns="90488" bIns="44450"/>
          <a:lstStyle/>
          <a:p>
            <a:pPr algn="ctr">
              <a:buFont typeface="Arial" charset="0"/>
              <a:buNone/>
            </a:pPr>
            <a:endParaRPr lang="en-US" sz="3200" b="1" smtClean="0"/>
          </a:p>
          <a:p>
            <a:pPr algn="ctr">
              <a:buFont typeface="Arial" charset="0"/>
              <a:buNone/>
            </a:pPr>
            <a:endParaRPr lang="en-US" b="1" smtClean="0"/>
          </a:p>
          <a:p>
            <a:pPr algn="ctr">
              <a:buFont typeface="Arial" charset="0"/>
              <a:buNone/>
            </a:pPr>
            <a:endParaRPr lang="en-US" sz="3200" b="1" smtClean="0"/>
          </a:p>
        </p:txBody>
      </p:sp>
      <p:sp>
        <p:nvSpPr>
          <p:cNvPr id="5" name="Rectangle 4"/>
          <p:cNvSpPr/>
          <p:nvPr/>
        </p:nvSpPr>
        <p:spPr>
          <a:xfrm>
            <a:off x="2071670" y="2967335"/>
            <a:ext cx="5143536" cy="9233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5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THANK YOU</a:t>
            </a:r>
            <a:endParaRPr lang="en-GB" sz="5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235983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8814</TotalTime>
  <Words>2065</Words>
  <Application>Microsoft Office PowerPoint</Application>
  <PresentationFormat>On-screen Show (4:3)</PresentationFormat>
  <Paragraphs>380</Paragraphs>
  <Slides>75</Slides>
  <Notes>75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76" baseType="lpstr">
      <vt:lpstr>Office Theme</vt:lpstr>
      <vt:lpstr>PowerPoint Presentation</vt:lpstr>
      <vt:lpstr>PowerPoint Presentation</vt:lpstr>
      <vt:lpstr>Objectives Overview</vt:lpstr>
      <vt:lpstr>Objectives Overview</vt:lpstr>
      <vt:lpstr>Add Pictures to Slide in PowerPoint 2010</vt:lpstr>
      <vt:lpstr>Add Pictures to Slide in PowerPoint 2010</vt:lpstr>
      <vt:lpstr>Add Pictures to Slide in PowerPoint 2010</vt:lpstr>
      <vt:lpstr>Add Pictures to Slide in PowerPoint 2010</vt:lpstr>
      <vt:lpstr>Editing Added Pictures in PowerPoint 2010</vt:lpstr>
      <vt:lpstr>Editing Added Pictures in PowerPoint 2010</vt:lpstr>
      <vt:lpstr>Editing Added Pictures in PowerPoint 2010</vt:lpstr>
      <vt:lpstr>Format Added Pictures in PowerPoint 2010</vt:lpstr>
      <vt:lpstr>Picture Arrangement Features</vt:lpstr>
      <vt:lpstr>Picture Sizing Features</vt:lpstr>
      <vt:lpstr>Inserting a Screenshot in PowerPoint 2010</vt:lpstr>
      <vt:lpstr>Inserting a Screenshot in PowerPoint 2010</vt:lpstr>
      <vt:lpstr>Inserting a Screenshot in PowerPoint 2010</vt:lpstr>
      <vt:lpstr>Inserting a Screenshot in PowerPoint 2010</vt:lpstr>
      <vt:lpstr>Inserting a Screenshot in PowerPoint 2010</vt:lpstr>
      <vt:lpstr>Adding Shapes to Slide in PowerPoint 2010</vt:lpstr>
      <vt:lpstr>Adding Shapes to Slide in PowerPoint 2010</vt:lpstr>
      <vt:lpstr>Adding Shapes to Slide in PowerPoint 2010</vt:lpstr>
      <vt:lpstr>Adding Shapes to Slide in PowerPoint 2010</vt:lpstr>
      <vt:lpstr>Editing Added Shapes in PowerPoint 2010</vt:lpstr>
      <vt:lpstr>Insert Shape Features</vt:lpstr>
      <vt:lpstr>Shape Styles Features</vt:lpstr>
      <vt:lpstr>Adding Text to Shapes in PowerPoint 2010</vt:lpstr>
      <vt:lpstr>Adding Text to Shapes in PowerPoint 2010</vt:lpstr>
      <vt:lpstr>Arrange Shapes/Images in PowerPoint 2010</vt:lpstr>
      <vt:lpstr>Arrange Shapes/Images in PowerPoint 2010</vt:lpstr>
      <vt:lpstr>Arrange Shapes/Images in PowerPoint 2010</vt:lpstr>
      <vt:lpstr>Arrange Shapes/Images in PowerPoint 2010</vt:lpstr>
      <vt:lpstr>Arrange Shapes/Images in PowerPoint 2010</vt:lpstr>
      <vt:lpstr>Arrange Shapes/Images in PowerPoint 2010</vt:lpstr>
      <vt:lpstr>Group/Ungroup Objects in PowerPoint 2010</vt:lpstr>
      <vt:lpstr>Group/Ungroup Objects in PowerPoint 2010</vt:lpstr>
      <vt:lpstr>Group/Ungroup Objects in PowerPoint 2010</vt:lpstr>
      <vt:lpstr>Group/Ungroup Objects in PowerPoint 2010</vt:lpstr>
      <vt:lpstr>Group/Ungroup Objects in PowerPoint 2010</vt:lpstr>
      <vt:lpstr>Group/Ungroup Objects in PowerPoint 2010</vt:lpstr>
      <vt:lpstr>Group/Ungroup Objects in PowerPoint 2010</vt:lpstr>
      <vt:lpstr>Adding Audio &amp; Video in PowerPoint 2010</vt:lpstr>
      <vt:lpstr>Adding Audio &amp; Video in PowerPoint 2010</vt:lpstr>
      <vt:lpstr>Adding Audio &amp; Video in PowerPoint 2010</vt:lpstr>
      <vt:lpstr>Adding Audio &amp; Video in PowerPoint 2010</vt:lpstr>
      <vt:lpstr>Adding Audio &amp; Video in PowerPoint 2010</vt:lpstr>
      <vt:lpstr>Adding Audio &amp; Video in PowerPoint 2010</vt:lpstr>
      <vt:lpstr>Adding Audio &amp; Video in PowerPoint 2010</vt:lpstr>
      <vt:lpstr>Add &amp; Format Tables PowerPoint 2010</vt:lpstr>
      <vt:lpstr>Add &amp; Format Tables PowerPoint 2010</vt:lpstr>
      <vt:lpstr>Add &amp; Format Tables PowerPoint 2010</vt:lpstr>
      <vt:lpstr>Add &amp; Format Tables PowerPoint 2010</vt:lpstr>
      <vt:lpstr>Add &amp; Format Tables PowerPoint 2010</vt:lpstr>
      <vt:lpstr>Add &amp; Format Charts in PowerPoint 2010</vt:lpstr>
      <vt:lpstr>Add &amp; Format Charts in PowerPoint 2010</vt:lpstr>
      <vt:lpstr>Add &amp; Format Charts in PowerPoint 2010</vt:lpstr>
      <vt:lpstr>Add &amp; Format Charts in PowerPoint 2010</vt:lpstr>
      <vt:lpstr>Add &amp; Format SmartArt in PowerPoint 2010</vt:lpstr>
      <vt:lpstr>Add &amp; Format SmartArt in PowerPoint 2010</vt:lpstr>
      <vt:lpstr>Add &amp; Format SmartArt in PowerPoint 2010</vt:lpstr>
      <vt:lpstr>Add &amp; Format SmartArt in PowerPoint 2010</vt:lpstr>
      <vt:lpstr>Add &amp; Format SmartArt in PowerPoint 2010</vt:lpstr>
      <vt:lpstr>Add &amp; Preview Animations PowerPoint 2010</vt:lpstr>
      <vt:lpstr>Add &amp; Preview Animations PowerPoint 2010</vt:lpstr>
      <vt:lpstr>Add &amp; Preview Animations PowerPoint 2010</vt:lpstr>
      <vt:lpstr>Add &amp; Preview Animations PowerPoint 2010</vt:lpstr>
      <vt:lpstr>Add &amp; Preview Animations PowerPoint 2010</vt:lpstr>
      <vt:lpstr>Add &amp; Preview Animations PowerPoint 2010</vt:lpstr>
      <vt:lpstr>Add &amp; Preview Animations PowerPoint 2010</vt:lpstr>
      <vt:lpstr>Add &amp; Preview Transitions in PowerPoint 2010</vt:lpstr>
      <vt:lpstr>Add &amp; Preview Transitions in PowerPoint 2010</vt:lpstr>
      <vt:lpstr>Add &amp; Preview Transitions in PowerPoint 2010</vt:lpstr>
      <vt:lpstr>Add &amp; Preview Transitions in PowerPoint 2010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steven</dc:creator>
  <cp:lastModifiedBy>UCCSMS1</cp:lastModifiedBy>
  <cp:revision>342</cp:revision>
  <dcterms:created xsi:type="dcterms:W3CDTF">2008-12-18T17:11:12Z</dcterms:created>
  <dcterms:modified xsi:type="dcterms:W3CDTF">2021-03-11T11:35:43Z</dcterms:modified>
</cp:coreProperties>
</file>