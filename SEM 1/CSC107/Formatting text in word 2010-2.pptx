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71"/>
  </p:notesMasterIdLst>
  <p:sldIdLst>
    <p:sldId id="260" r:id="rId2"/>
    <p:sldId id="385" r:id="rId3"/>
    <p:sldId id="294" r:id="rId4"/>
    <p:sldId id="261" r:id="rId5"/>
    <p:sldId id="264" r:id="rId6"/>
    <p:sldId id="442" r:id="rId7"/>
    <p:sldId id="441" r:id="rId8"/>
    <p:sldId id="443" r:id="rId9"/>
    <p:sldId id="444" r:id="rId10"/>
    <p:sldId id="445" r:id="rId11"/>
    <p:sldId id="446" r:id="rId12"/>
    <p:sldId id="447" r:id="rId13"/>
    <p:sldId id="449" r:id="rId14"/>
    <p:sldId id="450" r:id="rId15"/>
    <p:sldId id="451" r:id="rId16"/>
    <p:sldId id="452" r:id="rId17"/>
    <p:sldId id="453" r:id="rId18"/>
    <p:sldId id="454" r:id="rId19"/>
    <p:sldId id="455" r:id="rId20"/>
    <p:sldId id="456" r:id="rId21"/>
    <p:sldId id="457" r:id="rId22"/>
    <p:sldId id="458" r:id="rId23"/>
    <p:sldId id="459" r:id="rId24"/>
    <p:sldId id="460" r:id="rId25"/>
    <p:sldId id="461" r:id="rId26"/>
    <p:sldId id="462" r:id="rId27"/>
    <p:sldId id="463" r:id="rId28"/>
    <p:sldId id="464" r:id="rId29"/>
    <p:sldId id="465" r:id="rId30"/>
    <p:sldId id="466" r:id="rId31"/>
    <p:sldId id="467" r:id="rId32"/>
    <p:sldId id="469" r:id="rId33"/>
    <p:sldId id="468" r:id="rId34"/>
    <p:sldId id="470" r:id="rId35"/>
    <p:sldId id="471" r:id="rId36"/>
    <p:sldId id="472" r:id="rId37"/>
    <p:sldId id="473" r:id="rId38"/>
    <p:sldId id="474" r:id="rId39"/>
    <p:sldId id="475" r:id="rId40"/>
    <p:sldId id="476" r:id="rId41"/>
    <p:sldId id="477" r:id="rId42"/>
    <p:sldId id="478" r:id="rId43"/>
    <p:sldId id="479" r:id="rId44"/>
    <p:sldId id="480" r:id="rId45"/>
    <p:sldId id="481" r:id="rId46"/>
    <p:sldId id="482" r:id="rId47"/>
    <p:sldId id="483" r:id="rId48"/>
    <p:sldId id="484" r:id="rId49"/>
    <p:sldId id="485" r:id="rId50"/>
    <p:sldId id="486" r:id="rId51"/>
    <p:sldId id="487" r:id="rId52"/>
    <p:sldId id="488" r:id="rId53"/>
    <p:sldId id="489" r:id="rId54"/>
    <p:sldId id="490" r:id="rId55"/>
    <p:sldId id="491" r:id="rId56"/>
    <p:sldId id="492" r:id="rId57"/>
    <p:sldId id="493" r:id="rId58"/>
    <p:sldId id="494" r:id="rId59"/>
    <p:sldId id="495" r:id="rId60"/>
    <p:sldId id="496" r:id="rId61"/>
    <p:sldId id="497" r:id="rId62"/>
    <p:sldId id="498" r:id="rId63"/>
    <p:sldId id="499" r:id="rId64"/>
    <p:sldId id="500" r:id="rId65"/>
    <p:sldId id="501" r:id="rId66"/>
    <p:sldId id="502" r:id="rId67"/>
    <p:sldId id="503" r:id="rId68"/>
    <p:sldId id="440" r:id="rId69"/>
    <p:sldId id="384" r:id="rId7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7531"/>
    <a:srgbClr val="EEEB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68" d="100"/>
          <a:sy n="68" d="100"/>
        </p:scale>
        <p:origin x="-1446" y="-10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E9E547-3C66-4E5D-9D07-0515EED2B913}" type="doc">
      <dgm:prSet loTypeId="urn:microsoft.com/office/officeart/2005/8/layout/default#1" loCatId="list" qsTypeId="urn:microsoft.com/office/officeart/2005/8/quickstyle/simple5" qsCatId="simple" csTypeId="urn:microsoft.com/office/officeart/2005/8/colors/accent4_3" csCatId="accent4" phldr="1"/>
      <dgm:spPr/>
      <dgm:t>
        <a:bodyPr/>
        <a:lstStyle/>
        <a:p>
          <a:endParaRPr lang="en-US"/>
        </a:p>
      </dgm:t>
    </dgm:pt>
    <dgm:pt modelId="{7D821BC7-213D-4CEC-978A-9CFFE70F3D67}">
      <dgm:prSet/>
      <dgm:spPr/>
      <dgm:t>
        <a:bodyPr/>
        <a:lstStyle/>
        <a:p>
          <a:r>
            <a:rPr lang="en-US" dirty="0"/>
            <a:t>Introduction </a:t>
          </a:r>
        </a:p>
        <a:p>
          <a:r>
            <a:rPr lang="en-US" dirty="0"/>
            <a:t>to </a:t>
          </a:r>
          <a:endParaRPr lang="en-US" dirty="0" smtClean="0"/>
        </a:p>
        <a:p>
          <a:r>
            <a:rPr lang="en-US" dirty="0" smtClean="0"/>
            <a:t>Microsoft word 2010</a:t>
          </a:r>
          <a:endParaRPr lang="en-US" dirty="0"/>
        </a:p>
      </dgm:t>
    </dgm:pt>
    <dgm:pt modelId="{ED2C2DDE-E64A-4045-9DC7-203AF2A63846}" type="parTrans" cxnId="{331EC4E3-DC32-4A83-872F-34DD2D9EAD5A}">
      <dgm:prSet/>
      <dgm:spPr/>
      <dgm:t>
        <a:bodyPr/>
        <a:lstStyle/>
        <a:p>
          <a:endParaRPr lang="en-US"/>
        </a:p>
      </dgm:t>
    </dgm:pt>
    <dgm:pt modelId="{AC409FAE-4704-48A8-9261-8AFBDD18865D}" type="sibTrans" cxnId="{331EC4E3-DC32-4A83-872F-34DD2D9EAD5A}">
      <dgm:prSet/>
      <dgm:spPr/>
      <dgm:t>
        <a:bodyPr/>
        <a:lstStyle/>
        <a:p>
          <a:endParaRPr lang="en-US"/>
        </a:p>
      </dgm:t>
    </dgm:pt>
    <dgm:pt modelId="{46A1C575-DE29-4021-A28C-E1E7FA78085E}" type="pres">
      <dgm:prSet presAssocID="{3DE9E547-3C66-4E5D-9D07-0515EED2B913}" presName="diagram" presStyleCnt="0">
        <dgm:presLayoutVars>
          <dgm:dir/>
          <dgm:resizeHandles val="exact"/>
        </dgm:presLayoutVars>
      </dgm:prSet>
      <dgm:spPr/>
      <dgm:t>
        <a:bodyPr/>
        <a:lstStyle/>
        <a:p>
          <a:endParaRPr lang="en-GB"/>
        </a:p>
      </dgm:t>
    </dgm:pt>
    <dgm:pt modelId="{9972E4C6-FDD6-4F32-8994-B9E0115268C3}" type="pres">
      <dgm:prSet presAssocID="{7D821BC7-213D-4CEC-978A-9CFFE70F3D67}" presName="node" presStyleLbl="node1" presStyleIdx="0" presStyleCnt="1" custScaleX="110222" custLinFactNeighborY="-1666">
        <dgm:presLayoutVars>
          <dgm:bulletEnabled val="1"/>
        </dgm:presLayoutVars>
      </dgm:prSet>
      <dgm:spPr/>
      <dgm:t>
        <a:bodyPr/>
        <a:lstStyle/>
        <a:p>
          <a:endParaRPr lang="en-GB"/>
        </a:p>
      </dgm:t>
    </dgm:pt>
  </dgm:ptLst>
  <dgm:cxnLst>
    <dgm:cxn modelId="{0B62D86B-A0DA-4B75-8C82-CC0B7B67BE45}" type="presOf" srcId="{7D821BC7-213D-4CEC-978A-9CFFE70F3D67}" destId="{9972E4C6-FDD6-4F32-8994-B9E0115268C3}" srcOrd="0" destOrd="0" presId="urn:microsoft.com/office/officeart/2005/8/layout/default#1"/>
    <dgm:cxn modelId="{331EC4E3-DC32-4A83-872F-34DD2D9EAD5A}" srcId="{3DE9E547-3C66-4E5D-9D07-0515EED2B913}" destId="{7D821BC7-213D-4CEC-978A-9CFFE70F3D67}" srcOrd="0" destOrd="0" parTransId="{ED2C2DDE-E64A-4045-9DC7-203AF2A63846}" sibTransId="{AC409FAE-4704-48A8-9261-8AFBDD18865D}"/>
    <dgm:cxn modelId="{36C3BEF2-2DBA-42EB-9810-973BE445D0C7}" type="presOf" srcId="{3DE9E547-3C66-4E5D-9D07-0515EED2B913}" destId="{46A1C575-DE29-4021-A28C-E1E7FA78085E}" srcOrd="0" destOrd="0" presId="urn:microsoft.com/office/officeart/2005/8/layout/default#1"/>
    <dgm:cxn modelId="{9FF98F3C-4B54-499E-81E4-D4C2F1EE2959}" type="presParOf" srcId="{46A1C575-DE29-4021-A28C-E1E7FA78085E}" destId="{9972E4C6-FDD6-4F32-8994-B9E0115268C3}" srcOrd="0"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DE9E547-3C66-4E5D-9D07-0515EED2B913}" type="doc">
      <dgm:prSet loTypeId="urn:microsoft.com/office/officeart/2005/8/layout/default#1" loCatId="list" qsTypeId="urn:microsoft.com/office/officeart/2005/8/quickstyle/simple5" qsCatId="simple" csTypeId="urn:microsoft.com/office/officeart/2005/8/colors/accent4_3" csCatId="accent4" phldr="1"/>
      <dgm:spPr/>
      <dgm:t>
        <a:bodyPr/>
        <a:lstStyle/>
        <a:p>
          <a:endParaRPr lang="en-US"/>
        </a:p>
      </dgm:t>
    </dgm:pt>
    <dgm:pt modelId="{7D821BC7-213D-4CEC-978A-9CFFE70F3D67}">
      <dgm:prSet/>
      <dgm:spPr/>
      <dgm:t>
        <a:bodyPr/>
        <a:lstStyle/>
        <a:p>
          <a:r>
            <a:rPr lang="en-US" dirty="0" smtClean="0"/>
            <a:t>Formatting Text in word 2010</a:t>
          </a:r>
          <a:endParaRPr lang="en-US" dirty="0"/>
        </a:p>
      </dgm:t>
    </dgm:pt>
    <dgm:pt modelId="{ED2C2DDE-E64A-4045-9DC7-203AF2A63846}" type="parTrans" cxnId="{331EC4E3-DC32-4A83-872F-34DD2D9EAD5A}">
      <dgm:prSet/>
      <dgm:spPr/>
      <dgm:t>
        <a:bodyPr/>
        <a:lstStyle/>
        <a:p>
          <a:endParaRPr lang="en-US"/>
        </a:p>
      </dgm:t>
    </dgm:pt>
    <dgm:pt modelId="{AC409FAE-4704-48A8-9261-8AFBDD18865D}" type="sibTrans" cxnId="{331EC4E3-DC32-4A83-872F-34DD2D9EAD5A}">
      <dgm:prSet/>
      <dgm:spPr/>
      <dgm:t>
        <a:bodyPr/>
        <a:lstStyle/>
        <a:p>
          <a:endParaRPr lang="en-US"/>
        </a:p>
      </dgm:t>
    </dgm:pt>
    <dgm:pt modelId="{46A1C575-DE29-4021-A28C-E1E7FA78085E}" type="pres">
      <dgm:prSet presAssocID="{3DE9E547-3C66-4E5D-9D07-0515EED2B913}" presName="diagram" presStyleCnt="0">
        <dgm:presLayoutVars>
          <dgm:dir/>
          <dgm:resizeHandles val="exact"/>
        </dgm:presLayoutVars>
      </dgm:prSet>
      <dgm:spPr/>
      <dgm:t>
        <a:bodyPr/>
        <a:lstStyle/>
        <a:p>
          <a:endParaRPr lang="en-GB"/>
        </a:p>
      </dgm:t>
    </dgm:pt>
    <dgm:pt modelId="{9972E4C6-FDD6-4F32-8994-B9E0115268C3}" type="pres">
      <dgm:prSet presAssocID="{7D821BC7-213D-4CEC-978A-9CFFE70F3D67}" presName="node" presStyleLbl="node1" presStyleIdx="0" presStyleCnt="1" custScaleX="110222" custLinFactNeighborY="-1666">
        <dgm:presLayoutVars>
          <dgm:bulletEnabled val="1"/>
        </dgm:presLayoutVars>
      </dgm:prSet>
      <dgm:spPr/>
      <dgm:t>
        <a:bodyPr/>
        <a:lstStyle/>
        <a:p>
          <a:endParaRPr lang="en-GB"/>
        </a:p>
      </dgm:t>
    </dgm:pt>
  </dgm:ptLst>
  <dgm:cxnLst>
    <dgm:cxn modelId="{65DCDAFD-8909-4CCC-96D3-23F19B6A2257}" type="presOf" srcId="{7D821BC7-213D-4CEC-978A-9CFFE70F3D67}" destId="{9972E4C6-FDD6-4F32-8994-B9E0115268C3}" srcOrd="0" destOrd="0" presId="urn:microsoft.com/office/officeart/2005/8/layout/default#1"/>
    <dgm:cxn modelId="{88175D38-BFA8-4D43-90FA-3BE39FD3975D}" type="presOf" srcId="{3DE9E547-3C66-4E5D-9D07-0515EED2B913}" destId="{46A1C575-DE29-4021-A28C-E1E7FA78085E}" srcOrd="0" destOrd="0" presId="urn:microsoft.com/office/officeart/2005/8/layout/default#1"/>
    <dgm:cxn modelId="{331EC4E3-DC32-4A83-872F-34DD2D9EAD5A}" srcId="{3DE9E547-3C66-4E5D-9D07-0515EED2B913}" destId="{7D821BC7-213D-4CEC-978A-9CFFE70F3D67}" srcOrd="0" destOrd="0" parTransId="{ED2C2DDE-E64A-4045-9DC7-203AF2A63846}" sibTransId="{AC409FAE-4704-48A8-9261-8AFBDD18865D}"/>
    <dgm:cxn modelId="{D5A03DA0-5C1B-4D49-89F3-846B63674282}" type="presParOf" srcId="{46A1C575-DE29-4021-A28C-E1E7FA78085E}" destId="{9972E4C6-FDD6-4F32-8994-B9E0115268C3}" srcOrd="0"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DE9E547-3C66-4E5D-9D07-0515EED2B913}" type="doc">
      <dgm:prSet loTypeId="urn:microsoft.com/office/officeart/2005/8/layout/default#1" loCatId="list" qsTypeId="urn:microsoft.com/office/officeart/2005/8/quickstyle/simple5" qsCatId="simple" csTypeId="urn:microsoft.com/office/officeart/2005/8/colors/accent4_3" csCatId="accent4" phldr="1"/>
      <dgm:spPr/>
      <dgm:t>
        <a:bodyPr/>
        <a:lstStyle/>
        <a:p>
          <a:endParaRPr lang="en-US"/>
        </a:p>
      </dgm:t>
    </dgm:pt>
    <dgm:pt modelId="{F9022B54-68C2-4973-9A00-460029290542}">
      <dgm:prSet phldrT="[Text]"/>
      <dgm:spPr/>
      <dgm:t>
        <a:bodyPr/>
        <a:lstStyle/>
        <a:p>
          <a:r>
            <a:rPr lang="en-US" dirty="0" smtClean="0"/>
            <a:t>How to set text font in  word </a:t>
          </a:r>
          <a:endParaRPr lang="en-US" dirty="0"/>
        </a:p>
      </dgm:t>
    </dgm:pt>
    <dgm:pt modelId="{0EBC0F7C-C083-479E-822C-AA3F278D062A}" type="parTrans" cxnId="{A36A33C9-5EC3-4472-82B9-956D1373C0B4}">
      <dgm:prSet/>
      <dgm:spPr/>
      <dgm:t>
        <a:bodyPr/>
        <a:lstStyle/>
        <a:p>
          <a:endParaRPr lang="en-US"/>
        </a:p>
      </dgm:t>
    </dgm:pt>
    <dgm:pt modelId="{AEC43A17-FDDC-4261-BB01-B6005B7A4552}" type="sibTrans" cxnId="{A36A33C9-5EC3-4472-82B9-956D1373C0B4}">
      <dgm:prSet/>
      <dgm:spPr/>
      <dgm:t>
        <a:bodyPr/>
        <a:lstStyle/>
        <a:p>
          <a:endParaRPr lang="en-US"/>
        </a:p>
      </dgm:t>
    </dgm:pt>
    <dgm:pt modelId="{BBBB9B4E-DA71-45DE-92BC-1EF247E5F9B2}">
      <dgm:prSet/>
      <dgm:spPr/>
      <dgm:t>
        <a:bodyPr/>
        <a:lstStyle/>
        <a:p>
          <a:r>
            <a:rPr lang="en-US" dirty="0" smtClean="0"/>
            <a:t>How to do text decoration in word </a:t>
          </a:r>
          <a:endParaRPr lang="en-US" dirty="0"/>
        </a:p>
      </dgm:t>
    </dgm:pt>
    <dgm:pt modelId="{A9ED417C-F968-4650-A07D-E6C8B9F80C83}" type="parTrans" cxnId="{8294D506-3CCF-46C3-9D45-09DDBBAFC9A2}">
      <dgm:prSet/>
      <dgm:spPr/>
      <dgm:t>
        <a:bodyPr/>
        <a:lstStyle/>
        <a:p>
          <a:endParaRPr lang="en-US"/>
        </a:p>
      </dgm:t>
    </dgm:pt>
    <dgm:pt modelId="{8B37F55B-F450-4B0B-98F7-A2B490DAC81A}" type="sibTrans" cxnId="{8294D506-3CCF-46C3-9D45-09DDBBAFC9A2}">
      <dgm:prSet/>
      <dgm:spPr/>
      <dgm:t>
        <a:bodyPr/>
        <a:lstStyle/>
        <a:p>
          <a:endParaRPr lang="en-US"/>
        </a:p>
      </dgm:t>
    </dgm:pt>
    <dgm:pt modelId="{C11B75ED-B46B-4BF2-80F2-DA583A75044E}">
      <dgm:prSet/>
      <dgm:spPr/>
      <dgm:t>
        <a:bodyPr/>
        <a:lstStyle/>
        <a:p>
          <a:r>
            <a:rPr lang="en-US" dirty="0" smtClean="0"/>
            <a:t>How to change text case in word </a:t>
          </a:r>
          <a:endParaRPr lang="en-US" dirty="0"/>
        </a:p>
      </dgm:t>
    </dgm:pt>
    <dgm:pt modelId="{5645C486-8F55-4C5D-BAFE-57B0FB9C1457}" type="parTrans" cxnId="{0DB3BCB8-BFA0-457C-84E0-1D03CDEA15BA}">
      <dgm:prSet/>
      <dgm:spPr/>
      <dgm:t>
        <a:bodyPr/>
        <a:lstStyle/>
        <a:p>
          <a:endParaRPr lang="en-US"/>
        </a:p>
      </dgm:t>
    </dgm:pt>
    <dgm:pt modelId="{0F8F958D-95B3-4287-AB04-371DBF737C1C}" type="sibTrans" cxnId="{0DB3BCB8-BFA0-457C-84E0-1D03CDEA15BA}">
      <dgm:prSet/>
      <dgm:spPr/>
      <dgm:t>
        <a:bodyPr/>
        <a:lstStyle/>
        <a:p>
          <a:endParaRPr lang="en-US"/>
        </a:p>
      </dgm:t>
    </dgm:pt>
    <dgm:pt modelId="{23F2D5E2-61FA-40AD-9F7D-BF405C8CDFAE}">
      <dgm:prSet/>
      <dgm:spPr/>
      <dgm:t>
        <a:bodyPr/>
        <a:lstStyle/>
        <a:p>
          <a:r>
            <a:rPr lang="en-US" dirty="0" smtClean="0"/>
            <a:t>How to change text color in word</a:t>
          </a:r>
          <a:endParaRPr lang="en-US" dirty="0"/>
        </a:p>
      </dgm:t>
    </dgm:pt>
    <dgm:pt modelId="{AB5E8461-293C-485A-87B5-1F0B83CE1442}" type="parTrans" cxnId="{FBDBE29A-0A0F-4D97-8A3B-694C132A4FE5}">
      <dgm:prSet/>
      <dgm:spPr/>
      <dgm:t>
        <a:bodyPr/>
        <a:lstStyle/>
        <a:p>
          <a:endParaRPr lang="en-US"/>
        </a:p>
      </dgm:t>
    </dgm:pt>
    <dgm:pt modelId="{2155DDCB-A76B-4506-AD94-A2E4AE9F6F2F}" type="sibTrans" cxnId="{FBDBE29A-0A0F-4D97-8A3B-694C132A4FE5}">
      <dgm:prSet/>
      <dgm:spPr/>
      <dgm:t>
        <a:bodyPr/>
        <a:lstStyle/>
        <a:p>
          <a:endParaRPr lang="en-US"/>
        </a:p>
      </dgm:t>
    </dgm:pt>
    <dgm:pt modelId="{D032DDD3-5BE8-4773-89B2-68CD8965B3E6}">
      <dgm:prSet/>
      <dgm:spPr/>
      <dgm:t>
        <a:bodyPr/>
        <a:lstStyle/>
        <a:p>
          <a:r>
            <a:rPr lang="en-US" dirty="0" smtClean="0"/>
            <a:t>How to do text alignments in word</a:t>
          </a:r>
          <a:endParaRPr lang="en-US" dirty="0"/>
        </a:p>
      </dgm:t>
    </dgm:pt>
    <dgm:pt modelId="{81D33D49-3010-4917-BC50-D44BA8B22DF2}" type="parTrans" cxnId="{864161E3-D902-466F-A23C-0B9201C3B39B}">
      <dgm:prSet/>
      <dgm:spPr/>
      <dgm:t>
        <a:bodyPr/>
        <a:lstStyle/>
        <a:p>
          <a:endParaRPr lang="en-US"/>
        </a:p>
      </dgm:t>
    </dgm:pt>
    <dgm:pt modelId="{C692D208-6BD8-417E-A3C9-418AEBD7A4B3}" type="sibTrans" cxnId="{864161E3-D902-466F-A23C-0B9201C3B39B}">
      <dgm:prSet/>
      <dgm:spPr/>
      <dgm:t>
        <a:bodyPr/>
        <a:lstStyle/>
        <a:p>
          <a:endParaRPr lang="en-US"/>
        </a:p>
      </dgm:t>
    </dgm:pt>
    <dgm:pt modelId="{0C2A3C5A-0AE4-41C1-AA5D-5BC4E760C57F}">
      <dgm:prSet/>
      <dgm:spPr/>
      <dgm:t>
        <a:bodyPr/>
        <a:lstStyle/>
        <a:p>
          <a:r>
            <a:rPr lang="en-US" dirty="0" smtClean="0"/>
            <a:t>How to indent paragraphs in word</a:t>
          </a:r>
          <a:endParaRPr lang="en-US" dirty="0"/>
        </a:p>
      </dgm:t>
    </dgm:pt>
    <dgm:pt modelId="{C63CDA1C-7537-4175-AE85-DCCC8B9595D5}" type="parTrans" cxnId="{86E31C76-0D62-4F6E-AF30-DF0CF87F6868}">
      <dgm:prSet/>
      <dgm:spPr/>
      <dgm:t>
        <a:bodyPr/>
        <a:lstStyle/>
        <a:p>
          <a:endParaRPr lang="en-US"/>
        </a:p>
      </dgm:t>
    </dgm:pt>
    <dgm:pt modelId="{C25ACD3C-6ADA-4FCF-83F9-C46AF1053BB7}" type="sibTrans" cxnId="{86E31C76-0D62-4F6E-AF30-DF0CF87F6868}">
      <dgm:prSet/>
      <dgm:spPr/>
      <dgm:t>
        <a:bodyPr/>
        <a:lstStyle/>
        <a:p>
          <a:endParaRPr lang="en-US"/>
        </a:p>
      </dgm:t>
    </dgm:pt>
    <dgm:pt modelId="{46A1C575-DE29-4021-A28C-E1E7FA78085E}" type="pres">
      <dgm:prSet presAssocID="{3DE9E547-3C66-4E5D-9D07-0515EED2B913}" presName="diagram" presStyleCnt="0">
        <dgm:presLayoutVars>
          <dgm:dir/>
          <dgm:resizeHandles val="exact"/>
        </dgm:presLayoutVars>
      </dgm:prSet>
      <dgm:spPr/>
      <dgm:t>
        <a:bodyPr/>
        <a:lstStyle/>
        <a:p>
          <a:endParaRPr lang="en-GB"/>
        </a:p>
      </dgm:t>
    </dgm:pt>
    <dgm:pt modelId="{E43CDCF3-D5B2-4556-A6FF-1FBA940E878F}" type="pres">
      <dgm:prSet presAssocID="{F9022B54-68C2-4973-9A00-460029290542}" presName="node" presStyleLbl="node1" presStyleIdx="0" presStyleCnt="6">
        <dgm:presLayoutVars>
          <dgm:bulletEnabled val="1"/>
        </dgm:presLayoutVars>
      </dgm:prSet>
      <dgm:spPr/>
      <dgm:t>
        <a:bodyPr/>
        <a:lstStyle/>
        <a:p>
          <a:endParaRPr lang="en-GB"/>
        </a:p>
      </dgm:t>
    </dgm:pt>
    <dgm:pt modelId="{54066D3B-676A-41CA-98B3-C0905E22B6EF}" type="pres">
      <dgm:prSet presAssocID="{AEC43A17-FDDC-4261-BB01-B6005B7A4552}" presName="sibTrans" presStyleCnt="0"/>
      <dgm:spPr/>
    </dgm:pt>
    <dgm:pt modelId="{08678D36-F832-48B7-8548-C43AEE1F6A43}" type="pres">
      <dgm:prSet presAssocID="{BBBB9B4E-DA71-45DE-92BC-1EF247E5F9B2}" presName="node" presStyleLbl="node1" presStyleIdx="1" presStyleCnt="6">
        <dgm:presLayoutVars>
          <dgm:bulletEnabled val="1"/>
        </dgm:presLayoutVars>
      </dgm:prSet>
      <dgm:spPr/>
      <dgm:t>
        <a:bodyPr/>
        <a:lstStyle/>
        <a:p>
          <a:endParaRPr lang="en-GB"/>
        </a:p>
      </dgm:t>
    </dgm:pt>
    <dgm:pt modelId="{94E3CC2B-92E4-4B0C-B930-B4411572BF9F}" type="pres">
      <dgm:prSet presAssocID="{8B37F55B-F450-4B0B-98F7-A2B490DAC81A}" presName="sibTrans" presStyleCnt="0"/>
      <dgm:spPr/>
    </dgm:pt>
    <dgm:pt modelId="{D32AB574-D896-42B8-809A-74BD322B19E9}" type="pres">
      <dgm:prSet presAssocID="{C11B75ED-B46B-4BF2-80F2-DA583A75044E}" presName="node" presStyleLbl="node1" presStyleIdx="2" presStyleCnt="6">
        <dgm:presLayoutVars>
          <dgm:bulletEnabled val="1"/>
        </dgm:presLayoutVars>
      </dgm:prSet>
      <dgm:spPr/>
      <dgm:t>
        <a:bodyPr/>
        <a:lstStyle/>
        <a:p>
          <a:endParaRPr lang="en-GB"/>
        </a:p>
      </dgm:t>
    </dgm:pt>
    <dgm:pt modelId="{8FCDC96A-B844-4560-9827-3799EB37A607}" type="pres">
      <dgm:prSet presAssocID="{0F8F958D-95B3-4287-AB04-371DBF737C1C}" presName="sibTrans" presStyleCnt="0"/>
      <dgm:spPr/>
    </dgm:pt>
    <dgm:pt modelId="{126D987F-03E4-4E3A-BED9-08B6BA3A15AB}" type="pres">
      <dgm:prSet presAssocID="{23F2D5E2-61FA-40AD-9F7D-BF405C8CDFAE}" presName="node" presStyleLbl="node1" presStyleIdx="3" presStyleCnt="6">
        <dgm:presLayoutVars>
          <dgm:bulletEnabled val="1"/>
        </dgm:presLayoutVars>
      </dgm:prSet>
      <dgm:spPr/>
      <dgm:t>
        <a:bodyPr/>
        <a:lstStyle/>
        <a:p>
          <a:endParaRPr lang="en-GB"/>
        </a:p>
      </dgm:t>
    </dgm:pt>
    <dgm:pt modelId="{E35D6D9B-6CD2-4458-885A-62ADB7B92653}" type="pres">
      <dgm:prSet presAssocID="{2155DDCB-A76B-4506-AD94-A2E4AE9F6F2F}" presName="sibTrans" presStyleCnt="0"/>
      <dgm:spPr/>
    </dgm:pt>
    <dgm:pt modelId="{A0EFA616-1553-4077-9D32-88AE20AC0552}" type="pres">
      <dgm:prSet presAssocID="{D032DDD3-5BE8-4773-89B2-68CD8965B3E6}" presName="node" presStyleLbl="node1" presStyleIdx="4" presStyleCnt="6">
        <dgm:presLayoutVars>
          <dgm:bulletEnabled val="1"/>
        </dgm:presLayoutVars>
      </dgm:prSet>
      <dgm:spPr/>
      <dgm:t>
        <a:bodyPr/>
        <a:lstStyle/>
        <a:p>
          <a:endParaRPr lang="en-GB"/>
        </a:p>
      </dgm:t>
    </dgm:pt>
    <dgm:pt modelId="{4543EDFD-DAD7-4CC1-8700-DF379CC38E62}" type="pres">
      <dgm:prSet presAssocID="{C692D208-6BD8-417E-A3C9-418AEBD7A4B3}" presName="sibTrans" presStyleCnt="0"/>
      <dgm:spPr/>
    </dgm:pt>
    <dgm:pt modelId="{D944875E-4200-44D3-9F4D-D995865E5F68}" type="pres">
      <dgm:prSet presAssocID="{0C2A3C5A-0AE4-41C1-AA5D-5BC4E760C57F}" presName="node" presStyleLbl="node1" presStyleIdx="5" presStyleCnt="6">
        <dgm:presLayoutVars>
          <dgm:bulletEnabled val="1"/>
        </dgm:presLayoutVars>
      </dgm:prSet>
      <dgm:spPr/>
      <dgm:t>
        <a:bodyPr/>
        <a:lstStyle/>
        <a:p>
          <a:endParaRPr lang="en-GB"/>
        </a:p>
      </dgm:t>
    </dgm:pt>
  </dgm:ptLst>
  <dgm:cxnLst>
    <dgm:cxn modelId="{031BCA45-34A2-4E89-93EF-0C69AA13A8F0}" type="presOf" srcId="{23F2D5E2-61FA-40AD-9F7D-BF405C8CDFAE}" destId="{126D987F-03E4-4E3A-BED9-08B6BA3A15AB}" srcOrd="0" destOrd="0" presId="urn:microsoft.com/office/officeart/2005/8/layout/default#1"/>
    <dgm:cxn modelId="{6AAA590D-29DC-4E4C-8B98-98C454876ACA}" type="presOf" srcId="{0C2A3C5A-0AE4-41C1-AA5D-5BC4E760C57F}" destId="{D944875E-4200-44D3-9F4D-D995865E5F68}" srcOrd="0" destOrd="0" presId="urn:microsoft.com/office/officeart/2005/8/layout/default#1"/>
    <dgm:cxn modelId="{8C7B99DC-F8B1-492C-AD47-8DB1AB5E9999}" type="presOf" srcId="{C11B75ED-B46B-4BF2-80F2-DA583A75044E}" destId="{D32AB574-D896-42B8-809A-74BD322B19E9}" srcOrd="0" destOrd="0" presId="urn:microsoft.com/office/officeart/2005/8/layout/default#1"/>
    <dgm:cxn modelId="{86E31C76-0D62-4F6E-AF30-DF0CF87F6868}" srcId="{3DE9E547-3C66-4E5D-9D07-0515EED2B913}" destId="{0C2A3C5A-0AE4-41C1-AA5D-5BC4E760C57F}" srcOrd="5" destOrd="0" parTransId="{C63CDA1C-7537-4175-AE85-DCCC8B9595D5}" sibTransId="{C25ACD3C-6ADA-4FCF-83F9-C46AF1053BB7}"/>
    <dgm:cxn modelId="{5975DE9F-9538-4AC2-A004-1F0309A49A9F}" type="presOf" srcId="{BBBB9B4E-DA71-45DE-92BC-1EF247E5F9B2}" destId="{08678D36-F832-48B7-8548-C43AEE1F6A43}" srcOrd="0" destOrd="0" presId="urn:microsoft.com/office/officeart/2005/8/layout/default#1"/>
    <dgm:cxn modelId="{FBDBE29A-0A0F-4D97-8A3B-694C132A4FE5}" srcId="{3DE9E547-3C66-4E5D-9D07-0515EED2B913}" destId="{23F2D5E2-61FA-40AD-9F7D-BF405C8CDFAE}" srcOrd="3" destOrd="0" parTransId="{AB5E8461-293C-485A-87B5-1F0B83CE1442}" sibTransId="{2155DDCB-A76B-4506-AD94-A2E4AE9F6F2F}"/>
    <dgm:cxn modelId="{0DB3BCB8-BFA0-457C-84E0-1D03CDEA15BA}" srcId="{3DE9E547-3C66-4E5D-9D07-0515EED2B913}" destId="{C11B75ED-B46B-4BF2-80F2-DA583A75044E}" srcOrd="2" destOrd="0" parTransId="{5645C486-8F55-4C5D-BAFE-57B0FB9C1457}" sibTransId="{0F8F958D-95B3-4287-AB04-371DBF737C1C}"/>
    <dgm:cxn modelId="{8294D506-3CCF-46C3-9D45-09DDBBAFC9A2}" srcId="{3DE9E547-3C66-4E5D-9D07-0515EED2B913}" destId="{BBBB9B4E-DA71-45DE-92BC-1EF247E5F9B2}" srcOrd="1" destOrd="0" parTransId="{A9ED417C-F968-4650-A07D-E6C8B9F80C83}" sibTransId="{8B37F55B-F450-4B0B-98F7-A2B490DAC81A}"/>
    <dgm:cxn modelId="{A36A33C9-5EC3-4472-82B9-956D1373C0B4}" srcId="{3DE9E547-3C66-4E5D-9D07-0515EED2B913}" destId="{F9022B54-68C2-4973-9A00-460029290542}" srcOrd="0" destOrd="0" parTransId="{0EBC0F7C-C083-479E-822C-AA3F278D062A}" sibTransId="{AEC43A17-FDDC-4261-BB01-B6005B7A4552}"/>
    <dgm:cxn modelId="{FD5D13DE-A886-43C1-8176-BE8410373EBE}" type="presOf" srcId="{D032DDD3-5BE8-4773-89B2-68CD8965B3E6}" destId="{A0EFA616-1553-4077-9D32-88AE20AC0552}" srcOrd="0" destOrd="0" presId="urn:microsoft.com/office/officeart/2005/8/layout/default#1"/>
    <dgm:cxn modelId="{864161E3-D902-466F-A23C-0B9201C3B39B}" srcId="{3DE9E547-3C66-4E5D-9D07-0515EED2B913}" destId="{D032DDD3-5BE8-4773-89B2-68CD8965B3E6}" srcOrd="4" destOrd="0" parTransId="{81D33D49-3010-4917-BC50-D44BA8B22DF2}" sibTransId="{C692D208-6BD8-417E-A3C9-418AEBD7A4B3}"/>
    <dgm:cxn modelId="{36C3BEF2-2DBA-42EB-9810-973BE445D0C7}" type="presOf" srcId="{3DE9E547-3C66-4E5D-9D07-0515EED2B913}" destId="{46A1C575-DE29-4021-A28C-E1E7FA78085E}" srcOrd="0" destOrd="0" presId="urn:microsoft.com/office/officeart/2005/8/layout/default#1"/>
    <dgm:cxn modelId="{DB5CF76F-016D-4F32-AE1E-423FE30EF2F6}" type="presOf" srcId="{F9022B54-68C2-4973-9A00-460029290542}" destId="{E43CDCF3-D5B2-4556-A6FF-1FBA940E878F}" srcOrd="0" destOrd="0" presId="urn:microsoft.com/office/officeart/2005/8/layout/default#1"/>
    <dgm:cxn modelId="{C6831F33-A671-4D3A-9651-E6901DF4D6AC}" type="presParOf" srcId="{46A1C575-DE29-4021-A28C-E1E7FA78085E}" destId="{E43CDCF3-D5B2-4556-A6FF-1FBA940E878F}" srcOrd="0" destOrd="0" presId="urn:microsoft.com/office/officeart/2005/8/layout/default#1"/>
    <dgm:cxn modelId="{23A16BBC-1098-40CF-A0D5-9C900233786D}" type="presParOf" srcId="{46A1C575-DE29-4021-A28C-E1E7FA78085E}" destId="{54066D3B-676A-41CA-98B3-C0905E22B6EF}" srcOrd="1" destOrd="0" presId="urn:microsoft.com/office/officeart/2005/8/layout/default#1"/>
    <dgm:cxn modelId="{55059F0B-6C91-4088-9340-8226AFFF946D}" type="presParOf" srcId="{46A1C575-DE29-4021-A28C-E1E7FA78085E}" destId="{08678D36-F832-48B7-8548-C43AEE1F6A43}" srcOrd="2" destOrd="0" presId="urn:microsoft.com/office/officeart/2005/8/layout/default#1"/>
    <dgm:cxn modelId="{183C0D9A-7891-4D10-9A6B-84445838AF97}" type="presParOf" srcId="{46A1C575-DE29-4021-A28C-E1E7FA78085E}" destId="{94E3CC2B-92E4-4B0C-B930-B4411572BF9F}" srcOrd="3" destOrd="0" presId="urn:microsoft.com/office/officeart/2005/8/layout/default#1"/>
    <dgm:cxn modelId="{10FB1E55-51FE-4D10-8536-2E0EBE944374}" type="presParOf" srcId="{46A1C575-DE29-4021-A28C-E1E7FA78085E}" destId="{D32AB574-D896-42B8-809A-74BD322B19E9}" srcOrd="4" destOrd="0" presId="urn:microsoft.com/office/officeart/2005/8/layout/default#1"/>
    <dgm:cxn modelId="{9EDDF9FC-F073-4434-AE22-C4716365B1A3}" type="presParOf" srcId="{46A1C575-DE29-4021-A28C-E1E7FA78085E}" destId="{8FCDC96A-B844-4560-9827-3799EB37A607}" srcOrd="5" destOrd="0" presId="urn:microsoft.com/office/officeart/2005/8/layout/default#1"/>
    <dgm:cxn modelId="{62AA1254-BAAA-4C30-915B-8E8B8D5D39B6}" type="presParOf" srcId="{46A1C575-DE29-4021-A28C-E1E7FA78085E}" destId="{126D987F-03E4-4E3A-BED9-08B6BA3A15AB}" srcOrd="6" destOrd="0" presId="urn:microsoft.com/office/officeart/2005/8/layout/default#1"/>
    <dgm:cxn modelId="{DA7D4CFB-222D-4450-8AF0-D10DC3C95EA3}" type="presParOf" srcId="{46A1C575-DE29-4021-A28C-E1E7FA78085E}" destId="{E35D6D9B-6CD2-4458-885A-62ADB7B92653}" srcOrd="7" destOrd="0" presId="urn:microsoft.com/office/officeart/2005/8/layout/default#1"/>
    <dgm:cxn modelId="{6AE59283-A23C-4A44-A8A5-3A057903230C}" type="presParOf" srcId="{46A1C575-DE29-4021-A28C-E1E7FA78085E}" destId="{A0EFA616-1553-4077-9D32-88AE20AC0552}" srcOrd="8" destOrd="0" presId="urn:microsoft.com/office/officeart/2005/8/layout/default#1"/>
    <dgm:cxn modelId="{429B9619-7928-43DC-A3FE-1E9D2DB4D886}" type="presParOf" srcId="{46A1C575-DE29-4021-A28C-E1E7FA78085E}" destId="{4543EDFD-DAD7-4CC1-8700-DF379CC38E62}" srcOrd="9" destOrd="0" presId="urn:microsoft.com/office/officeart/2005/8/layout/default#1"/>
    <dgm:cxn modelId="{704D0315-1C8A-4D5F-A07E-7D3763651A72}" type="presParOf" srcId="{46A1C575-DE29-4021-A28C-E1E7FA78085E}" destId="{D944875E-4200-44D3-9F4D-D995865E5F68}" srcOrd="10"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DBC15C7-9BC5-433D-92A7-BCC39A2CC830}" type="doc">
      <dgm:prSet loTypeId="urn:microsoft.com/office/officeart/2005/8/layout/default#2" loCatId="list" qsTypeId="urn:microsoft.com/office/officeart/2005/8/quickstyle/simple5" qsCatId="simple" csTypeId="urn:microsoft.com/office/officeart/2005/8/colors/accent4_3" csCatId="accent4" phldr="1"/>
      <dgm:spPr/>
      <dgm:t>
        <a:bodyPr/>
        <a:lstStyle/>
        <a:p>
          <a:endParaRPr lang="en-US"/>
        </a:p>
      </dgm:t>
    </dgm:pt>
    <dgm:pt modelId="{D106D101-98E2-4ADD-B050-08FB6FD9C7E3}">
      <dgm:prSet phldrT="[Text]"/>
      <dgm:spPr/>
      <dgm:t>
        <a:bodyPr/>
        <a:lstStyle/>
        <a:p>
          <a:r>
            <a:rPr lang="en-US" dirty="0" smtClean="0"/>
            <a:t>How to create bullets in word</a:t>
          </a:r>
          <a:endParaRPr lang="en-US" dirty="0"/>
        </a:p>
      </dgm:t>
    </dgm:pt>
    <dgm:pt modelId="{685FBDA6-CC85-496D-A170-BC99493577D0}" type="parTrans" cxnId="{F6B034F9-891C-437A-8AF1-AD1C485BC557}">
      <dgm:prSet/>
      <dgm:spPr/>
      <dgm:t>
        <a:bodyPr/>
        <a:lstStyle/>
        <a:p>
          <a:endParaRPr lang="en-US"/>
        </a:p>
      </dgm:t>
    </dgm:pt>
    <dgm:pt modelId="{1B976BB2-06E8-4BEE-A370-A1865A421EA8}" type="sibTrans" cxnId="{F6B034F9-891C-437A-8AF1-AD1C485BC557}">
      <dgm:prSet/>
      <dgm:spPr/>
      <dgm:t>
        <a:bodyPr/>
        <a:lstStyle/>
        <a:p>
          <a:endParaRPr lang="en-US"/>
        </a:p>
      </dgm:t>
    </dgm:pt>
    <dgm:pt modelId="{F8464089-4A9A-4F75-86F6-AE885BB86749}">
      <dgm:prSet/>
      <dgm:spPr/>
      <dgm:t>
        <a:bodyPr/>
        <a:lstStyle/>
        <a:p>
          <a:r>
            <a:rPr lang="en-US" dirty="0" smtClean="0"/>
            <a:t>How to set line spacing in word</a:t>
          </a:r>
          <a:endParaRPr lang="en-US" dirty="0"/>
        </a:p>
      </dgm:t>
    </dgm:pt>
    <dgm:pt modelId="{B77C631E-A362-4A79-AC78-2B45AF12F6C1}" type="parTrans" cxnId="{988CD545-9795-4210-BE41-3F19DD5C02A9}">
      <dgm:prSet/>
      <dgm:spPr/>
      <dgm:t>
        <a:bodyPr/>
        <a:lstStyle/>
        <a:p>
          <a:endParaRPr lang="en-US"/>
        </a:p>
      </dgm:t>
    </dgm:pt>
    <dgm:pt modelId="{739A434B-58A9-4ED4-9CC0-D6FB560B3715}" type="sibTrans" cxnId="{988CD545-9795-4210-BE41-3F19DD5C02A9}">
      <dgm:prSet/>
      <dgm:spPr/>
      <dgm:t>
        <a:bodyPr/>
        <a:lstStyle/>
        <a:p>
          <a:endParaRPr lang="en-US"/>
        </a:p>
      </dgm:t>
    </dgm:pt>
    <dgm:pt modelId="{37C4EC0F-9771-46D3-AC43-504983863832}">
      <dgm:prSet/>
      <dgm:spPr/>
      <dgm:t>
        <a:bodyPr/>
        <a:lstStyle/>
        <a:p>
          <a:r>
            <a:rPr lang="en-US" dirty="0" smtClean="0"/>
            <a:t>How to set borders and shades symbols in word</a:t>
          </a:r>
          <a:endParaRPr lang="en-US" dirty="0"/>
        </a:p>
      </dgm:t>
    </dgm:pt>
    <dgm:pt modelId="{8E0343A0-E2DE-43EC-AD17-7D72A3575FC7}" type="parTrans" cxnId="{E4773F63-0D8C-4097-8EEB-938B06EB2B86}">
      <dgm:prSet/>
      <dgm:spPr/>
      <dgm:t>
        <a:bodyPr/>
        <a:lstStyle/>
        <a:p>
          <a:endParaRPr lang="en-US"/>
        </a:p>
      </dgm:t>
    </dgm:pt>
    <dgm:pt modelId="{904F759B-3B01-405E-BB0F-927C9B2C9C2B}" type="sibTrans" cxnId="{E4773F63-0D8C-4097-8EEB-938B06EB2B86}">
      <dgm:prSet/>
      <dgm:spPr/>
      <dgm:t>
        <a:bodyPr/>
        <a:lstStyle/>
        <a:p>
          <a:endParaRPr lang="en-US"/>
        </a:p>
      </dgm:t>
    </dgm:pt>
    <dgm:pt modelId="{10F34BB3-F7A7-4010-BA50-7796EE393FA7}">
      <dgm:prSet/>
      <dgm:spPr/>
      <dgm:t>
        <a:bodyPr/>
        <a:lstStyle/>
        <a:p>
          <a:r>
            <a:rPr lang="en-US" dirty="0" smtClean="0"/>
            <a:t>How to set tabs  in word</a:t>
          </a:r>
          <a:endParaRPr lang="en-US" dirty="0"/>
        </a:p>
      </dgm:t>
    </dgm:pt>
    <dgm:pt modelId="{3D9645E2-1626-42A6-A7A8-0890EF9B288F}" type="parTrans" cxnId="{25039054-E572-4533-BDAA-AD143A4368FF}">
      <dgm:prSet/>
      <dgm:spPr/>
      <dgm:t>
        <a:bodyPr/>
        <a:lstStyle/>
        <a:p>
          <a:endParaRPr lang="en-US"/>
        </a:p>
      </dgm:t>
    </dgm:pt>
    <dgm:pt modelId="{C95EE4EA-F9D9-4AD5-8E4B-31BFB0A4AD0C}" type="sibTrans" cxnId="{25039054-E572-4533-BDAA-AD143A4368FF}">
      <dgm:prSet/>
      <dgm:spPr/>
      <dgm:t>
        <a:bodyPr/>
        <a:lstStyle/>
        <a:p>
          <a:endParaRPr lang="en-US"/>
        </a:p>
      </dgm:t>
    </dgm:pt>
    <dgm:pt modelId="{7C78F67E-DE05-4986-8026-E07D3D702A17}">
      <dgm:prSet/>
      <dgm:spPr/>
      <dgm:t>
        <a:bodyPr/>
        <a:lstStyle/>
        <a:p>
          <a:r>
            <a:rPr lang="en-US" dirty="0" smtClean="0"/>
            <a:t>How to apply formatting in word </a:t>
          </a:r>
          <a:endParaRPr lang="en-US" dirty="0"/>
        </a:p>
      </dgm:t>
    </dgm:pt>
    <dgm:pt modelId="{C8FA6969-7144-4B17-ACA7-F53B2F099274}" type="parTrans" cxnId="{226AF6C4-44BC-455C-B6E7-45F9EEFDEF54}">
      <dgm:prSet/>
      <dgm:spPr/>
      <dgm:t>
        <a:bodyPr/>
        <a:lstStyle/>
        <a:p>
          <a:endParaRPr lang="en-US"/>
        </a:p>
      </dgm:t>
    </dgm:pt>
    <dgm:pt modelId="{48568347-6EDD-4F0F-B018-58D3201CB691}" type="sibTrans" cxnId="{226AF6C4-44BC-455C-B6E7-45F9EEFDEF54}">
      <dgm:prSet/>
      <dgm:spPr/>
      <dgm:t>
        <a:bodyPr/>
        <a:lstStyle/>
        <a:p>
          <a:endParaRPr lang="en-US"/>
        </a:p>
      </dgm:t>
    </dgm:pt>
    <dgm:pt modelId="{0283AAF8-8E6B-4228-934C-18F9A9076AC0}" type="pres">
      <dgm:prSet presAssocID="{3DBC15C7-9BC5-433D-92A7-BCC39A2CC830}" presName="diagram" presStyleCnt="0">
        <dgm:presLayoutVars>
          <dgm:dir/>
          <dgm:resizeHandles val="exact"/>
        </dgm:presLayoutVars>
      </dgm:prSet>
      <dgm:spPr/>
      <dgm:t>
        <a:bodyPr/>
        <a:lstStyle/>
        <a:p>
          <a:endParaRPr lang="en-GB"/>
        </a:p>
      </dgm:t>
    </dgm:pt>
    <dgm:pt modelId="{2C05064A-AF3B-4300-BA44-77588901B427}" type="pres">
      <dgm:prSet presAssocID="{D106D101-98E2-4ADD-B050-08FB6FD9C7E3}" presName="node" presStyleLbl="node1" presStyleIdx="0" presStyleCnt="5">
        <dgm:presLayoutVars>
          <dgm:bulletEnabled val="1"/>
        </dgm:presLayoutVars>
      </dgm:prSet>
      <dgm:spPr/>
      <dgm:t>
        <a:bodyPr/>
        <a:lstStyle/>
        <a:p>
          <a:endParaRPr lang="en-GB"/>
        </a:p>
      </dgm:t>
    </dgm:pt>
    <dgm:pt modelId="{EDCDCE41-86BA-475A-A518-EA8E02F91814}" type="pres">
      <dgm:prSet presAssocID="{1B976BB2-06E8-4BEE-A370-A1865A421EA8}" presName="sibTrans" presStyleCnt="0"/>
      <dgm:spPr/>
    </dgm:pt>
    <dgm:pt modelId="{78E50E59-2D61-469F-90EB-61D50540AF76}" type="pres">
      <dgm:prSet presAssocID="{F8464089-4A9A-4F75-86F6-AE885BB86749}" presName="node" presStyleLbl="node1" presStyleIdx="1" presStyleCnt="5">
        <dgm:presLayoutVars>
          <dgm:bulletEnabled val="1"/>
        </dgm:presLayoutVars>
      </dgm:prSet>
      <dgm:spPr/>
      <dgm:t>
        <a:bodyPr/>
        <a:lstStyle/>
        <a:p>
          <a:endParaRPr lang="en-GB"/>
        </a:p>
      </dgm:t>
    </dgm:pt>
    <dgm:pt modelId="{EE375F89-EB64-42AA-AADD-FC4D73FD6AB3}" type="pres">
      <dgm:prSet presAssocID="{739A434B-58A9-4ED4-9CC0-D6FB560B3715}" presName="sibTrans" presStyleCnt="0"/>
      <dgm:spPr/>
    </dgm:pt>
    <dgm:pt modelId="{CA6D4895-767A-41FC-AA1D-E44C43383021}" type="pres">
      <dgm:prSet presAssocID="{37C4EC0F-9771-46D3-AC43-504983863832}" presName="node" presStyleLbl="node1" presStyleIdx="2" presStyleCnt="5" custScaleX="116137">
        <dgm:presLayoutVars>
          <dgm:bulletEnabled val="1"/>
        </dgm:presLayoutVars>
      </dgm:prSet>
      <dgm:spPr/>
      <dgm:t>
        <a:bodyPr/>
        <a:lstStyle/>
        <a:p>
          <a:endParaRPr lang="en-GB"/>
        </a:p>
      </dgm:t>
    </dgm:pt>
    <dgm:pt modelId="{41C0A361-2D24-4CA8-BA9D-3BF46B644A30}" type="pres">
      <dgm:prSet presAssocID="{904F759B-3B01-405E-BB0F-927C9B2C9C2B}" presName="sibTrans" presStyleCnt="0"/>
      <dgm:spPr/>
    </dgm:pt>
    <dgm:pt modelId="{6CE1FDA2-9B33-4C87-8A66-B5121E5141DD}" type="pres">
      <dgm:prSet presAssocID="{10F34BB3-F7A7-4010-BA50-7796EE393FA7}" presName="node" presStyleLbl="node1" presStyleIdx="3" presStyleCnt="5">
        <dgm:presLayoutVars>
          <dgm:bulletEnabled val="1"/>
        </dgm:presLayoutVars>
      </dgm:prSet>
      <dgm:spPr/>
      <dgm:t>
        <a:bodyPr/>
        <a:lstStyle/>
        <a:p>
          <a:endParaRPr lang="en-GB"/>
        </a:p>
      </dgm:t>
    </dgm:pt>
    <dgm:pt modelId="{A9E975FC-DD05-447A-B816-16F20628025C}" type="pres">
      <dgm:prSet presAssocID="{C95EE4EA-F9D9-4AD5-8E4B-31BFB0A4AD0C}" presName="sibTrans" presStyleCnt="0"/>
      <dgm:spPr/>
    </dgm:pt>
    <dgm:pt modelId="{A3CFB6C1-AB2E-4C26-9483-C7BA772609A7}" type="pres">
      <dgm:prSet presAssocID="{7C78F67E-DE05-4986-8026-E07D3D702A17}" presName="node" presStyleLbl="node1" presStyleIdx="4" presStyleCnt="5" custScaleX="125602">
        <dgm:presLayoutVars>
          <dgm:bulletEnabled val="1"/>
        </dgm:presLayoutVars>
      </dgm:prSet>
      <dgm:spPr/>
      <dgm:t>
        <a:bodyPr/>
        <a:lstStyle/>
        <a:p>
          <a:endParaRPr lang="en-GB"/>
        </a:p>
      </dgm:t>
    </dgm:pt>
  </dgm:ptLst>
  <dgm:cxnLst>
    <dgm:cxn modelId="{F6B034F9-891C-437A-8AF1-AD1C485BC557}" srcId="{3DBC15C7-9BC5-433D-92A7-BCC39A2CC830}" destId="{D106D101-98E2-4ADD-B050-08FB6FD9C7E3}" srcOrd="0" destOrd="0" parTransId="{685FBDA6-CC85-496D-A170-BC99493577D0}" sibTransId="{1B976BB2-06E8-4BEE-A370-A1865A421EA8}"/>
    <dgm:cxn modelId="{988CD545-9795-4210-BE41-3F19DD5C02A9}" srcId="{3DBC15C7-9BC5-433D-92A7-BCC39A2CC830}" destId="{F8464089-4A9A-4F75-86F6-AE885BB86749}" srcOrd="1" destOrd="0" parTransId="{B77C631E-A362-4A79-AC78-2B45AF12F6C1}" sibTransId="{739A434B-58A9-4ED4-9CC0-D6FB560B3715}"/>
    <dgm:cxn modelId="{226AF6C4-44BC-455C-B6E7-45F9EEFDEF54}" srcId="{3DBC15C7-9BC5-433D-92A7-BCC39A2CC830}" destId="{7C78F67E-DE05-4986-8026-E07D3D702A17}" srcOrd="4" destOrd="0" parTransId="{C8FA6969-7144-4B17-ACA7-F53B2F099274}" sibTransId="{48568347-6EDD-4F0F-B018-58D3201CB691}"/>
    <dgm:cxn modelId="{25039054-E572-4533-BDAA-AD143A4368FF}" srcId="{3DBC15C7-9BC5-433D-92A7-BCC39A2CC830}" destId="{10F34BB3-F7A7-4010-BA50-7796EE393FA7}" srcOrd="3" destOrd="0" parTransId="{3D9645E2-1626-42A6-A7A8-0890EF9B288F}" sibTransId="{C95EE4EA-F9D9-4AD5-8E4B-31BFB0A4AD0C}"/>
    <dgm:cxn modelId="{CA15C842-B547-4D3A-8822-D41A9B421CFB}" type="presOf" srcId="{D106D101-98E2-4ADD-B050-08FB6FD9C7E3}" destId="{2C05064A-AF3B-4300-BA44-77588901B427}" srcOrd="0" destOrd="0" presId="urn:microsoft.com/office/officeart/2005/8/layout/default#2"/>
    <dgm:cxn modelId="{CDBCAF59-7884-42E2-B8B1-CCAA45AECC3B}" type="presOf" srcId="{3DBC15C7-9BC5-433D-92A7-BCC39A2CC830}" destId="{0283AAF8-8E6B-4228-934C-18F9A9076AC0}" srcOrd="0" destOrd="0" presId="urn:microsoft.com/office/officeart/2005/8/layout/default#2"/>
    <dgm:cxn modelId="{BD78C274-E5DE-4488-B7C4-787EE208A1F6}" type="presOf" srcId="{F8464089-4A9A-4F75-86F6-AE885BB86749}" destId="{78E50E59-2D61-469F-90EB-61D50540AF76}" srcOrd="0" destOrd="0" presId="urn:microsoft.com/office/officeart/2005/8/layout/default#2"/>
    <dgm:cxn modelId="{E4773F63-0D8C-4097-8EEB-938B06EB2B86}" srcId="{3DBC15C7-9BC5-433D-92A7-BCC39A2CC830}" destId="{37C4EC0F-9771-46D3-AC43-504983863832}" srcOrd="2" destOrd="0" parTransId="{8E0343A0-E2DE-43EC-AD17-7D72A3575FC7}" sibTransId="{904F759B-3B01-405E-BB0F-927C9B2C9C2B}"/>
    <dgm:cxn modelId="{D8D9816A-7BF3-46BF-868E-62EAEA30E5A0}" type="presOf" srcId="{37C4EC0F-9771-46D3-AC43-504983863832}" destId="{CA6D4895-767A-41FC-AA1D-E44C43383021}" srcOrd="0" destOrd="0" presId="urn:microsoft.com/office/officeart/2005/8/layout/default#2"/>
    <dgm:cxn modelId="{B0834A1F-488C-4EE4-A415-028B418296C8}" type="presOf" srcId="{10F34BB3-F7A7-4010-BA50-7796EE393FA7}" destId="{6CE1FDA2-9B33-4C87-8A66-B5121E5141DD}" srcOrd="0" destOrd="0" presId="urn:microsoft.com/office/officeart/2005/8/layout/default#2"/>
    <dgm:cxn modelId="{07B630B5-8840-46EA-AFA5-52FE1D9C4FD7}" type="presOf" srcId="{7C78F67E-DE05-4986-8026-E07D3D702A17}" destId="{A3CFB6C1-AB2E-4C26-9483-C7BA772609A7}" srcOrd="0" destOrd="0" presId="urn:microsoft.com/office/officeart/2005/8/layout/default#2"/>
    <dgm:cxn modelId="{45F311B3-9358-4F34-B290-F0CB16687AD3}" type="presParOf" srcId="{0283AAF8-8E6B-4228-934C-18F9A9076AC0}" destId="{2C05064A-AF3B-4300-BA44-77588901B427}" srcOrd="0" destOrd="0" presId="urn:microsoft.com/office/officeart/2005/8/layout/default#2"/>
    <dgm:cxn modelId="{FDF9C3D1-3609-4267-A39B-BF28287C7B68}" type="presParOf" srcId="{0283AAF8-8E6B-4228-934C-18F9A9076AC0}" destId="{EDCDCE41-86BA-475A-A518-EA8E02F91814}" srcOrd="1" destOrd="0" presId="urn:microsoft.com/office/officeart/2005/8/layout/default#2"/>
    <dgm:cxn modelId="{2D078E56-070A-41EB-9050-A8BFF09D29E0}" type="presParOf" srcId="{0283AAF8-8E6B-4228-934C-18F9A9076AC0}" destId="{78E50E59-2D61-469F-90EB-61D50540AF76}" srcOrd="2" destOrd="0" presId="urn:microsoft.com/office/officeart/2005/8/layout/default#2"/>
    <dgm:cxn modelId="{B5DE1CFF-3B1C-45DD-86A5-BF09369C4D6D}" type="presParOf" srcId="{0283AAF8-8E6B-4228-934C-18F9A9076AC0}" destId="{EE375F89-EB64-42AA-AADD-FC4D73FD6AB3}" srcOrd="3" destOrd="0" presId="urn:microsoft.com/office/officeart/2005/8/layout/default#2"/>
    <dgm:cxn modelId="{EF5AC752-814D-48ED-BDBF-3D097E811F2B}" type="presParOf" srcId="{0283AAF8-8E6B-4228-934C-18F9A9076AC0}" destId="{CA6D4895-767A-41FC-AA1D-E44C43383021}" srcOrd="4" destOrd="0" presId="urn:microsoft.com/office/officeart/2005/8/layout/default#2"/>
    <dgm:cxn modelId="{F684310A-8477-435E-9197-DB3562E02134}" type="presParOf" srcId="{0283AAF8-8E6B-4228-934C-18F9A9076AC0}" destId="{41C0A361-2D24-4CA8-BA9D-3BF46B644A30}" srcOrd="5" destOrd="0" presId="urn:microsoft.com/office/officeart/2005/8/layout/default#2"/>
    <dgm:cxn modelId="{B14B96E5-FD6D-403E-A764-C2C25AFBF917}" type="presParOf" srcId="{0283AAF8-8E6B-4228-934C-18F9A9076AC0}" destId="{6CE1FDA2-9B33-4C87-8A66-B5121E5141DD}" srcOrd="6" destOrd="0" presId="urn:microsoft.com/office/officeart/2005/8/layout/default#2"/>
    <dgm:cxn modelId="{AA94FA8F-0CF4-4B68-907A-F60FC2552C1C}" type="presParOf" srcId="{0283AAF8-8E6B-4228-934C-18F9A9076AC0}" destId="{A9E975FC-DD05-447A-B816-16F20628025C}" srcOrd="7" destOrd="0" presId="urn:microsoft.com/office/officeart/2005/8/layout/default#2"/>
    <dgm:cxn modelId="{65C06170-EE53-479E-8357-B626A2BD702D}" type="presParOf" srcId="{0283AAF8-8E6B-4228-934C-18F9A9076AC0}" destId="{A3CFB6C1-AB2E-4C26-9483-C7BA772609A7}" srcOrd="8" destOrd="0" presId="urn:microsoft.com/office/officeart/2005/8/layout/defaul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72E4C6-FDD6-4F32-8994-B9E0115268C3}">
      <dsp:nvSpPr>
        <dsp:cNvPr id="0" name=""/>
        <dsp:cNvSpPr/>
      </dsp:nvSpPr>
      <dsp:spPr>
        <a:xfrm>
          <a:off x="162" y="1817"/>
          <a:ext cx="8838875" cy="4811494"/>
        </a:xfrm>
        <a:prstGeom prst="rect">
          <a:avLst/>
        </a:prstGeom>
        <a:gradFill rotWithShape="0">
          <a:gsLst>
            <a:gs pos="0">
              <a:schemeClr val="accent4">
                <a:shade val="80000"/>
                <a:hueOff val="0"/>
                <a:satOff val="0"/>
                <a:lumOff val="0"/>
                <a:alphaOff val="0"/>
                <a:shade val="51000"/>
                <a:satMod val="130000"/>
              </a:schemeClr>
            </a:gs>
            <a:gs pos="80000">
              <a:schemeClr val="accent4">
                <a:shade val="80000"/>
                <a:hueOff val="0"/>
                <a:satOff val="0"/>
                <a:lumOff val="0"/>
                <a:alphaOff val="0"/>
                <a:shade val="93000"/>
                <a:satMod val="130000"/>
              </a:schemeClr>
            </a:gs>
            <a:gs pos="100000">
              <a:schemeClr val="accent4">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247650" tIns="247650" rIns="247650" bIns="247650" numCol="1" spcCol="1270" anchor="ctr" anchorCtr="0">
          <a:noAutofit/>
        </a:bodyPr>
        <a:lstStyle/>
        <a:p>
          <a:pPr lvl="0" algn="ctr" defTabSz="2889250">
            <a:lnSpc>
              <a:spcPct val="90000"/>
            </a:lnSpc>
            <a:spcBef>
              <a:spcPct val="0"/>
            </a:spcBef>
            <a:spcAft>
              <a:spcPct val="35000"/>
            </a:spcAft>
          </a:pPr>
          <a:r>
            <a:rPr lang="en-US" sz="6500" kern="1200" dirty="0"/>
            <a:t>Introduction </a:t>
          </a:r>
        </a:p>
        <a:p>
          <a:pPr lvl="0" algn="ctr" defTabSz="2889250">
            <a:lnSpc>
              <a:spcPct val="90000"/>
            </a:lnSpc>
            <a:spcBef>
              <a:spcPct val="0"/>
            </a:spcBef>
            <a:spcAft>
              <a:spcPct val="35000"/>
            </a:spcAft>
          </a:pPr>
          <a:r>
            <a:rPr lang="en-US" sz="6500" kern="1200" dirty="0"/>
            <a:t>to </a:t>
          </a:r>
          <a:endParaRPr lang="en-US" sz="6500" kern="1200" dirty="0" smtClean="0"/>
        </a:p>
        <a:p>
          <a:pPr lvl="0" algn="ctr" defTabSz="2889250">
            <a:lnSpc>
              <a:spcPct val="90000"/>
            </a:lnSpc>
            <a:spcBef>
              <a:spcPct val="0"/>
            </a:spcBef>
            <a:spcAft>
              <a:spcPct val="35000"/>
            </a:spcAft>
          </a:pPr>
          <a:r>
            <a:rPr lang="en-US" sz="6500" kern="1200" dirty="0" smtClean="0"/>
            <a:t>Microsoft word 2010</a:t>
          </a:r>
          <a:endParaRPr lang="en-US" sz="6500" kern="1200" dirty="0"/>
        </a:p>
      </dsp:txBody>
      <dsp:txXfrm>
        <a:off x="162" y="1817"/>
        <a:ext cx="8838875" cy="481149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72E4C6-FDD6-4F32-8994-B9E0115268C3}">
      <dsp:nvSpPr>
        <dsp:cNvPr id="0" name=""/>
        <dsp:cNvSpPr/>
      </dsp:nvSpPr>
      <dsp:spPr>
        <a:xfrm>
          <a:off x="162" y="1817"/>
          <a:ext cx="8838875" cy="4811494"/>
        </a:xfrm>
        <a:prstGeom prst="rect">
          <a:avLst/>
        </a:prstGeom>
        <a:gradFill rotWithShape="0">
          <a:gsLst>
            <a:gs pos="0">
              <a:schemeClr val="accent4">
                <a:shade val="80000"/>
                <a:hueOff val="0"/>
                <a:satOff val="0"/>
                <a:lumOff val="0"/>
                <a:alphaOff val="0"/>
                <a:shade val="51000"/>
                <a:satMod val="130000"/>
              </a:schemeClr>
            </a:gs>
            <a:gs pos="80000">
              <a:schemeClr val="accent4">
                <a:shade val="80000"/>
                <a:hueOff val="0"/>
                <a:satOff val="0"/>
                <a:lumOff val="0"/>
                <a:alphaOff val="0"/>
                <a:shade val="93000"/>
                <a:satMod val="130000"/>
              </a:schemeClr>
            </a:gs>
            <a:gs pos="100000">
              <a:schemeClr val="accent4">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247650" tIns="247650" rIns="247650" bIns="247650" numCol="1" spcCol="1270" anchor="ctr" anchorCtr="0">
          <a:noAutofit/>
        </a:bodyPr>
        <a:lstStyle/>
        <a:p>
          <a:pPr lvl="0" algn="ctr" defTabSz="2889250">
            <a:lnSpc>
              <a:spcPct val="90000"/>
            </a:lnSpc>
            <a:spcBef>
              <a:spcPct val="0"/>
            </a:spcBef>
            <a:spcAft>
              <a:spcPct val="35000"/>
            </a:spcAft>
          </a:pPr>
          <a:r>
            <a:rPr lang="en-US" sz="6500" kern="1200" dirty="0" smtClean="0"/>
            <a:t>Formatting Text in word 2010</a:t>
          </a:r>
          <a:endParaRPr lang="en-US" sz="6500" kern="1200" dirty="0"/>
        </a:p>
      </dsp:txBody>
      <dsp:txXfrm>
        <a:off x="162" y="1817"/>
        <a:ext cx="8838875" cy="481149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3CDCF3-D5B2-4556-A6FF-1FBA940E878F}">
      <dsp:nvSpPr>
        <dsp:cNvPr id="0" name=""/>
        <dsp:cNvSpPr/>
      </dsp:nvSpPr>
      <dsp:spPr>
        <a:xfrm>
          <a:off x="0" y="528637"/>
          <a:ext cx="2762250" cy="1657349"/>
        </a:xfrm>
        <a:prstGeom prst="rect">
          <a:avLst/>
        </a:prstGeom>
        <a:gradFill rotWithShape="0">
          <a:gsLst>
            <a:gs pos="0">
              <a:schemeClr val="accent4">
                <a:shade val="80000"/>
                <a:hueOff val="0"/>
                <a:satOff val="0"/>
                <a:lumOff val="0"/>
                <a:alphaOff val="0"/>
                <a:shade val="51000"/>
                <a:satMod val="130000"/>
              </a:schemeClr>
            </a:gs>
            <a:gs pos="80000">
              <a:schemeClr val="accent4">
                <a:shade val="80000"/>
                <a:hueOff val="0"/>
                <a:satOff val="0"/>
                <a:lumOff val="0"/>
                <a:alphaOff val="0"/>
                <a:shade val="93000"/>
                <a:satMod val="130000"/>
              </a:schemeClr>
            </a:gs>
            <a:gs pos="100000">
              <a:schemeClr val="accent4">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kern="1200" dirty="0" smtClean="0"/>
            <a:t>How to set text font in  word </a:t>
          </a:r>
          <a:endParaRPr lang="en-US" sz="3200" kern="1200" dirty="0"/>
        </a:p>
      </dsp:txBody>
      <dsp:txXfrm>
        <a:off x="0" y="528637"/>
        <a:ext cx="2762250" cy="1657349"/>
      </dsp:txXfrm>
    </dsp:sp>
    <dsp:sp modelId="{08678D36-F832-48B7-8548-C43AEE1F6A43}">
      <dsp:nvSpPr>
        <dsp:cNvPr id="0" name=""/>
        <dsp:cNvSpPr/>
      </dsp:nvSpPr>
      <dsp:spPr>
        <a:xfrm>
          <a:off x="3038474" y="528637"/>
          <a:ext cx="2762250" cy="1657349"/>
        </a:xfrm>
        <a:prstGeom prst="rect">
          <a:avLst/>
        </a:prstGeom>
        <a:gradFill rotWithShape="0">
          <a:gsLst>
            <a:gs pos="0">
              <a:schemeClr val="accent4">
                <a:shade val="80000"/>
                <a:hueOff val="-35312"/>
                <a:satOff val="-873"/>
                <a:lumOff val="4998"/>
                <a:alphaOff val="0"/>
                <a:shade val="51000"/>
                <a:satMod val="130000"/>
              </a:schemeClr>
            </a:gs>
            <a:gs pos="80000">
              <a:schemeClr val="accent4">
                <a:shade val="80000"/>
                <a:hueOff val="-35312"/>
                <a:satOff val="-873"/>
                <a:lumOff val="4998"/>
                <a:alphaOff val="0"/>
                <a:shade val="93000"/>
                <a:satMod val="130000"/>
              </a:schemeClr>
            </a:gs>
            <a:gs pos="100000">
              <a:schemeClr val="accent4">
                <a:shade val="80000"/>
                <a:hueOff val="-35312"/>
                <a:satOff val="-873"/>
                <a:lumOff val="499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kern="1200" dirty="0" smtClean="0"/>
            <a:t>How to do text decoration in word </a:t>
          </a:r>
          <a:endParaRPr lang="en-US" sz="3200" kern="1200" dirty="0"/>
        </a:p>
      </dsp:txBody>
      <dsp:txXfrm>
        <a:off x="3038474" y="528637"/>
        <a:ext cx="2762250" cy="1657349"/>
      </dsp:txXfrm>
    </dsp:sp>
    <dsp:sp modelId="{D32AB574-D896-42B8-809A-74BD322B19E9}">
      <dsp:nvSpPr>
        <dsp:cNvPr id="0" name=""/>
        <dsp:cNvSpPr/>
      </dsp:nvSpPr>
      <dsp:spPr>
        <a:xfrm>
          <a:off x="6076950" y="528637"/>
          <a:ext cx="2762250" cy="1657349"/>
        </a:xfrm>
        <a:prstGeom prst="rect">
          <a:avLst/>
        </a:prstGeom>
        <a:gradFill rotWithShape="0">
          <a:gsLst>
            <a:gs pos="0">
              <a:schemeClr val="accent4">
                <a:shade val="80000"/>
                <a:hueOff val="-70623"/>
                <a:satOff val="-1746"/>
                <a:lumOff val="9995"/>
                <a:alphaOff val="0"/>
                <a:shade val="51000"/>
                <a:satMod val="130000"/>
              </a:schemeClr>
            </a:gs>
            <a:gs pos="80000">
              <a:schemeClr val="accent4">
                <a:shade val="80000"/>
                <a:hueOff val="-70623"/>
                <a:satOff val="-1746"/>
                <a:lumOff val="9995"/>
                <a:alphaOff val="0"/>
                <a:shade val="93000"/>
                <a:satMod val="130000"/>
              </a:schemeClr>
            </a:gs>
            <a:gs pos="100000">
              <a:schemeClr val="accent4">
                <a:shade val="80000"/>
                <a:hueOff val="-70623"/>
                <a:satOff val="-1746"/>
                <a:lumOff val="9995"/>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kern="1200" dirty="0" smtClean="0"/>
            <a:t>How to change text case in word </a:t>
          </a:r>
          <a:endParaRPr lang="en-US" sz="3200" kern="1200" dirty="0"/>
        </a:p>
      </dsp:txBody>
      <dsp:txXfrm>
        <a:off x="6076950" y="528637"/>
        <a:ext cx="2762250" cy="1657349"/>
      </dsp:txXfrm>
    </dsp:sp>
    <dsp:sp modelId="{126D987F-03E4-4E3A-BED9-08B6BA3A15AB}">
      <dsp:nvSpPr>
        <dsp:cNvPr id="0" name=""/>
        <dsp:cNvSpPr/>
      </dsp:nvSpPr>
      <dsp:spPr>
        <a:xfrm>
          <a:off x="0" y="2462212"/>
          <a:ext cx="2762250" cy="1657349"/>
        </a:xfrm>
        <a:prstGeom prst="rect">
          <a:avLst/>
        </a:prstGeom>
        <a:gradFill rotWithShape="0">
          <a:gsLst>
            <a:gs pos="0">
              <a:schemeClr val="accent4">
                <a:shade val="80000"/>
                <a:hueOff val="-105935"/>
                <a:satOff val="-2619"/>
                <a:lumOff val="14993"/>
                <a:alphaOff val="0"/>
                <a:shade val="51000"/>
                <a:satMod val="130000"/>
              </a:schemeClr>
            </a:gs>
            <a:gs pos="80000">
              <a:schemeClr val="accent4">
                <a:shade val="80000"/>
                <a:hueOff val="-105935"/>
                <a:satOff val="-2619"/>
                <a:lumOff val="14993"/>
                <a:alphaOff val="0"/>
                <a:shade val="93000"/>
                <a:satMod val="130000"/>
              </a:schemeClr>
            </a:gs>
            <a:gs pos="100000">
              <a:schemeClr val="accent4">
                <a:shade val="80000"/>
                <a:hueOff val="-105935"/>
                <a:satOff val="-2619"/>
                <a:lumOff val="14993"/>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kern="1200" dirty="0" smtClean="0"/>
            <a:t>How to change text color in word</a:t>
          </a:r>
          <a:endParaRPr lang="en-US" sz="3200" kern="1200" dirty="0"/>
        </a:p>
      </dsp:txBody>
      <dsp:txXfrm>
        <a:off x="0" y="2462212"/>
        <a:ext cx="2762250" cy="1657349"/>
      </dsp:txXfrm>
    </dsp:sp>
    <dsp:sp modelId="{A0EFA616-1553-4077-9D32-88AE20AC0552}">
      <dsp:nvSpPr>
        <dsp:cNvPr id="0" name=""/>
        <dsp:cNvSpPr/>
      </dsp:nvSpPr>
      <dsp:spPr>
        <a:xfrm>
          <a:off x="3038474" y="2462212"/>
          <a:ext cx="2762250" cy="1657349"/>
        </a:xfrm>
        <a:prstGeom prst="rect">
          <a:avLst/>
        </a:prstGeom>
        <a:gradFill rotWithShape="0">
          <a:gsLst>
            <a:gs pos="0">
              <a:schemeClr val="accent4">
                <a:shade val="80000"/>
                <a:hueOff val="-141246"/>
                <a:satOff val="-3492"/>
                <a:lumOff val="19990"/>
                <a:alphaOff val="0"/>
                <a:shade val="51000"/>
                <a:satMod val="130000"/>
              </a:schemeClr>
            </a:gs>
            <a:gs pos="80000">
              <a:schemeClr val="accent4">
                <a:shade val="80000"/>
                <a:hueOff val="-141246"/>
                <a:satOff val="-3492"/>
                <a:lumOff val="19990"/>
                <a:alphaOff val="0"/>
                <a:shade val="93000"/>
                <a:satMod val="130000"/>
              </a:schemeClr>
            </a:gs>
            <a:gs pos="100000">
              <a:schemeClr val="accent4">
                <a:shade val="80000"/>
                <a:hueOff val="-141246"/>
                <a:satOff val="-3492"/>
                <a:lumOff val="1999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kern="1200" dirty="0" smtClean="0"/>
            <a:t>How to do text alignments in word</a:t>
          </a:r>
          <a:endParaRPr lang="en-US" sz="3200" kern="1200" dirty="0"/>
        </a:p>
      </dsp:txBody>
      <dsp:txXfrm>
        <a:off x="3038474" y="2462212"/>
        <a:ext cx="2762250" cy="1657349"/>
      </dsp:txXfrm>
    </dsp:sp>
    <dsp:sp modelId="{D944875E-4200-44D3-9F4D-D995865E5F68}">
      <dsp:nvSpPr>
        <dsp:cNvPr id="0" name=""/>
        <dsp:cNvSpPr/>
      </dsp:nvSpPr>
      <dsp:spPr>
        <a:xfrm>
          <a:off x="6076950" y="2462212"/>
          <a:ext cx="2762250" cy="1657349"/>
        </a:xfrm>
        <a:prstGeom prst="rect">
          <a:avLst/>
        </a:prstGeom>
        <a:gradFill rotWithShape="0">
          <a:gsLst>
            <a:gs pos="0">
              <a:schemeClr val="accent4">
                <a:shade val="80000"/>
                <a:hueOff val="-176558"/>
                <a:satOff val="-4365"/>
                <a:lumOff val="24988"/>
                <a:alphaOff val="0"/>
                <a:shade val="51000"/>
                <a:satMod val="130000"/>
              </a:schemeClr>
            </a:gs>
            <a:gs pos="80000">
              <a:schemeClr val="accent4">
                <a:shade val="80000"/>
                <a:hueOff val="-176558"/>
                <a:satOff val="-4365"/>
                <a:lumOff val="24988"/>
                <a:alphaOff val="0"/>
                <a:shade val="93000"/>
                <a:satMod val="130000"/>
              </a:schemeClr>
            </a:gs>
            <a:gs pos="100000">
              <a:schemeClr val="accent4">
                <a:shade val="80000"/>
                <a:hueOff val="-176558"/>
                <a:satOff val="-4365"/>
                <a:lumOff val="2498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kern="1200" dirty="0" smtClean="0"/>
            <a:t>How to indent paragraphs in word</a:t>
          </a:r>
          <a:endParaRPr lang="en-US" sz="3200" kern="1200" dirty="0"/>
        </a:p>
      </dsp:txBody>
      <dsp:txXfrm>
        <a:off x="6076950" y="2462212"/>
        <a:ext cx="2762250" cy="165734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05064A-AF3B-4300-BA44-77588901B427}">
      <dsp:nvSpPr>
        <dsp:cNvPr id="0" name=""/>
        <dsp:cNvSpPr/>
      </dsp:nvSpPr>
      <dsp:spPr>
        <a:xfrm>
          <a:off x="1997" y="615605"/>
          <a:ext cx="2628453" cy="1577072"/>
        </a:xfrm>
        <a:prstGeom prst="rect">
          <a:avLst/>
        </a:prstGeom>
        <a:gradFill rotWithShape="0">
          <a:gsLst>
            <a:gs pos="0">
              <a:schemeClr val="accent4">
                <a:shade val="80000"/>
                <a:hueOff val="0"/>
                <a:satOff val="0"/>
                <a:lumOff val="0"/>
                <a:alphaOff val="0"/>
                <a:shade val="51000"/>
                <a:satMod val="130000"/>
              </a:schemeClr>
            </a:gs>
            <a:gs pos="80000">
              <a:schemeClr val="accent4">
                <a:shade val="80000"/>
                <a:hueOff val="0"/>
                <a:satOff val="0"/>
                <a:lumOff val="0"/>
                <a:alphaOff val="0"/>
                <a:shade val="93000"/>
                <a:satMod val="130000"/>
              </a:schemeClr>
            </a:gs>
            <a:gs pos="100000">
              <a:schemeClr val="accent4">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t>How to create bullets in word</a:t>
          </a:r>
          <a:endParaRPr lang="en-US" sz="2800" kern="1200" dirty="0"/>
        </a:p>
      </dsp:txBody>
      <dsp:txXfrm>
        <a:off x="1997" y="615605"/>
        <a:ext cx="2628453" cy="1577072"/>
      </dsp:txXfrm>
    </dsp:sp>
    <dsp:sp modelId="{78E50E59-2D61-469F-90EB-61D50540AF76}">
      <dsp:nvSpPr>
        <dsp:cNvPr id="0" name=""/>
        <dsp:cNvSpPr/>
      </dsp:nvSpPr>
      <dsp:spPr>
        <a:xfrm>
          <a:off x="2893296" y="615605"/>
          <a:ext cx="2628453" cy="1577072"/>
        </a:xfrm>
        <a:prstGeom prst="rect">
          <a:avLst/>
        </a:prstGeom>
        <a:gradFill rotWithShape="0">
          <a:gsLst>
            <a:gs pos="0">
              <a:schemeClr val="accent4">
                <a:shade val="80000"/>
                <a:hueOff val="-44139"/>
                <a:satOff val="-1091"/>
                <a:lumOff val="6247"/>
                <a:alphaOff val="0"/>
                <a:shade val="51000"/>
                <a:satMod val="130000"/>
              </a:schemeClr>
            </a:gs>
            <a:gs pos="80000">
              <a:schemeClr val="accent4">
                <a:shade val="80000"/>
                <a:hueOff val="-44139"/>
                <a:satOff val="-1091"/>
                <a:lumOff val="6247"/>
                <a:alphaOff val="0"/>
                <a:shade val="93000"/>
                <a:satMod val="130000"/>
              </a:schemeClr>
            </a:gs>
            <a:gs pos="100000">
              <a:schemeClr val="accent4">
                <a:shade val="80000"/>
                <a:hueOff val="-44139"/>
                <a:satOff val="-1091"/>
                <a:lumOff val="6247"/>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t>How to set line spacing in word</a:t>
          </a:r>
          <a:endParaRPr lang="en-US" sz="2800" kern="1200" dirty="0"/>
        </a:p>
      </dsp:txBody>
      <dsp:txXfrm>
        <a:off x="2893296" y="615605"/>
        <a:ext cx="2628453" cy="1577072"/>
      </dsp:txXfrm>
    </dsp:sp>
    <dsp:sp modelId="{CA6D4895-767A-41FC-AA1D-E44C43383021}">
      <dsp:nvSpPr>
        <dsp:cNvPr id="0" name=""/>
        <dsp:cNvSpPr/>
      </dsp:nvSpPr>
      <dsp:spPr>
        <a:xfrm>
          <a:off x="5784595" y="615605"/>
          <a:ext cx="3052607" cy="1577072"/>
        </a:xfrm>
        <a:prstGeom prst="rect">
          <a:avLst/>
        </a:prstGeom>
        <a:gradFill rotWithShape="0">
          <a:gsLst>
            <a:gs pos="0">
              <a:schemeClr val="accent4">
                <a:shade val="80000"/>
                <a:hueOff val="-88279"/>
                <a:satOff val="-2183"/>
                <a:lumOff val="12494"/>
                <a:alphaOff val="0"/>
                <a:shade val="51000"/>
                <a:satMod val="130000"/>
              </a:schemeClr>
            </a:gs>
            <a:gs pos="80000">
              <a:schemeClr val="accent4">
                <a:shade val="80000"/>
                <a:hueOff val="-88279"/>
                <a:satOff val="-2183"/>
                <a:lumOff val="12494"/>
                <a:alphaOff val="0"/>
                <a:shade val="93000"/>
                <a:satMod val="130000"/>
              </a:schemeClr>
            </a:gs>
            <a:gs pos="100000">
              <a:schemeClr val="accent4">
                <a:shade val="80000"/>
                <a:hueOff val="-88279"/>
                <a:satOff val="-2183"/>
                <a:lumOff val="12494"/>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t>How to set borders and shades symbols in word</a:t>
          </a:r>
          <a:endParaRPr lang="en-US" sz="2800" kern="1200" dirty="0"/>
        </a:p>
      </dsp:txBody>
      <dsp:txXfrm>
        <a:off x="5784595" y="615605"/>
        <a:ext cx="3052607" cy="1577072"/>
      </dsp:txXfrm>
    </dsp:sp>
    <dsp:sp modelId="{6CE1FDA2-9B33-4C87-8A66-B5121E5141DD}">
      <dsp:nvSpPr>
        <dsp:cNvPr id="0" name=""/>
        <dsp:cNvSpPr/>
      </dsp:nvSpPr>
      <dsp:spPr>
        <a:xfrm>
          <a:off x="1323255" y="2455522"/>
          <a:ext cx="2628453" cy="1577072"/>
        </a:xfrm>
        <a:prstGeom prst="rect">
          <a:avLst/>
        </a:prstGeom>
        <a:gradFill rotWithShape="0">
          <a:gsLst>
            <a:gs pos="0">
              <a:schemeClr val="accent4">
                <a:shade val="80000"/>
                <a:hueOff val="-132418"/>
                <a:satOff val="-3274"/>
                <a:lumOff val="18741"/>
                <a:alphaOff val="0"/>
                <a:shade val="51000"/>
                <a:satMod val="130000"/>
              </a:schemeClr>
            </a:gs>
            <a:gs pos="80000">
              <a:schemeClr val="accent4">
                <a:shade val="80000"/>
                <a:hueOff val="-132418"/>
                <a:satOff val="-3274"/>
                <a:lumOff val="18741"/>
                <a:alphaOff val="0"/>
                <a:shade val="93000"/>
                <a:satMod val="130000"/>
              </a:schemeClr>
            </a:gs>
            <a:gs pos="100000">
              <a:schemeClr val="accent4">
                <a:shade val="80000"/>
                <a:hueOff val="-132418"/>
                <a:satOff val="-3274"/>
                <a:lumOff val="18741"/>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t>How to set tabs  in word</a:t>
          </a:r>
          <a:endParaRPr lang="en-US" sz="2800" kern="1200" dirty="0"/>
        </a:p>
      </dsp:txBody>
      <dsp:txXfrm>
        <a:off x="1323255" y="2455522"/>
        <a:ext cx="2628453" cy="1577072"/>
      </dsp:txXfrm>
    </dsp:sp>
    <dsp:sp modelId="{A3CFB6C1-AB2E-4C26-9483-C7BA772609A7}">
      <dsp:nvSpPr>
        <dsp:cNvPr id="0" name=""/>
        <dsp:cNvSpPr/>
      </dsp:nvSpPr>
      <dsp:spPr>
        <a:xfrm>
          <a:off x="4214554" y="2455522"/>
          <a:ext cx="3301390" cy="1577072"/>
        </a:xfrm>
        <a:prstGeom prst="rect">
          <a:avLst/>
        </a:prstGeom>
        <a:gradFill rotWithShape="0">
          <a:gsLst>
            <a:gs pos="0">
              <a:schemeClr val="accent4">
                <a:shade val="80000"/>
                <a:hueOff val="-176558"/>
                <a:satOff val="-4365"/>
                <a:lumOff val="24988"/>
                <a:alphaOff val="0"/>
                <a:shade val="51000"/>
                <a:satMod val="130000"/>
              </a:schemeClr>
            </a:gs>
            <a:gs pos="80000">
              <a:schemeClr val="accent4">
                <a:shade val="80000"/>
                <a:hueOff val="-176558"/>
                <a:satOff val="-4365"/>
                <a:lumOff val="24988"/>
                <a:alphaOff val="0"/>
                <a:shade val="93000"/>
                <a:satMod val="130000"/>
              </a:schemeClr>
            </a:gs>
            <a:gs pos="100000">
              <a:schemeClr val="accent4">
                <a:shade val="80000"/>
                <a:hueOff val="-176558"/>
                <a:satOff val="-4365"/>
                <a:lumOff val="2498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t>How to apply formatting in word </a:t>
          </a:r>
          <a:endParaRPr lang="en-US" sz="2800" kern="1200" dirty="0"/>
        </a:p>
      </dsp:txBody>
      <dsp:txXfrm>
        <a:off x="4214554" y="2455522"/>
        <a:ext cx="3301390" cy="1577072"/>
      </dsp:txXfrm>
    </dsp:sp>
  </dsp:spTree>
</dsp:drawing>
</file>

<file path=ppt/diagrams/layout1.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2">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91ACEF-6E31-49EA-9B4B-336BC171E6AE}" type="datetimeFigureOut">
              <a:rPr lang="en-US" smtClean="0"/>
              <a:pPr/>
              <a:t>2/11/2021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C881F64-38B6-442F-BAD6-2D03BCFD5B11}" type="slidenum">
              <a:rPr lang="en-US" smtClean="0"/>
              <a:pPr/>
              <a:t>‹#›</a:t>
            </a:fld>
            <a:endParaRPr lang="en-US"/>
          </a:p>
        </p:txBody>
      </p:sp>
    </p:spTree>
    <p:extLst>
      <p:ext uri="{BB962C8B-B14F-4D97-AF65-F5344CB8AC3E}">
        <p14:creationId xmlns:p14="http://schemas.microsoft.com/office/powerpoint/2010/main" val="1143994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a:t>
            </a:fld>
            <a:endParaRPr lang="en-US">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pPr/>
              <a:t>3</a:t>
            </a:fld>
            <a:endParaRPr lang="en-US"/>
          </a:p>
        </p:txBody>
      </p:sp>
    </p:spTree>
    <p:extLst>
      <p:ext uri="{BB962C8B-B14F-4D97-AF65-F5344CB8AC3E}">
        <p14:creationId xmlns:p14="http://schemas.microsoft.com/office/powerpoint/2010/main" val="37439754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6</a:t>
            </a:fld>
            <a:endParaRPr lang="en-US">
              <a:solidFill>
                <a:prstClr val="black"/>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7</a:t>
            </a:fld>
            <a:endParaRPr lang="en-US">
              <a:solidFill>
                <a:prstClr val="black"/>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8</a:t>
            </a:fld>
            <a:endParaRPr lang="en-US">
              <a:solidFill>
                <a:prstClr val="black"/>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9</a:t>
            </a:fld>
            <a:endParaRPr lang="en-US">
              <a:solidFill>
                <a:prstClr val="black"/>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10</a:t>
            </a:fld>
            <a:endParaRPr lang="en-US">
              <a:solidFill>
                <a:prstClr val="black"/>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11</a:t>
            </a:fld>
            <a:endParaRPr lang="en-US">
              <a:solidFill>
                <a:prstClr val="black"/>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12</a:t>
            </a:fld>
            <a:endParaRPr lang="en-US">
              <a:solidFill>
                <a:prstClr val="black"/>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13</a:t>
            </a:fld>
            <a:endParaRPr lang="en-US">
              <a:solidFill>
                <a:prstClr val="black"/>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14</a:t>
            </a:fld>
            <a:endParaRPr lang="en-US">
              <a:solidFill>
                <a:prstClr val="black"/>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15</a:t>
            </a:fld>
            <a:endParaRPr lang="en-US">
              <a:solidFill>
                <a:prstClr val="black"/>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16</a:t>
            </a:fld>
            <a:endParaRPr lang="en-US">
              <a:solidFill>
                <a:prstClr val="black"/>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17</a:t>
            </a:fld>
            <a:endParaRPr lang="en-US">
              <a:solidFill>
                <a:prstClr val="black"/>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18</a:t>
            </a:fld>
            <a:endParaRPr lang="en-US">
              <a:solidFill>
                <a:prstClr val="black"/>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19</a:t>
            </a:fld>
            <a:endParaRPr lang="en-US">
              <a:solidFill>
                <a:prstClr val="black"/>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20</a:t>
            </a:fld>
            <a:endParaRPr lang="en-US">
              <a:solidFill>
                <a:prstClr val="black"/>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21</a:t>
            </a:fld>
            <a:endParaRPr lang="en-US">
              <a:solidFill>
                <a:prstClr val="black"/>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22</a:t>
            </a:fld>
            <a:endParaRPr lang="en-US">
              <a:solidFill>
                <a:prstClr val="black"/>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23</a:t>
            </a:fld>
            <a:endParaRPr lang="en-US">
              <a:solidFill>
                <a:prstClr val="black"/>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24</a:t>
            </a:fld>
            <a:endParaRPr lang="en-US">
              <a:solidFill>
                <a:prstClr val="black"/>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25</a:t>
            </a:fld>
            <a:endParaRPr lang="en-US">
              <a:solidFill>
                <a:prstClr val="black"/>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26</a:t>
            </a:fld>
            <a:endParaRPr lang="en-US">
              <a:solidFill>
                <a:prstClr val="black"/>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27</a:t>
            </a:fld>
            <a:endParaRPr lang="en-US">
              <a:solidFill>
                <a:prstClr val="black"/>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28</a:t>
            </a:fld>
            <a:endParaRPr lang="en-US">
              <a:solidFill>
                <a:prstClr val="black"/>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29</a:t>
            </a:fld>
            <a:endParaRPr lang="en-US">
              <a:solidFill>
                <a:prstClr val="black"/>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30</a:t>
            </a:fld>
            <a:endParaRPr lang="en-US">
              <a:solidFill>
                <a:prstClr val="black"/>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31</a:t>
            </a:fld>
            <a:endParaRPr lang="en-US">
              <a:solidFill>
                <a:prstClr val="black"/>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32</a:t>
            </a:fld>
            <a:endParaRPr lang="en-US">
              <a:solidFill>
                <a:prstClr val="black"/>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33</a:t>
            </a:fld>
            <a:endParaRPr lang="en-US">
              <a:solidFill>
                <a:prstClr val="black"/>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34</a:t>
            </a:fld>
            <a:endParaRPr lang="en-US">
              <a:solidFill>
                <a:prstClr val="black"/>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35</a:t>
            </a:fld>
            <a:endParaRPr lang="en-US">
              <a:solidFill>
                <a:prstClr val="black"/>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36</a:t>
            </a:fld>
            <a:endParaRPr lang="en-US">
              <a:solidFill>
                <a:prstClr val="black"/>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37</a:t>
            </a:fld>
            <a:endParaRPr lang="en-US">
              <a:solidFill>
                <a:prstClr val="black"/>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38</a:t>
            </a:fld>
            <a:endParaRPr lang="en-US">
              <a:solidFill>
                <a:prstClr val="black"/>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39</a:t>
            </a:fld>
            <a:endParaRPr lang="en-US">
              <a:solidFill>
                <a:prstClr val="black"/>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40</a:t>
            </a:fld>
            <a:endParaRPr lang="en-US">
              <a:solidFill>
                <a:prstClr val="black"/>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41</a:t>
            </a:fld>
            <a:endParaRPr lang="en-US">
              <a:solidFill>
                <a:prstClr val="black"/>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42</a:t>
            </a:fld>
            <a:endParaRPr lang="en-US">
              <a:solidFill>
                <a:prstClr val="black"/>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43</a:t>
            </a:fld>
            <a:endParaRPr lang="en-US">
              <a:solidFill>
                <a:prstClr val="black"/>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44</a:t>
            </a:fld>
            <a:endParaRPr lang="en-US">
              <a:solidFill>
                <a:prstClr val="black"/>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45</a:t>
            </a:fld>
            <a:endParaRPr lang="en-US">
              <a:solidFill>
                <a:prstClr val="black"/>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46</a:t>
            </a:fld>
            <a:endParaRPr lang="en-US">
              <a:solidFill>
                <a:prstClr val="black"/>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47</a:t>
            </a:fld>
            <a:endParaRPr lang="en-US">
              <a:solidFill>
                <a:prstClr val="black"/>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48</a:t>
            </a:fld>
            <a:endParaRPr lang="en-US">
              <a:solidFill>
                <a:prstClr val="black"/>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49</a:t>
            </a:fld>
            <a:endParaRPr lang="en-US">
              <a:solidFill>
                <a:prstClr val="black"/>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50</a:t>
            </a:fld>
            <a:endParaRPr lang="en-US">
              <a:solidFill>
                <a:prstClr val="black"/>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51</a:t>
            </a:fld>
            <a:endParaRPr lang="en-US">
              <a:solidFill>
                <a:prstClr val="black"/>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52</a:t>
            </a:fld>
            <a:endParaRPr lang="en-US">
              <a:solidFill>
                <a:prstClr val="black"/>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53</a:t>
            </a:fld>
            <a:endParaRPr lang="en-US">
              <a:solidFill>
                <a:prstClr val="black"/>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54</a:t>
            </a:fld>
            <a:endParaRPr lang="en-US">
              <a:solidFill>
                <a:prstClr val="black"/>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55</a:t>
            </a:fld>
            <a:endParaRPr lang="en-US">
              <a:solidFill>
                <a:prstClr val="black"/>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56</a:t>
            </a:fld>
            <a:endParaRPr lang="en-US">
              <a:solidFill>
                <a:prstClr val="black"/>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57</a:t>
            </a:fld>
            <a:endParaRPr lang="en-US">
              <a:solidFill>
                <a:prstClr val="black"/>
              </a:solidFil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58</a:t>
            </a:fld>
            <a:endParaRPr lang="en-US">
              <a:solidFill>
                <a:prstClr val="black"/>
              </a:solidFil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59</a:t>
            </a:fld>
            <a:endParaRPr lang="en-US">
              <a:solidFill>
                <a:prstClr val="black"/>
              </a:solidFil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60</a:t>
            </a:fld>
            <a:endParaRPr lang="en-US">
              <a:solidFill>
                <a:prstClr val="black"/>
              </a:solidFil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61</a:t>
            </a:fld>
            <a:endParaRPr lang="en-US">
              <a:solidFill>
                <a:prstClr val="black"/>
              </a:solidFil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62</a:t>
            </a:fld>
            <a:endParaRPr lang="en-US">
              <a:solidFill>
                <a:prstClr val="black"/>
              </a:solidFil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63</a:t>
            </a:fld>
            <a:endParaRPr lang="en-US">
              <a:solidFill>
                <a:prstClr val="black"/>
              </a:solidFill>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64</a:t>
            </a:fld>
            <a:endParaRPr lang="en-US">
              <a:solidFill>
                <a:prstClr val="black"/>
              </a:solidFill>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65</a:t>
            </a:fld>
            <a:endParaRPr lang="en-US">
              <a:solidFill>
                <a:prstClr val="black"/>
              </a:solidFill>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66</a:t>
            </a:fld>
            <a:endParaRPr lang="en-US">
              <a:solidFill>
                <a:prstClr val="black"/>
              </a:solidFill>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67</a:t>
            </a:fld>
            <a:endParaRPr lang="en-US">
              <a:solidFill>
                <a:prstClr val="black"/>
              </a:solidFill>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1031"/>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96C858E7-ADF8-44F4-9725-358398E79A0E}" type="slidenum">
              <a:rPr lang="en-US" smtClean="0">
                <a:solidFill>
                  <a:prstClr val="black"/>
                </a:solidFill>
                <a:latin typeface="Calibri" pitchFamily="34" charset="0"/>
              </a:rPr>
              <a:pPr/>
              <a:t>68</a:t>
            </a:fld>
            <a:endParaRPr lang="en-US" smtClean="0">
              <a:solidFill>
                <a:prstClr val="black"/>
              </a:solidFill>
              <a:latin typeface="Calibri" pitchFamily="34" charset="0"/>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1031"/>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96C858E7-ADF8-44F4-9725-358398E79A0E}" type="slidenum">
              <a:rPr lang="en-US" smtClean="0">
                <a:latin typeface="Calibri" pitchFamily="34" charset="0"/>
              </a:rPr>
              <a:pPr/>
              <a:t>69</a:t>
            </a:fld>
            <a:endParaRPr lang="en-US" smtClean="0">
              <a:latin typeface="Calibri"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Title 1"/>
          <p:cNvSpPr txBox="1">
            <a:spLocks/>
          </p:cNvSpPr>
          <p:nvPr userDrawn="1"/>
        </p:nvSpPr>
        <p:spPr>
          <a:xfrm>
            <a:off x="1219200" y="5486400"/>
            <a:ext cx="3581400" cy="685800"/>
          </a:xfrm>
          <a:prstGeom prst="rect">
            <a:avLst/>
          </a:prstGeom>
        </p:spPr>
        <p:txBody>
          <a:bodyPr vert="horz" lIns="91440" tIns="45720" rIns="91440" bIns="45720" rtlCol="0" anchor="ctr">
            <a:normAutofit lnSpcReduction="10000"/>
          </a:bodyPr>
          <a:lstStyle>
            <a:lvl1pPr algn="l">
              <a:defRPr sz="4800">
                <a:latin typeface="Arial Black"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000" b="0" i="0" u="none" strike="noStrike" kern="1200" cap="none" spc="0" normalizeH="0" baseline="0" noProof="0" dirty="0">
                <a:ln>
                  <a:noFill/>
                </a:ln>
                <a:solidFill>
                  <a:schemeClr val="tx1"/>
                </a:solidFill>
                <a:effectLst/>
                <a:uLnTx/>
                <a:uFillTx/>
                <a:latin typeface="Arial Black" pitchFamily="34" charset="0"/>
                <a:ea typeface="+mj-ea"/>
                <a:cs typeface="+mj-cs"/>
              </a:rPr>
              <a:t>Your Interactive Guide to the Digital World</a:t>
            </a:r>
          </a:p>
        </p:txBody>
      </p:sp>
      <p:sp>
        <p:nvSpPr>
          <p:cNvPr id="10" name="Rectangle 9"/>
          <p:cNvSpPr/>
          <p:nvPr userDrawn="1"/>
        </p:nvSpPr>
        <p:spPr>
          <a:xfrm>
            <a:off x="0" y="4267200"/>
            <a:ext cx="4876800" cy="1077218"/>
          </a:xfrm>
          <a:prstGeom prst="rect">
            <a:avLst/>
          </a:prstGeom>
        </p:spPr>
        <p:txBody>
          <a:bodyPr wrap="square">
            <a:spAutoFit/>
          </a:bodyPr>
          <a:lstStyle/>
          <a:p>
            <a:r>
              <a:rPr lang="en-US" sz="3200" dirty="0">
                <a:latin typeface="Arial Black" pitchFamily="34" charset="0"/>
              </a:rPr>
              <a:t>Discovering </a:t>
            </a:r>
            <a:br>
              <a:rPr lang="en-US" sz="3200" dirty="0">
                <a:latin typeface="Arial Black" pitchFamily="34" charset="0"/>
              </a:rPr>
            </a:br>
            <a:r>
              <a:rPr lang="en-US" sz="3200" dirty="0">
                <a:latin typeface="Arial Black" pitchFamily="34" charset="0"/>
              </a:rPr>
              <a:t>	Computers 2012</a:t>
            </a:r>
          </a:p>
        </p:txBody>
      </p:sp>
      <p:pic>
        <p:nvPicPr>
          <p:cNvPr id="1028" name="Picture 4"/>
          <p:cNvPicPr>
            <a:picLocks noChangeAspect="1" noChangeArrowheads="1"/>
          </p:cNvPicPr>
          <p:nvPr userDrawn="1"/>
        </p:nvPicPr>
        <p:blipFill>
          <a:blip r:embed="rId2" cstate="print"/>
          <a:srcRect/>
          <a:stretch>
            <a:fillRect/>
          </a:stretch>
        </p:blipFill>
        <p:spPr bwMode="auto">
          <a:xfrm>
            <a:off x="5186606" y="3276600"/>
            <a:ext cx="3957394" cy="3581400"/>
          </a:xfrm>
          <a:prstGeom prst="rect">
            <a:avLst/>
          </a:prstGeom>
          <a:noFill/>
          <a:ln w="9525">
            <a:noFill/>
            <a:miter lim="800000"/>
            <a:headEnd/>
            <a:tailEnd/>
          </a:ln>
          <a:effectLst/>
        </p:spPr>
      </p:pic>
      <p:pic>
        <p:nvPicPr>
          <p:cNvPr id="1027" name="Picture 3"/>
          <p:cNvPicPr>
            <a:picLocks noChangeAspect="1" noChangeArrowheads="1"/>
          </p:cNvPicPr>
          <p:nvPr userDrawn="1"/>
        </p:nvPicPr>
        <p:blipFill>
          <a:blip r:embed="rId3" cstate="print"/>
          <a:srcRect/>
          <a:stretch>
            <a:fillRect/>
          </a:stretch>
        </p:blipFill>
        <p:spPr bwMode="auto">
          <a:xfrm>
            <a:off x="0" y="0"/>
            <a:ext cx="9144000" cy="3235890"/>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152400" y="1600200"/>
            <a:ext cx="88392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
        <p:nvSpPr>
          <p:cNvPr id="8" name="Text Placeholder 7"/>
          <p:cNvSpPr>
            <a:spLocks noGrp="1"/>
          </p:cNvSpPr>
          <p:nvPr>
            <p:ph type="body" sz="quarter" idx="13" hasCustomPrompt="1"/>
          </p:nvPr>
        </p:nvSpPr>
        <p:spPr>
          <a:xfrm>
            <a:off x="152400" y="6400800"/>
            <a:ext cx="1676400" cy="457200"/>
          </a:xfrm>
        </p:spPr>
        <p:txBody>
          <a:bodyPr>
            <a:normAutofit/>
          </a:bodyPr>
          <a:lstStyle>
            <a:lvl1pPr>
              <a:buNone/>
              <a:defRPr sz="1200"/>
            </a:lvl1pPr>
          </a:lstStyle>
          <a:p>
            <a:pPr lvl="0"/>
            <a:r>
              <a:rPr lang="en-US" dirty="0"/>
              <a:t>Page </a:t>
            </a:r>
          </a:p>
        </p:txBody>
      </p:sp>
      <p:sp>
        <p:nvSpPr>
          <p:cNvPr id="9" name="Footer Placeholder 4"/>
          <p:cNvSpPr>
            <a:spLocks noGrp="1"/>
          </p:cNvSpPr>
          <p:nvPr>
            <p:ph type="ftr" sz="quarter" idx="3"/>
          </p:nvPr>
        </p:nvSpPr>
        <p:spPr>
          <a:xfrm>
            <a:off x="1981200" y="6370637"/>
            <a:ext cx="4724400" cy="365125"/>
          </a:xfrm>
          <a:prstGeom prst="rect">
            <a:avLst/>
          </a:prstGeom>
        </p:spPr>
        <p:txBody>
          <a:bodyPr vert="horz" lIns="91440" tIns="45720" rIns="91440" bIns="45720" rtlCol="0" anchor="ctr"/>
          <a:lstStyle>
            <a:lvl1pPr algn="ctr">
              <a:defRPr sz="1200">
                <a:solidFill>
                  <a:schemeClr val="tx1"/>
                </a:solidFill>
              </a:defRPr>
            </a:lvl1pPr>
          </a:lstStyle>
          <a:p>
            <a:r>
              <a:rPr lang="en-US"/>
              <a:t>Discovering Computers 2012: Chapter 1</a:t>
            </a:r>
            <a:endParaRPr lang="en-US" dirty="0"/>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Discovering Computers 2012: Chapter 1</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a:t>Discovering Computers 2012: Chapter 1</a:t>
            </a:r>
            <a:endParaRPr lang="en-US" dirty="0"/>
          </a:p>
        </p:txBody>
      </p:sp>
      <p:sp>
        <p:nvSpPr>
          <p:cNvPr id="7" name="Slide Number Placeholder 6"/>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
        <p:nvSpPr>
          <p:cNvPr id="8" name="Text Placeholder 7"/>
          <p:cNvSpPr>
            <a:spLocks noGrp="1"/>
          </p:cNvSpPr>
          <p:nvPr>
            <p:ph type="body" sz="quarter" idx="13" hasCustomPrompt="1"/>
          </p:nvPr>
        </p:nvSpPr>
        <p:spPr>
          <a:xfrm>
            <a:off x="152400" y="6400800"/>
            <a:ext cx="1676400" cy="304800"/>
          </a:xfrm>
        </p:spPr>
        <p:txBody>
          <a:bodyPr>
            <a:normAutofit/>
          </a:bodyPr>
          <a:lstStyle>
            <a:lvl1pPr>
              <a:buNone/>
              <a:defRPr sz="1200"/>
            </a:lvl1pPr>
          </a:lstStyle>
          <a:p>
            <a:pPr lvl="0"/>
            <a:r>
              <a:rPr lang="en-US" dirty="0"/>
              <a:t>Page </a:t>
            </a:r>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a:t>Discovering Computers 2012: Chapter 1</a:t>
            </a:r>
          </a:p>
        </p:txBody>
      </p:sp>
      <p:sp>
        <p:nvSpPr>
          <p:cNvPr id="9" name="Slide Number Placeholder 8"/>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
        <p:nvSpPr>
          <p:cNvPr id="10" name="Text Placeholder 7"/>
          <p:cNvSpPr>
            <a:spLocks noGrp="1"/>
          </p:cNvSpPr>
          <p:nvPr>
            <p:ph type="body" sz="quarter" idx="13" hasCustomPrompt="1"/>
          </p:nvPr>
        </p:nvSpPr>
        <p:spPr>
          <a:xfrm>
            <a:off x="152400" y="6400800"/>
            <a:ext cx="1676400" cy="304800"/>
          </a:xfrm>
        </p:spPr>
        <p:txBody>
          <a:bodyPr>
            <a:normAutofit/>
          </a:bodyPr>
          <a:lstStyle>
            <a:lvl1pPr>
              <a:buNone/>
              <a:defRPr sz="1200"/>
            </a:lvl1pPr>
          </a:lstStyle>
          <a:p>
            <a:pPr lvl="0"/>
            <a:r>
              <a:rPr lang="en-US" dirty="0"/>
              <a:t>Page </a:t>
            </a:r>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6356350"/>
            <a:ext cx="2133600" cy="365125"/>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r>
              <a:rPr lang="en-US"/>
              <a:t>Discovering Computers 2012: Chapter 1</a:t>
            </a:r>
          </a:p>
        </p:txBody>
      </p:sp>
      <p:sp>
        <p:nvSpPr>
          <p:cNvPr id="5" name="Slide Number Placeholder 4"/>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r>
              <a:rPr lang="en-US"/>
              <a:t>Discovering Computers 2012: Chapter 1</a:t>
            </a:r>
          </a:p>
        </p:txBody>
      </p:sp>
      <p:sp>
        <p:nvSpPr>
          <p:cNvPr id="4" name="Slide Number Placeholder 3"/>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a:t>Discovering Computers 2012: Chapter 1</a:t>
            </a:r>
          </a:p>
        </p:txBody>
      </p:sp>
      <p:sp>
        <p:nvSpPr>
          <p:cNvPr id="7" name="Slide Number Placeholder 6"/>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a:t>Discovering Computers 2012: Chapter 1</a:t>
            </a:r>
          </a:p>
        </p:txBody>
      </p:sp>
      <p:sp>
        <p:nvSpPr>
          <p:cNvPr id="7" name="Slide Number Placeholder 6"/>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Discovering Computers 2012: Chapter 1</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Discovering Computers 2012: Chapter 1</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p>
            <a:r>
              <a:rPr lang="en-US" smtClean="0"/>
              <a:t>Click to edit Master title style</a:t>
            </a:r>
            <a:endParaRPr lang="en-US" dirty="0"/>
          </a:p>
        </p:txBody>
      </p:sp>
      <p:sp>
        <p:nvSpPr>
          <p:cNvPr id="3" name="Content Placeholder 2"/>
          <p:cNvSpPr>
            <a:spLocks noGrp="1"/>
          </p:cNvSpPr>
          <p:nvPr>
            <p:ph idx="1"/>
          </p:nvPr>
        </p:nvSpPr>
        <p:spPr/>
        <p:txBody>
          <a:bodyPr/>
          <a:lstStyle>
            <a:lvl1pPr>
              <a:defRPr sz="3600">
                <a:latin typeface="+mn-lt"/>
              </a:defRPr>
            </a:lvl1pPr>
            <a:lvl2pPr>
              <a:buFont typeface="Wingdings" pitchFamily="2" charset="2"/>
              <a:buChar char="v"/>
              <a:defRPr sz="3200">
                <a:latin typeface="+mn-lt"/>
              </a:defRPr>
            </a:lvl2pPr>
            <a:lvl3pPr>
              <a:defRPr sz="2800">
                <a:latin typeface="+mn-lt"/>
              </a:defRPr>
            </a:lvl3pPr>
            <a:lvl4pPr>
              <a:buFont typeface="Wingdings" pitchFamily="2" charset="2"/>
              <a:buChar char="v"/>
              <a:defRPr sz="2400">
                <a:latin typeface="+mn-lt"/>
              </a:defRPr>
            </a:lvl4pPr>
            <a:lvl5pPr>
              <a:defRPr sz="2000">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Rectangle 12"/>
          <p:cNvSpPr>
            <a:spLocks noGrp="1" noChangeArrowheads="1"/>
          </p:cNvSpPr>
          <p:nvPr>
            <p:ph type="ftr" sz="quarter" idx="10"/>
          </p:nvPr>
        </p:nvSpPr>
        <p:spPr/>
        <p:txBody>
          <a:bodyPr/>
          <a:lstStyle>
            <a:lvl1pPr>
              <a:defRPr/>
            </a:lvl1pPr>
          </a:lstStyle>
          <a:p>
            <a:pPr>
              <a:defRPr/>
            </a:pPr>
            <a:r>
              <a:rPr lang="en-US"/>
              <a:t>Copyright © 2010 Pearson Education, Inc.</a:t>
            </a:r>
          </a:p>
        </p:txBody>
      </p:sp>
      <p:sp>
        <p:nvSpPr>
          <p:cNvPr id="5" name="Rectangle 13"/>
          <p:cNvSpPr>
            <a:spLocks noGrp="1" noChangeArrowheads="1"/>
          </p:cNvSpPr>
          <p:nvPr>
            <p:ph type="sldNum" sz="quarter" idx="11"/>
          </p:nvPr>
        </p:nvSpPr>
        <p:spPr/>
        <p:txBody>
          <a:bodyPr/>
          <a:lstStyle>
            <a:lvl1pPr>
              <a:defRPr/>
            </a:lvl1pPr>
          </a:lstStyle>
          <a:p>
            <a:pPr>
              <a:defRPr/>
            </a:pPr>
            <a:r>
              <a:rPr lang="en-US"/>
              <a:t>Slide 3-</a:t>
            </a:r>
            <a:fld id="{72C99F3E-92BD-47C6-B43F-19488E1C382F}" type="slidenum">
              <a:rPr lang="en-US"/>
              <a:pPr>
                <a:defRPr/>
              </a:pPr>
              <a:t>‹#›</a:t>
            </a:fld>
            <a:endParaRPr lang="en-US"/>
          </a:p>
        </p:txBody>
      </p:sp>
    </p:spTree>
    <p:extLst>
      <p:ext uri="{BB962C8B-B14F-4D97-AF65-F5344CB8AC3E}">
        <p14:creationId xmlns:p14="http://schemas.microsoft.com/office/powerpoint/2010/main" val="1153259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4">
                <a:lumMod val="20000"/>
                <a:lumOff val="80000"/>
              </a:schemeClr>
            </a:gs>
            <a:gs pos="64999">
              <a:srgbClr val="F0EBD5"/>
            </a:gs>
            <a:gs pos="100000">
              <a:srgbClr val="D1C39F"/>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400" y="152400"/>
            <a:ext cx="88392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52400" y="1600200"/>
            <a:ext cx="8839200" cy="46482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1981200" y="6370637"/>
            <a:ext cx="4724400" cy="365125"/>
          </a:xfrm>
          <a:prstGeom prst="rect">
            <a:avLst/>
          </a:prstGeom>
        </p:spPr>
        <p:txBody>
          <a:bodyPr vert="horz" lIns="91440" tIns="45720" rIns="91440" bIns="45720" rtlCol="0" anchor="ctr"/>
          <a:lstStyle>
            <a:lvl1pPr algn="ctr">
              <a:defRPr sz="1200">
                <a:solidFill>
                  <a:schemeClr val="tx1"/>
                </a:solidFill>
              </a:defRPr>
            </a:lvl1pPr>
          </a:lstStyle>
          <a:p>
            <a:r>
              <a:rPr lang="en-US"/>
              <a:t>Discovering Computers 2012: Chapter 1</a:t>
            </a:r>
            <a:endParaRPr lang="en-US" dirty="0"/>
          </a:p>
        </p:txBody>
      </p:sp>
      <p:sp>
        <p:nvSpPr>
          <p:cNvPr id="9" name="Rectangle 8"/>
          <p:cNvSpPr/>
          <p:nvPr userDrawn="1"/>
        </p:nvSpPr>
        <p:spPr>
          <a:xfrm>
            <a:off x="0" y="1219200"/>
            <a:ext cx="9144000" cy="457200"/>
          </a:xfrm>
          <a:prstGeom prst="rect">
            <a:avLst/>
          </a:prstGeom>
          <a:gradFill flip="none" rotWithShape="1">
            <a:gsLst>
              <a:gs pos="0">
                <a:srgbClr val="DB7531"/>
              </a:gs>
              <a:gs pos="64999">
                <a:srgbClr val="F0EBD5"/>
              </a:gs>
              <a:gs pos="100000">
                <a:srgbClr val="D1C39F"/>
              </a:gs>
            </a:gsLst>
            <a:lin ang="2700000" scaled="1"/>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userDrawn="1"/>
        </p:nvSpPr>
        <p:spPr>
          <a:xfrm>
            <a:off x="8534400" y="6248400"/>
            <a:ext cx="609600" cy="609600"/>
          </a:xfrm>
          <a:prstGeom prst="rect">
            <a:avLst/>
          </a:prstGeom>
          <a:solidFill>
            <a:srgbClr val="DB7531"/>
          </a:solidFill>
          <a:ln>
            <a:noFill/>
          </a:ln>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5"/>
          <p:cNvSpPr>
            <a:spLocks noGrp="1"/>
          </p:cNvSpPr>
          <p:nvPr>
            <p:ph type="sldNum" sz="quarter" idx="4"/>
          </p:nvPr>
        </p:nvSpPr>
        <p:spPr>
          <a:xfrm>
            <a:off x="8534400" y="6248400"/>
            <a:ext cx="609600" cy="609600"/>
          </a:xfrm>
          <a:prstGeom prst="rect">
            <a:avLst/>
          </a:prstGeom>
        </p:spPr>
        <p:txBody>
          <a:bodyPr vert="horz" lIns="91440" tIns="45720" rIns="91440" bIns="45720" rtlCol="0" anchor="ctr"/>
          <a:lstStyle>
            <a:lvl1pPr algn="ctr">
              <a:defRPr sz="1200" b="1">
                <a:solidFill>
                  <a:srgbClr val="EEEBCA"/>
                </a:solidFill>
              </a:defRPr>
            </a:lvl1pPr>
          </a:lstStyle>
          <a:p>
            <a:fld id="{E1920792-1FFE-4123-96E7-9B6DC9FF0B06}"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fade/>
  </p:transition>
  <p:hf hdr="0" dt="0"/>
  <p:txStyles>
    <p:titleStyle>
      <a:lvl1pPr algn="l" defTabSz="914400" rtl="0" eaLnBrk="1" latinLnBrk="0" hangingPunct="1">
        <a:spcBef>
          <a:spcPct val="0"/>
        </a:spcBef>
        <a:buNone/>
        <a:defRPr sz="4000" b="1" kern="1200">
          <a:solidFill>
            <a:schemeClr val="accent4">
              <a:lumMod val="75000"/>
            </a:schemeClr>
          </a:solidFill>
          <a:latin typeface="+mj-lt"/>
          <a:ea typeface="+mj-ea"/>
          <a:cs typeface="Arial" pitchFamily="34" charset="0"/>
        </a:defRPr>
      </a:lvl1pPr>
    </p:titleStyle>
    <p:bodyStyle>
      <a:lvl1pPr marL="342900" indent="-342900" algn="l" defTabSz="914400" rtl="0" eaLnBrk="1" latinLnBrk="0" hangingPunct="1">
        <a:spcBef>
          <a:spcPct val="20000"/>
        </a:spcBef>
        <a:buClr>
          <a:schemeClr val="accent4">
            <a:lumMod val="75000"/>
          </a:schemeClr>
        </a:buClr>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Clr>
          <a:schemeClr val="accent4">
            <a:lumMod val="75000"/>
          </a:schemeClr>
        </a:buClr>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Clr>
          <a:schemeClr val="accent4">
            <a:lumMod val="75000"/>
          </a:schemeClr>
        </a:buClr>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Clr>
          <a:schemeClr val="accent4">
            <a:lumMod val="75000"/>
          </a:schemeClr>
        </a:buClr>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Clr>
          <a:schemeClr val="accent4">
            <a:lumMod val="75000"/>
          </a:schemeClr>
        </a:buClr>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8.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3388933177"/>
              </p:ext>
            </p:extLst>
          </p:nvPr>
        </p:nvGraphicFramePr>
        <p:xfrm>
          <a:off x="152400" y="1196752"/>
          <a:ext cx="8839200" cy="49754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2000"/>
                                  </p:stCondLst>
                                  <p:childTnLst>
                                    <p:set>
                                      <p:cBhvr>
                                        <p:cTn id="6" dur="1" fill="hold">
                                          <p:stCondLst>
                                            <p:cond delay="0"/>
                                          </p:stCondLst>
                                        </p:cTn>
                                        <p:tgtEl>
                                          <p:spTgt spid="7">
                                            <p:graphicEl>
                                              <a:dgm id="{9972E4C6-FDD6-4F32-8994-B9E0115268C3}"/>
                                            </p:graphicEl>
                                          </p:spTgt>
                                        </p:tgtEl>
                                        <p:attrNameLst>
                                          <p:attrName>style.visibility</p:attrName>
                                        </p:attrNameLst>
                                      </p:cBhvr>
                                      <p:to>
                                        <p:strVal val="visible"/>
                                      </p:to>
                                    </p:set>
                                    <p:animEffect transition="in" filter="dissolve">
                                      <p:cBhvr>
                                        <p:cTn id="7" dur="500"/>
                                        <p:tgtEl>
                                          <p:spTgt spid="7">
                                            <p:graphicEl>
                                              <a:dgm id="{9972E4C6-FDD6-4F32-8994-B9E0115268C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859771967"/>
              </p:ext>
            </p:extLst>
          </p:nvPr>
        </p:nvGraphicFramePr>
        <p:xfrm>
          <a:off x="152400" y="1196752"/>
          <a:ext cx="8839200" cy="49754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951097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2000"/>
                                  </p:stCondLst>
                                  <p:childTnLst>
                                    <p:set>
                                      <p:cBhvr>
                                        <p:cTn id="6" dur="1" fill="hold">
                                          <p:stCondLst>
                                            <p:cond delay="0"/>
                                          </p:stCondLst>
                                        </p:cTn>
                                        <p:tgtEl>
                                          <p:spTgt spid="7">
                                            <p:graphicEl>
                                              <a:dgm id="{9972E4C6-FDD6-4F32-8994-B9E0115268C3}"/>
                                            </p:graphicEl>
                                          </p:spTgt>
                                        </p:tgtEl>
                                        <p:attrNameLst>
                                          <p:attrName>style.visibility</p:attrName>
                                        </p:attrNameLst>
                                      </p:cBhvr>
                                      <p:to>
                                        <p:strVal val="visible"/>
                                      </p:to>
                                    </p:set>
                                    <p:animEffect transition="in" filter="dissolve">
                                      <p:cBhvr>
                                        <p:cTn id="7" dur="500"/>
                                        <p:tgtEl>
                                          <p:spTgt spid="7">
                                            <p:graphicEl>
                                              <a:dgm id="{9972E4C6-FDD6-4F32-8994-B9E0115268C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 Overview</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512146294"/>
              </p:ext>
            </p:extLst>
          </p:nvPr>
        </p:nvGraphicFramePr>
        <p:xfrm>
          <a:off x="152400" y="1600200"/>
          <a:ext cx="883920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 Placeholder 2"/>
          <p:cNvSpPr>
            <a:spLocks noGrp="1"/>
          </p:cNvSpPr>
          <p:nvPr>
            <p:ph type="body" sz="quarter" idx="13"/>
          </p:nvPr>
        </p:nvSpPr>
        <p:spPr/>
        <p:txBody>
          <a:bodyPr/>
          <a:lstStyle/>
          <a:p>
            <a:endParaRPr lang="en-GB"/>
          </a:p>
        </p:txBody>
      </p:sp>
    </p:spTree>
    <p:extLst>
      <p:ext uri="{BB962C8B-B14F-4D97-AF65-F5344CB8AC3E}">
        <p14:creationId xmlns:p14="http://schemas.microsoft.com/office/powerpoint/2010/main" val="16515396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2000"/>
                                  </p:stCondLst>
                                  <p:childTnLst>
                                    <p:set>
                                      <p:cBhvr>
                                        <p:cTn id="6" dur="1" fill="hold">
                                          <p:stCondLst>
                                            <p:cond delay="0"/>
                                          </p:stCondLst>
                                        </p:cTn>
                                        <p:tgtEl>
                                          <p:spTgt spid="7">
                                            <p:graphicEl>
                                              <a:dgm id="{E43CDCF3-D5B2-4556-A6FF-1FBA940E878F}"/>
                                            </p:graphicEl>
                                          </p:spTgt>
                                        </p:tgtEl>
                                        <p:attrNameLst>
                                          <p:attrName>style.visibility</p:attrName>
                                        </p:attrNameLst>
                                      </p:cBhvr>
                                      <p:to>
                                        <p:strVal val="visible"/>
                                      </p:to>
                                    </p:set>
                                    <p:animEffect transition="in" filter="dissolve">
                                      <p:cBhvr>
                                        <p:cTn id="7" dur="500"/>
                                        <p:tgtEl>
                                          <p:spTgt spid="7">
                                            <p:graphicEl>
                                              <a:dgm id="{E43CDCF3-D5B2-4556-A6FF-1FBA940E878F}"/>
                                            </p:graphicEl>
                                          </p:spTgt>
                                        </p:tgtEl>
                                      </p:cBhvr>
                                    </p:animEffect>
                                  </p:childTnLst>
                                </p:cTn>
                              </p:par>
                            </p:childTnLst>
                          </p:cTn>
                        </p:par>
                        <p:par>
                          <p:cTn id="8" fill="hold">
                            <p:stCondLst>
                              <p:cond delay="2500"/>
                            </p:stCondLst>
                            <p:childTnLst>
                              <p:par>
                                <p:cTn id="9" presetID="9" presetClass="entr" presetSubtype="0" fill="hold" grpId="0" nodeType="afterEffect">
                                  <p:stCondLst>
                                    <p:cond delay="2000"/>
                                  </p:stCondLst>
                                  <p:childTnLst>
                                    <p:set>
                                      <p:cBhvr>
                                        <p:cTn id="10" dur="1" fill="hold">
                                          <p:stCondLst>
                                            <p:cond delay="0"/>
                                          </p:stCondLst>
                                        </p:cTn>
                                        <p:tgtEl>
                                          <p:spTgt spid="7">
                                            <p:graphicEl>
                                              <a:dgm id="{08678D36-F832-48B7-8548-C43AEE1F6A43}"/>
                                            </p:graphicEl>
                                          </p:spTgt>
                                        </p:tgtEl>
                                        <p:attrNameLst>
                                          <p:attrName>style.visibility</p:attrName>
                                        </p:attrNameLst>
                                      </p:cBhvr>
                                      <p:to>
                                        <p:strVal val="visible"/>
                                      </p:to>
                                    </p:set>
                                    <p:animEffect transition="in" filter="dissolve">
                                      <p:cBhvr>
                                        <p:cTn id="11" dur="500"/>
                                        <p:tgtEl>
                                          <p:spTgt spid="7">
                                            <p:graphicEl>
                                              <a:dgm id="{08678D36-F832-48B7-8548-C43AEE1F6A43}"/>
                                            </p:graphicEl>
                                          </p:spTgt>
                                        </p:tgtEl>
                                      </p:cBhvr>
                                    </p:animEffect>
                                  </p:childTnLst>
                                </p:cTn>
                              </p:par>
                            </p:childTnLst>
                          </p:cTn>
                        </p:par>
                        <p:par>
                          <p:cTn id="12" fill="hold">
                            <p:stCondLst>
                              <p:cond delay="5000"/>
                            </p:stCondLst>
                            <p:childTnLst>
                              <p:par>
                                <p:cTn id="13" presetID="9" presetClass="entr" presetSubtype="0" fill="hold" grpId="0" nodeType="afterEffect">
                                  <p:stCondLst>
                                    <p:cond delay="2000"/>
                                  </p:stCondLst>
                                  <p:childTnLst>
                                    <p:set>
                                      <p:cBhvr>
                                        <p:cTn id="14" dur="1" fill="hold">
                                          <p:stCondLst>
                                            <p:cond delay="0"/>
                                          </p:stCondLst>
                                        </p:cTn>
                                        <p:tgtEl>
                                          <p:spTgt spid="7">
                                            <p:graphicEl>
                                              <a:dgm id="{D32AB574-D896-42B8-809A-74BD322B19E9}"/>
                                            </p:graphicEl>
                                          </p:spTgt>
                                        </p:tgtEl>
                                        <p:attrNameLst>
                                          <p:attrName>style.visibility</p:attrName>
                                        </p:attrNameLst>
                                      </p:cBhvr>
                                      <p:to>
                                        <p:strVal val="visible"/>
                                      </p:to>
                                    </p:set>
                                    <p:animEffect transition="in" filter="dissolve">
                                      <p:cBhvr>
                                        <p:cTn id="15" dur="500"/>
                                        <p:tgtEl>
                                          <p:spTgt spid="7">
                                            <p:graphicEl>
                                              <a:dgm id="{D32AB574-D896-42B8-809A-74BD322B19E9}"/>
                                            </p:graphicEl>
                                          </p:spTgt>
                                        </p:tgtEl>
                                      </p:cBhvr>
                                    </p:animEffect>
                                  </p:childTnLst>
                                </p:cTn>
                              </p:par>
                            </p:childTnLst>
                          </p:cTn>
                        </p:par>
                        <p:par>
                          <p:cTn id="16" fill="hold">
                            <p:stCondLst>
                              <p:cond delay="7500"/>
                            </p:stCondLst>
                            <p:childTnLst>
                              <p:par>
                                <p:cTn id="17" presetID="9" presetClass="entr" presetSubtype="0" fill="hold" grpId="0" nodeType="afterEffect">
                                  <p:stCondLst>
                                    <p:cond delay="2000"/>
                                  </p:stCondLst>
                                  <p:childTnLst>
                                    <p:set>
                                      <p:cBhvr>
                                        <p:cTn id="18" dur="1" fill="hold">
                                          <p:stCondLst>
                                            <p:cond delay="0"/>
                                          </p:stCondLst>
                                        </p:cTn>
                                        <p:tgtEl>
                                          <p:spTgt spid="7">
                                            <p:graphicEl>
                                              <a:dgm id="{126D987F-03E4-4E3A-BED9-08B6BA3A15AB}"/>
                                            </p:graphicEl>
                                          </p:spTgt>
                                        </p:tgtEl>
                                        <p:attrNameLst>
                                          <p:attrName>style.visibility</p:attrName>
                                        </p:attrNameLst>
                                      </p:cBhvr>
                                      <p:to>
                                        <p:strVal val="visible"/>
                                      </p:to>
                                    </p:set>
                                    <p:animEffect transition="in" filter="dissolve">
                                      <p:cBhvr>
                                        <p:cTn id="19" dur="500"/>
                                        <p:tgtEl>
                                          <p:spTgt spid="7">
                                            <p:graphicEl>
                                              <a:dgm id="{126D987F-03E4-4E3A-BED9-08B6BA3A15AB}"/>
                                            </p:graphicEl>
                                          </p:spTgt>
                                        </p:tgtEl>
                                      </p:cBhvr>
                                    </p:animEffect>
                                  </p:childTnLst>
                                </p:cTn>
                              </p:par>
                            </p:childTnLst>
                          </p:cTn>
                        </p:par>
                        <p:par>
                          <p:cTn id="20" fill="hold">
                            <p:stCondLst>
                              <p:cond delay="10000"/>
                            </p:stCondLst>
                            <p:childTnLst>
                              <p:par>
                                <p:cTn id="21" presetID="9" presetClass="entr" presetSubtype="0" fill="hold" grpId="0" nodeType="afterEffect">
                                  <p:stCondLst>
                                    <p:cond delay="2000"/>
                                  </p:stCondLst>
                                  <p:childTnLst>
                                    <p:set>
                                      <p:cBhvr>
                                        <p:cTn id="22" dur="1" fill="hold">
                                          <p:stCondLst>
                                            <p:cond delay="0"/>
                                          </p:stCondLst>
                                        </p:cTn>
                                        <p:tgtEl>
                                          <p:spTgt spid="7">
                                            <p:graphicEl>
                                              <a:dgm id="{A0EFA616-1553-4077-9D32-88AE20AC0552}"/>
                                            </p:graphicEl>
                                          </p:spTgt>
                                        </p:tgtEl>
                                        <p:attrNameLst>
                                          <p:attrName>style.visibility</p:attrName>
                                        </p:attrNameLst>
                                      </p:cBhvr>
                                      <p:to>
                                        <p:strVal val="visible"/>
                                      </p:to>
                                    </p:set>
                                    <p:animEffect transition="in" filter="dissolve">
                                      <p:cBhvr>
                                        <p:cTn id="23" dur="500"/>
                                        <p:tgtEl>
                                          <p:spTgt spid="7">
                                            <p:graphicEl>
                                              <a:dgm id="{A0EFA616-1553-4077-9D32-88AE20AC0552}"/>
                                            </p:graphicEl>
                                          </p:spTgt>
                                        </p:tgtEl>
                                      </p:cBhvr>
                                    </p:animEffect>
                                  </p:childTnLst>
                                </p:cTn>
                              </p:par>
                            </p:childTnLst>
                          </p:cTn>
                        </p:par>
                        <p:par>
                          <p:cTn id="24" fill="hold">
                            <p:stCondLst>
                              <p:cond delay="12500"/>
                            </p:stCondLst>
                            <p:childTnLst>
                              <p:par>
                                <p:cTn id="25" presetID="9" presetClass="entr" presetSubtype="0" fill="hold" grpId="0" nodeType="afterEffect">
                                  <p:stCondLst>
                                    <p:cond delay="2000"/>
                                  </p:stCondLst>
                                  <p:childTnLst>
                                    <p:set>
                                      <p:cBhvr>
                                        <p:cTn id="26" dur="1" fill="hold">
                                          <p:stCondLst>
                                            <p:cond delay="0"/>
                                          </p:stCondLst>
                                        </p:cTn>
                                        <p:tgtEl>
                                          <p:spTgt spid="7">
                                            <p:graphicEl>
                                              <a:dgm id="{D944875E-4200-44D3-9F4D-D995865E5F68}"/>
                                            </p:graphicEl>
                                          </p:spTgt>
                                        </p:tgtEl>
                                        <p:attrNameLst>
                                          <p:attrName>style.visibility</p:attrName>
                                        </p:attrNameLst>
                                      </p:cBhvr>
                                      <p:to>
                                        <p:strVal val="visible"/>
                                      </p:to>
                                    </p:set>
                                    <p:animEffect transition="in" filter="dissolve">
                                      <p:cBhvr>
                                        <p:cTn id="27" dur="500"/>
                                        <p:tgtEl>
                                          <p:spTgt spid="7">
                                            <p:graphicEl>
                                              <a:dgm id="{D944875E-4200-44D3-9F4D-D995865E5F68}"/>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 Overview</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483206033"/>
              </p:ext>
            </p:extLst>
          </p:nvPr>
        </p:nvGraphicFramePr>
        <p:xfrm>
          <a:off x="152400" y="1600200"/>
          <a:ext cx="883920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 Placeholder 2"/>
          <p:cNvSpPr>
            <a:spLocks noGrp="1"/>
          </p:cNvSpPr>
          <p:nvPr>
            <p:ph type="body" sz="quarter" idx="13"/>
          </p:nvPr>
        </p:nvSpPr>
        <p:spPr/>
        <p:txBody>
          <a:bodyPr/>
          <a:lstStyle/>
          <a:p>
            <a:endParaRPr lang="en-GB"/>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2000"/>
                                  </p:stCondLst>
                                  <p:childTnLst>
                                    <p:set>
                                      <p:cBhvr>
                                        <p:cTn id="6" dur="1" fill="hold">
                                          <p:stCondLst>
                                            <p:cond delay="0"/>
                                          </p:stCondLst>
                                        </p:cTn>
                                        <p:tgtEl>
                                          <p:spTgt spid="7">
                                            <p:graphicEl>
                                              <a:dgm id="{2C05064A-AF3B-4300-BA44-77588901B427}"/>
                                            </p:graphicEl>
                                          </p:spTgt>
                                        </p:tgtEl>
                                        <p:attrNameLst>
                                          <p:attrName>style.visibility</p:attrName>
                                        </p:attrNameLst>
                                      </p:cBhvr>
                                      <p:to>
                                        <p:strVal val="visible"/>
                                      </p:to>
                                    </p:set>
                                    <p:animEffect transition="in" filter="dissolve">
                                      <p:cBhvr>
                                        <p:cTn id="7" dur="500"/>
                                        <p:tgtEl>
                                          <p:spTgt spid="7">
                                            <p:graphicEl>
                                              <a:dgm id="{2C05064A-AF3B-4300-BA44-77588901B427}"/>
                                            </p:graphicEl>
                                          </p:spTgt>
                                        </p:tgtEl>
                                      </p:cBhvr>
                                    </p:animEffect>
                                  </p:childTnLst>
                                </p:cTn>
                              </p:par>
                            </p:childTnLst>
                          </p:cTn>
                        </p:par>
                        <p:par>
                          <p:cTn id="8" fill="hold">
                            <p:stCondLst>
                              <p:cond delay="2500"/>
                            </p:stCondLst>
                            <p:childTnLst>
                              <p:par>
                                <p:cTn id="9" presetID="9" presetClass="entr" presetSubtype="0" fill="hold" grpId="0" nodeType="afterEffect">
                                  <p:stCondLst>
                                    <p:cond delay="2000"/>
                                  </p:stCondLst>
                                  <p:childTnLst>
                                    <p:set>
                                      <p:cBhvr>
                                        <p:cTn id="10" dur="1" fill="hold">
                                          <p:stCondLst>
                                            <p:cond delay="0"/>
                                          </p:stCondLst>
                                        </p:cTn>
                                        <p:tgtEl>
                                          <p:spTgt spid="7">
                                            <p:graphicEl>
                                              <a:dgm id="{78E50E59-2D61-469F-90EB-61D50540AF76}"/>
                                            </p:graphicEl>
                                          </p:spTgt>
                                        </p:tgtEl>
                                        <p:attrNameLst>
                                          <p:attrName>style.visibility</p:attrName>
                                        </p:attrNameLst>
                                      </p:cBhvr>
                                      <p:to>
                                        <p:strVal val="visible"/>
                                      </p:to>
                                    </p:set>
                                    <p:animEffect transition="in" filter="dissolve">
                                      <p:cBhvr>
                                        <p:cTn id="11" dur="500"/>
                                        <p:tgtEl>
                                          <p:spTgt spid="7">
                                            <p:graphicEl>
                                              <a:dgm id="{78E50E59-2D61-469F-90EB-61D50540AF76}"/>
                                            </p:graphicEl>
                                          </p:spTgt>
                                        </p:tgtEl>
                                      </p:cBhvr>
                                    </p:animEffect>
                                  </p:childTnLst>
                                </p:cTn>
                              </p:par>
                            </p:childTnLst>
                          </p:cTn>
                        </p:par>
                        <p:par>
                          <p:cTn id="12" fill="hold">
                            <p:stCondLst>
                              <p:cond delay="5000"/>
                            </p:stCondLst>
                            <p:childTnLst>
                              <p:par>
                                <p:cTn id="13" presetID="9" presetClass="entr" presetSubtype="0" fill="hold" grpId="0" nodeType="afterEffect">
                                  <p:stCondLst>
                                    <p:cond delay="2000"/>
                                  </p:stCondLst>
                                  <p:childTnLst>
                                    <p:set>
                                      <p:cBhvr>
                                        <p:cTn id="14" dur="1" fill="hold">
                                          <p:stCondLst>
                                            <p:cond delay="0"/>
                                          </p:stCondLst>
                                        </p:cTn>
                                        <p:tgtEl>
                                          <p:spTgt spid="7">
                                            <p:graphicEl>
                                              <a:dgm id="{CA6D4895-767A-41FC-AA1D-E44C43383021}"/>
                                            </p:graphicEl>
                                          </p:spTgt>
                                        </p:tgtEl>
                                        <p:attrNameLst>
                                          <p:attrName>style.visibility</p:attrName>
                                        </p:attrNameLst>
                                      </p:cBhvr>
                                      <p:to>
                                        <p:strVal val="visible"/>
                                      </p:to>
                                    </p:set>
                                    <p:animEffect transition="in" filter="dissolve">
                                      <p:cBhvr>
                                        <p:cTn id="15" dur="500"/>
                                        <p:tgtEl>
                                          <p:spTgt spid="7">
                                            <p:graphicEl>
                                              <a:dgm id="{CA6D4895-767A-41FC-AA1D-E44C43383021}"/>
                                            </p:graphicEl>
                                          </p:spTgt>
                                        </p:tgtEl>
                                      </p:cBhvr>
                                    </p:animEffect>
                                  </p:childTnLst>
                                </p:cTn>
                              </p:par>
                            </p:childTnLst>
                          </p:cTn>
                        </p:par>
                        <p:par>
                          <p:cTn id="16" fill="hold">
                            <p:stCondLst>
                              <p:cond delay="7500"/>
                            </p:stCondLst>
                            <p:childTnLst>
                              <p:par>
                                <p:cTn id="17" presetID="9" presetClass="entr" presetSubtype="0" fill="hold" grpId="0" nodeType="afterEffect">
                                  <p:stCondLst>
                                    <p:cond delay="2000"/>
                                  </p:stCondLst>
                                  <p:childTnLst>
                                    <p:set>
                                      <p:cBhvr>
                                        <p:cTn id="18" dur="1" fill="hold">
                                          <p:stCondLst>
                                            <p:cond delay="0"/>
                                          </p:stCondLst>
                                        </p:cTn>
                                        <p:tgtEl>
                                          <p:spTgt spid="7">
                                            <p:graphicEl>
                                              <a:dgm id="{6CE1FDA2-9B33-4C87-8A66-B5121E5141DD}"/>
                                            </p:graphicEl>
                                          </p:spTgt>
                                        </p:tgtEl>
                                        <p:attrNameLst>
                                          <p:attrName>style.visibility</p:attrName>
                                        </p:attrNameLst>
                                      </p:cBhvr>
                                      <p:to>
                                        <p:strVal val="visible"/>
                                      </p:to>
                                    </p:set>
                                    <p:animEffect transition="in" filter="dissolve">
                                      <p:cBhvr>
                                        <p:cTn id="19" dur="500"/>
                                        <p:tgtEl>
                                          <p:spTgt spid="7">
                                            <p:graphicEl>
                                              <a:dgm id="{6CE1FDA2-9B33-4C87-8A66-B5121E5141DD}"/>
                                            </p:graphicEl>
                                          </p:spTgt>
                                        </p:tgtEl>
                                      </p:cBhvr>
                                    </p:animEffect>
                                  </p:childTnLst>
                                </p:cTn>
                              </p:par>
                            </p:childTnLst>
                          </p:cTn>
                        </p:par>
                        <p:par>
                          <p:cTn id="20" fill="hold">
                            <p:stCondLst>
                              <p:cond delay="10000"/>
                            </p:stCondLst>
                            <p:childTnLst>
                              <p:par>
                                <p:cTn id="21" presetID="9" presetClass="entr" presetSubtype="0" fill="hold" grpId="0" nodeType="afterEffect">
                                  <p:stCondLst>
                                    <p:cond delay="2000"/>
                                  </p:stCondLst>
                                  <p:childTnLst>
                                    <p:set>
                                      <p:cBhvr>
                                        <p:cTn id="22" dur="1" fill="hold">
                                          <p:stCondLst>
                                            <p:cond delay="0"/>
                                          </p:stCondLst>
                                        </p:cTn>
                                        <p:tgtEl>
                                          <p:spTgt spid="7">
                                            <p:graphicEl>
                                              <a:dgm id="{A3CFB6C1-AB2E-4C26-9483-C7BA772609A7}"/>
                                            </p:graphicEl>
                                          </p:spTgt>
                                        </p:tgtEl>
                                        <p:attrNameLst>
                                          <p:attrName>style.visibility</p:attrName>
                                        </p:attrNameLst>
                                      </p:cBhvr>
                                      <p:to>
                                        <p:strVal val="visible"/>
                                      </p:to>
                                    </p:set>
                                    <p:animEffect transition="in" filter="dissolve">
                                      <p:cBhvr>
                                        <p:cTn id="23" dur="500"/>
                                        <p:tgtEl>
                                          <p:spTgt spid="7">
                                            <p:graphicEl>
                                              <a:dgm id="{A3CFB6C1-AB2E-4C26-9483-C7BA772609A7}"/>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980728"/>
          </a:xfrm>
        </p:spPr>
        <p:txBody>
          <a:bodyPr/>
          <a:lstStyle/>
          <a:p>
            <a:pPr algn="ctr"/>
            <a:r>
              <a:rPr lang="en-GB" dirty="0"/>
              <a:t>Setting Text Fonts in Word 2010</a:t>
            </a:r>
            <a:endParaRPr lang="en-US" dirty="0"/>
          </a:p>
        </p:txBody>
      </p:sp>
      <p:sp>
        <p:nvSpPr>
          <p:cNvPr id="3" name="Content Placeholder 2"/>
          <p:cNvSpPr>
            <a:spLocks noGrp="1"/>
          </p:cNvSpPr>
          <p:nvPr>
            <p:ph idx="1"/>
          </p:nvPr>
        </p:nvSpPr>
        <p:spPr>
          <a:xfrm>
            <a:off x="152400" y="1052736"/>
            <a:ext cx="8839200" cy="5348064"/>
          </a:xfrm>
        </p:spPr>
        <p:txBody>
          <a:bodyPr>
            <a:normAutofit/>
          </a:bodyPr>
          <a:lstStyle/>
          <a:p>
            <a:pPr algn="just"/>
            <a:r>
              <a:rPr lang="en-US" dirty="0" smtClean="0">
                <a:solidFill>
                  <a:srgbClr val="FF0000"/>
                </a:solidFill>
              </a:rPr>
              <a:t> </a:t>
            </a:r>
            <a:r>
              <a:rPr lang="en-GB" dirty="0"/>
              <a:t>Microsoft word allows you to use different fonts with different size</a:t>
            </a:r>
            <a:r>
              <a:rPr lang="en-GB" dirty="0" smtClean="0"/>
              <a:t>.</a:t>
            </a:r>
          </a:p>
          <a:p>
            <a:pPr algn="just"/>
            <a:endParaRPr lang="en-GB" sz="3600" dirty="0">
              <a:solidFill>
                <a:srgbClr val="FF0000"/>
              </a:solidFill>
            </a:endParaRPr>
          </a:p>
          <a:p>
            <a:pPr algn="just"/>
            <a:r>
              <a:rPr lang="en-GB" dirty="0"/>
              <a:t>You can change your document's appearance by changing the fonts and their size</a:t>
            </a:r>
            <a:r>
              <a:rPr lang="en-GB" dirty="0" smtClean="0"/>
              <a:t>.</a:t>
            </a:r>
          </a:p>
          <a:p>
            <a:pPr algn="just"/>
            <a:endParaRPr lang="en-GB" dirty="0"/>
          </a:p>
          <a:p>
            <a:pPr algn="just"/>
            <a:r>
              <a:rPr lang="en-GB" dirty="0"/>
              <a:t>It is important to learn how to use different fonts.</a:t>
            </a:r>
            <a:endParaRPr lang="en-US" dirty="0"/>
          </a:p>
        </p:txBody>
      </p:sp>
      <p:sp>
        <p:nvSpPr>
          <p:cNvPr id="8" name="Text Placeholder 7"/>
          <p:cNvSpPr>
            <a:spLocks noGrp="1"/>
          </p:cNvSpPr>
          <p:nvPr>
            <p:ph type="body" sz="quarter" idx="13"/>
          </p:nvPr>
        </p:nvSpPr>
        <p:spPr/>
        <p:txBody>
          <a:bodyPr/>
          <a:lstStyle/>
          <a:p>
            <a:endParaRPr lang="en-GB"/>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200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wipe(left)">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980728"/>
          </a:xfrm>
        </p:spPr>
        <p:txBody>
          <a:bodyPr/>
          <a:lstStyle/>
          <a:p>
            <a:pPr algn="ctr"/>
            <a:r>
              <a:rPr lang="en-GB" dirty="0"/>
              <a:t>Change the Font Type &amp; Size</a:t>
            </a:r>
            <a:endParaRPr lang="en-US" dirty="0"/>
          </a:p>
        </p:txBody>
      </p:sp>
      <p:sp>
        <p:nvSpPr>
          <p:cNvPr id="3" name="Content Placeholder 2"/>
          <p:cNvSpPr>
            <a:spLocks noGrp="1"/>
          </p:cNvSpPr>
          <p:nvPr>
            <p:ph idx="1"/>
          </p:nvPr>
        </p:nvSpPr>
        <p:spPr>
          <a:xfrm>
            <a:off x="152400" y="1052736"/>
            <a:ext cx="8839200" cy="5348064"/>
          </a:xfrm>
        </p:spPr>
        <p:txBody>
          <a:bodyPr>
            <a:normAutofit/>
          </a:bodyPr>
          <a:lstStyle/>
          <a:p>
            <a:pPr marL="0" indent="0" algn="ctr">
              <a:buNone/>
            </a:pPr>
            <a:r>
              <a:rPr lang="en-GB" b="1" dirty="0" smtClean="0">
                <a:solidFill>
                  <a:srgbClr val="FF0000"/>
                </a:solidFill>
              </a:rPr>
              <a:t>Step </a:t>
            </a:r>
            <a:r>
              <a:rPr lang="en-GB" b="1" dirty="0">
                <a:solidFill>
                  <a:srgbClr val="FF0000"/>
                </a:solidFill>
              </a:rPr>
              <a:t>1</a:t>
            </a:r>
            <a:r>
              <a:rPr lang="en-GB" b="1" dirty="0"/>
              <a:t> </a:t>
            </a:r>
            <a:endParaRPr lang="en-GB" b="1" dirty="0" smtClean="0"/>
          </a:p>
          <a:p>
            <a:pPr algn="just"/>
            <a:r>
              <a:rPr lang="en-GB" dirty="0" smtClean="0"/>
              <a:t>Select </a:t>
            </a:r>
            <a:r>
              <a:rPr lang="en-GB" dirty="0"/>
              <a:t>the portion of text the font of which needs to be changed and click the Home tab. </a:t>
            </a:r>
            <a:endParaRPr lang="en-GB" dirty="0" smtClean="0"/>
          </a:p>
          <a:p>
            <a:pPr algn="just"/>
            <a:endParaRPr lang="en-GB" dirty="0"/>
          </a:p>
        </p:txBody>
      </p:sp>
      <p:sp>
        <p:nvSpPr>
          <p:cNvPr id="8" name="Text Placeholder 7"/>
          <p:cNvSpPr>
            <a:spLocks noGrp="1"/>
          </p:cNvSpPr>
          <p:nvPr>
            <p:ph type="body" sz="quarter" idx="13"/>
          </p:nvPr>
        </p:nvSpPr>
        <p:spPr/>
        <p:txBody>
          <a:bodyPr/>
          <a:lstStyle/>
          <a:p>
            <a:endParaRPr lang="en-GB"/>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780928"/>
            <a:ext cx="6413823" cy="37656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655789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2500"/>
                            </p:stCondLst>
                            <p:childTnLst>
                              <p:par>
                                <p:cTn id="9" presetID="22" presetClass="entr" presetSubtype="8" fill="hold" grpId="0" nodeType="afterEffect">
                                  <p:stCondLst>
                                    <p:cond delay="200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980728"/>
          </a:xfrm>
        </p:spPr>
        <p:txBody>
          <a:bodyPr/>
          <a:lstStyle/>
          <a:p>
            <a:pPr algn="ctr"/>
            <a:r>
              <a:rPr lang="en-GB" dirty="0"/>
              <a:t>Change the Font Type &amp; Size</a:t>
            </a:r>
            <a:endParaRPr lang="en-US" dirty="0"/>
          </a:p>
        </p:txBody>
      </p:sp>
      <p:sp>
        <p:nvSpPr>
          <p:cNvPr id="3" name="Content Placeholder 2"/>
          <p:cNvSpPr>
            <a:spLocks noGrp="1"/>
          </p:cNvSpPr>
          <p:nvPr>
            <p:ph idx="1"/>
          </p:nvPr>
        </p:nvSpPr>
        <p:spPr>
          <a:xfrm>
            <a:off x="152400" y="1052736"/>
            <a:ext cx="8839200" cy="5348064"/>
          </a:xfrm>
        </p:spPr>
        <p:txBody>
          <a:bodyPr>
            <a:normAutofit/>
          </a:bodyPr>
          <a:lstStyle/>
          <a:p>
            <a:pPr marL="0" indent="0" algn="ctr">
              <a:buNone/>
            </a:pPr>
            <a:r>
              <a:rPr lang="en-GB" b="1" dirty="0" smtClean="0">
                <a:solidFill>
                  <a:srgbClr val="FF0000"/>
                </a:solidFill>
              </a:rPr>
              <a:t>Step 1</a:t>
            </a:r>
          </a:p>
          <a:p>
            <a:r>
              <a:rPr lang="en-GB" dirty="0"/>
              <a:t>Now click the Font Type button to </a:t>
            </a:r>
            <a:r>
              <a:rPr lang="en-GB" b="1" dirty="0"/>
              <a:t>list down all the fonts </a:t>
            </a:r>
            <a:r>
              <a:rPr lang="en-GB" dirty="0"/>
              <a:t>available as shown below</a:t>
            </a:r>
            <a:r>
              <a:rPr lang="en-GB" dirty="0" smtClean="0"/>
              <a:t>.</a:t>
            </a:r>
          </a:p>
          <a:p>
            <a:endParaRPr lang="en-GB" dirty="0"/>
          </a:p>
          <a:p>
            <a:endParaRPr lang="en-GB" dirty="0" smtClean="0"/>
          </a:p>
          <a:p>
            <a:pPr marL="0" indent="0" algn="ctr">
              <a:buNone/>
            </a:pPr>
            <a:r>
              <a:rPr lang="en-GB" dirty="0" smtClean="0"/>
              <a:t> </a:t>
            </a:r>
          </a:p>
          <a:p>
            <a:pPr marL="0" indent="0" algn="ctr">
              <a:buNone/>
            </a:pPr>
            <a:endParaRPr lang="en-GB" dirty="0" smtClean="0"/>
          </a:p>
        </p:txBody>
      </p:sp>
      <p:sp>
        <p:nvSpPr>
          <p:cNvPr id="8" name="Text Placeholder 7"/>
          <p:cNvSpPr>
            <a:spLocks noGrp="1"/>
          </p:cNvSpPr>
          <p:nvPr>
            <p:ph type="body" sz="quarter" idx="13"/>
          </p:nvPr>
        </p:nvSpPr>
        <p:spPr/>
        <p:txBody>
          <a:bodyPr/>
          <a:lstStyle/>
          <a:p>
            <a:endParaRPr lang="en-GB"/>
          </a:p>
        </p:txBody>
      </p:sp>
      <p:pic>
        <p:nvPicPr>
          <p:cNvPr id="1027" name="Picture 3" descr="C:\Users\UCCSMS1\Desktop\images\font_lis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688" y="2780929"/>
            <a:ext cx="6408711" cy="35283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61503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par>
                          <p:cTn id="13" fill="hold">
                            <p:stCondLst>
                              <p:cond delay="2500"/>
                            </p:stCondLst>
                            <p:childTnLst>
                              <p:par>
                                <p:cTn id="14" presetID="22" presetClass="entr" presetSubtype="8" fill="hold" grpId="0" nodeType="afterEffect">
                                  <p:stCondLst>
                                    <p:cond delay="200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wipe(left)">
                                      <p:cBhvr>
                                        <p:cTn id="16"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980728"/>
          </a:xfrm>
        </p:spPr>
        <p:txBody>
          <a:bodyPr/>
          <a:lstStyle/>
          <a:p>
            <a:pPr algn="ctr"/>
            <a:r>
              <a:rPr lang="en-GB" dirty="0"/>
              <a:t>Change the Font Type &amp; Size</a:t>
            </a:r>
            <a:endParaRPr lang="en-US" dirty="0"/>
          </a:p>
        </p:txBody>
      </p:sp>
      <p:sp>
        <p:nvSpPr>
          <p:cNvPr id="3" name="Content Placeholder 2"/>
          <p:cNvSpPr>
            <a:spLocks noGrp="1"/>
          </p:cNvSpPr>
          <p:nvPr>
            <p:ph idx="1"/>
          </p:nvPr>
        </p:nvSpPr>
        <p:spPr>
          <a:xfrm>
            <a:off x="152400" y="836712"/>
            <a:ext cx="8839200" cy="5832648"/>
          </a:xfrm>
        </p:spPr>
        <p:txBody>
          <a:bodyPr>
            <a:normAutofit/>
          </a:bodyPr>
          <a:lstStyle/>
          <a:p>
            <a:pPr marL="0" indent="0" algn="ctr">
              <a:buNone/>
            </a:pPr>
            <a:r>
              <a:rPr lang="en-GB" b="1" dirty="0" smtClean="0">
                <a:solidFill>
                  <a:srgbClr val="FF0000"/>
                </a:solidFill>
              </a:rPr>
              <a:t>Step 2</a:t>
            </a:r>
          </a:p>
          <a:p>
            <a:r>
              <a:rPr lang="en-GB" dirty="0" smtClean="0"/>
              <a:t>move </a:t>
            </a:r>
            <a:r>
              <a:rPr lang="en-GB" dirty="0"/>
              <a:t>the mouse pointer over the listed fonts. You will see that the text font changes when you move the mouse pointer over different </a:t>
            </a:r>
            <a:r>
              <a:rPr lang="en-GB" dirty="0" smtClean="0"/>
              <a:t>fonts.</a:t>
            </a:r>
          </a:p>
          <a:p>
            <a:endParaRPr lang="en-GB" dirty="0"/>
          </a:p>
          <a:p>
            <a:endParaRPr lang="en-GB" dirty="0" smtClean="0"/>
          </a:p>
          <a:p>
            <a:pPr marL="0" indent="0" algn="ctr">
              <a:buNone/>
            </a:pPr>
            <a:r>
              <a:rPr lang="en-GB" dirty="0" smtClean="0"/>
              <a:t> </a:t>
            </a:r>
          </a:p>
          <a:p>
            <a:pPr marL="0" indent="0" algn="ctr">
              <a:buNone/>
            </a:pPr>
            <a:endParaRPr lang="en-GB" dirty="0" smtClean="0"/>
          </a:p>
        </p:txBody>
      </p:sp>
      <p:sp>
        <p:nvSpPr>
          <p:cNvPr id="8" name="Text Placeholder 7"/>
          <p:cNvSpPr>
            <a:spLocks noGrp="1"/>
          </p:cNvSpPr>
          <p:nvPr>
            <p:ph type="body" sz="quarter" idx="13"/>
          </p:nvPr>
        </p:nvSpPr>
        <p:spPr/>
        <p:txBody>
          <a:bodyPr/>
          <a:lstStyle/>
          <a:p>
            <a:endParaRPr lang="en-GB"/>
          </a:p>
        </p:txBody>
      </p:sp>
      <p:pic>
        <p:nvPicPr>
          <p:cNvPr id="3074" name="Picture 2" descr="C:\Users\UCCSMS1\Desktop\images\mv_boli.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5776" y="3140968"/>
            <a:ext cx="5688632" cy="34434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47371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2500"/>
                            </p:stCondLst>
                            <p:childTnLst>
                              <p:par>
                                <p:cTn id="9" presetID="22" presetClass="entr" presetSubtype="8" fill="hold" grpId="0" nodeType="afterEffect">
                                  <p:stCondLst>
                                    <p:cond delay="2000"/>
                                  </p:stCondLst>
                                  <p:childTnLst>
                                    <p:set>
                                      <p:cBhvr>
                                        <p:cTn id="10" dur="1" fill="hold">
                                          <p:stCondLst>
                                            <p:cond delay="0"/>
                                          </p:stCondLst>
                                        </p:cTn>
                                        <p:tgtEl>
                                          <p:spTgt spid="3">
                                            <p:txEl>
                                              <p:pRg st="4" end="4"/>
                                            </p:txEl>
                                          </p:spTgt>
                                        </p:tgtEl>
                                        <p:attrNameLst>
                                          <p:attrName>style.visibility</p:attrName>
                                        </p:attrNameLst>
                                      </p:cBhvr>
                                      <p:to>
                                        <p:strVal val="visible"/>
                                      </p:to>
                                    </p:set>
                                    <p:animEffect transition="in" filter="wipe(left)">
                                      <p:cBhvr>
                                        <p:cTn id="11"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980728"/>
          </a:xfrm>
        </p:spPr>
        <p:txBody>
          <a:bodyPr/>
          <a:lstStyle/>
          <a:p>
            <a:pPr algn="ctr"/>
            <a:r>
              <a:rPr lang="en-GB" dirty="0"/>
              <a:t>Change the Font Type &amp; Size</a:t>
            </a:r>
            <a:endParaRPr lang="en-US" dirty="0"/>
          </a:p>
        </p:txBody>
      </p:sp>
      <p:sp>
        <p:nvSpPr>
          <p:cNvPr id="3" name="Content Placeholder 2"/>
          <p:cNvSpPr>
            <a:spLocks noGrp="1"/>
          </p:cNvSpPr>
          <p:nvPr>
            <p:ph idx="1"/>
          </p:nvPr>
        </p:nvSpPr>
        <p:spPr>
          <a:xfrm>
            <a:off x="152400" y="836712"/>
            <a:ext cx="8839200" cy="5832648"/>
          </a:xfrm>
        </p:spPr>
        <p:txBody>
          <a:bodyPr>
            <a:normAutofit/>
          </a:bodyPr>
          <a:lstStyle/>
          <a:p>
            <a:pPr marL="0" indent="0" algn="ctr">
              <a:buNone/>
            </a:pPr>
            <a:r>
              <a:rPr lang="en-GB" b="1" dirty="0" smtClean="0">
                <a:solidFill>
                  <a:srgbClr val="FF0000"/>
                </a:solidFill>
              </a:rPr>
              <a:t>Step 3</a:t>
            </a:r>
          </a:p>
          <a:p>
            <a:pPr algn="just"/>
            <a:r>
              <a:rPr lang="en-GB" dirty="0" smtClean="0"/>
              <a:t>To </a:t>
            </a:r>
            <a:r>
              <a:rPr lang="en-GB" dirty="0"/>
              <a:t>change the font size, click over the </a:t>
            </a:r>
            <a:r>
              <a:rPr lang="en-GB" b="1" dirty="0"/>
              <a:t>Font Size button</a:t>
            </a:r>
            <a:r>
              <a:rPr lang="en-GB" dirty="0"/>
              <a:t> which will display a font size list. </a:t>
            </a:r>
            <a:endParaRPr lang="en-GB" dirty="0" smtClean="0"/>
          </a:p>
          <a:p>
            <a:pPr marL="0" indent="0" algn="just">
              <a:buNone/>
            </a:pPr>
            <a:endParaRPr lang="en-GB" dirty="0" smtClean="0"/>
          </a:p>
        </p:txBody>
      </p:sp>
      <p:sp>
        <p:nvSpPr>
          <p:cNvPr id="8" name="Text Placeholder 7"/>
          <p:cNvSpPr>
            <a:spLocks noGrp="1"/>
          </p:cNvSpPr>
          <p:nvPr>
            <p:ph type="body" sz="quarter" idx="13"/>
          </p:nvPr>
        </p:nvSpPr>
        <p:spPr/>
        <p:txBody>
          <a:bodyPr/>
          <a:lstStyle/>
          <a:p>
            <a:endParaRPr lang="en-GB"/>
          </a:p>
        </p:txBody>
      </p:sp>
      <p:pic>
        <p:nvPicPr>
          <p:cNvPr id="4098" name="Picture 2" descr="C:\Users\UCCSMS1\Desktop\images\font_siz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672" y="2564904"/>
            <a:ext cx="6552727" cy="4143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46285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2500"/>
                            </p:stCondLst>
                            <p:childTnLst>
                              <p:par>
                                <p:cTn id="9" presetID="22" presetClass="entr" presetSubtype="8" fill="hold" grpId="0" nodeType="afterEffect">
                                  <p:stCondLst>
                                    <p:cond delay="200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Use Shrink and Grow Buttons</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algn="just"/>
            <a:r>
              <a:rPr lang="en-GB" sz="2800" dirty="0"/>
              <a:t>You can use a quick way to reduce or enlarge the font size</a:t>
            </a:r>
            <a:r>
              <a:rPr lang="en-GB" sz="2800" dirty="0" smtClean="0"/>
              <a:t>.</a:t>
            </a:r>
            <a:endParaRPr lang="en-GB" sz="2800" dirty="0"/>
          </a:p>
          <a:p>
            <a:pPr algn="just"/>
            <a:r>
              <a:rPr lang="en-GB" sz="2800" dirty="0" smtClean="0"/>
              <a:t>The </a:t>
            </a:r>
            <a:r>
              <a:rPr lang="en-GB" sz="2800" b="1" dirty="0"/>
              <a:t>Shrink Font button </a:t>
            </a:r>
            <a:r>
              <a:rPr lang="en-GB" sz="2800" dirty="0"/>
              <a:t>can be used to </a:t>
            </a:r>
            <a:r>
              <a:rPr lang="en-GB" sz="2800" b="1" dirty="0"/>
              <a:t>reduce the font size</a:t>
            </a:r>
            <a:r>
              <a:rPr lang="en-GB" sz="2800" dirty="0"/>
              <a:t> whereas the </a:t>
            </a:r>
            <a:r>
              <a:rPr lang="en-GB" sz="2800" b="1" dirty="0"/>
              <a:t>Grow Font button </a:t>
            </a:r>
            <a:r>
              <a:rPr lang="en-GB" sz="2800" dirty="0"/>
              <a:t>can be used to </a:t>
            </a:r>
            <a:r>
              <a:rPr lang="en-GB" sz="2800" b="1" dirty="0"/>
              <a:t>enlarge the font size</a:t>
            </a:r>
            <a:r>
              <a:rPr lang="en-GB" sz="2800" dirty="0" smtClean="0"/>
              <a:t>.</a:t>
            </a:r>
          </a:p>
          <a:p>
            <a:pPr algn="just"/>
            <a:endParaRPr lang="en-GB" dirty="0" smtClean="0"/>
          </a:p>
        </p:txBody>
      </p:sp>
      <p:sp>
        <p:nvSpPr>
          <p:cNvPr id="8" name="Text Placeholder 7"/>
          <p:cNvSpPr>
            <a:spLocks noGrp="1"/>
          </p:cNvSpPr>
          <p:nvPr>
            <p:ph type="body" sz="quarter" idx="13"/>
          </p:nvPr>
        </p:nvSpPr>
        <p:spPr/>
        <p:txBody>
          <a:bodyPr/>
          <a:lstStyle/>
          <a:p>
            <a:endParaRPr lang="en-GB"/>
          </a:p>
        </p:txBody>
      </p:sp>
      <p:pic>
        <p:nvPicPr>
          <p:cNvPr id="5122" name="Picture 2" descr="C:\Users\UCCSMS1\Desktop\images\grow_shrink.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3888" y="2858014"/>
            <a:ext cx="5334000" cy="38164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87191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Clear Formatting Options</a:t>
            </a:r>
            <a:endParaRPr lang="en-US" dirty="0"/>
          </a:p>
        </p:txBody>
      </p:sp>
      <p:sp>
        <p:nvSpPr>
          <p:cNvPr id="3" name="Content Placeholder 2"/>
          <p:cNvSpPr>
            <a:spLocks noGrp="1"/>
          </p:cNvSpPr>
          <p:nvPr>
            <p:ph idx="1"/>
          </p:nvPr>
        </p:nvSpPr>
        <p:spPr>
          <a:xfrm>
            <a:off x="152400" y="620688"/>
            <a:ext cx="8839200" cy="6048672"/>
          </a:xfrm>
        </p:spPr>
        <p:txBody>
          <a:bodyPr>
            <a:normAutofit lnSpcReduction="10000"/>
          </a:bodyPr>
          <a:lstStyle/>
          <a:p>
            <a:pPr algn="just"/>
            <a:r>
              <a:rPr lang="en-GB" sz="2400" dirty="0"/>
              <a:t>All of the setting can be reset to plain text, or the default formatting. To reset text to default settings </a:t>
            </a:r>
            <a:endParaRPr lang="en-GB" sz="2400" dirty="0" smtClean="0"/>
          </a:p>
          <a:p>
            <a:pPr marL="0" indent="0" algn="ctr">
              <a:buNone/>
            </a:pPr>
            <a:r>
              <a:rPr lang="en-GB" sz="2800" b="1" dirty="0">
                <a:solidFill>
                  <a:srgbClr val="FF0000"/>
                </a:solidFill>
              </a:rPr>
              <a:t>Step 1 </a:t>
            </a:r>
            <a:endParaRPr lang="en-GB" sz="2800" b="1" dirty="0" smtClean="0">
              <a:solidFill>
                <a:srgbClr val="FF0000"/>
              </a:solidFill>
            </a:endParaRPr>
          </a:p>
          <a:p>
            <a:pPr algn="just"/>
            <a:r>
              <a:rPr lang="en-GB" sz="2400" dirty="0" smtClean="0"/>
              <a:t>Select </a:t>
            </a:r>
            <a:r>
              <a:rPr lang="en-GB" sz="2400" dirty="0"/>
              <a:t>the portion of text that you want to reset</a:t>
            </a:r>
            <a:r>
              <a:rPr lang="en-GB" sz="2400" dirty="0" smtClean="0"/>
              <a:t>.</a:t>
            </a:r>
          </a:p>
          <a:p>
            <a:pPr algn="just"/>
            <a:endParaRPr lang="en-GB" sz="2400" dirty="0"/>
          </a:p>
          <a:p>
            <a:pPr algn="just"/>
            <a:endParaRPr lang="en-GB" dirty="0" smtClean="0"/>
          </a:p>
          <a:p>
            <a:pPr algn="just"/>
            <a:endParaRPr lang="en-GB" dirty="0" smtClean="0"/>
          </a:p>
          <a:p>
            <a:pPr algn="just"/>
            <a:endParaRPr lang="en-GB" dirty="0"/>
          </a:p>
          <a:p>
            <a:pPr algn="just"/>
            <a:endParaRPr lang="en-GB" dirty="0" smtClean="0"/>
          </a:p>
          <a:p>
            <a:pPr marL="0" indent="0" algn="ctr">
              <a:buNone/>
            </a:pPr>
            <a:endParaRPr lang="en-GB" sz="2800" b="1" dirty="0" smtClean="0">
              <a:solidFill>
                <a:srgbClr val="FF0000"/>
              </a:solidFill>
            </a:endParaRPr>
          </a:p>
          <a:p>
            <a:pPr marL="0" indent="0" algn="ctr">
              <a:buNone/>
            </a:pPr>
            <a:r>
              <a:rPr lang="en-GB" sz="2800" b="1" dirty="0" smtClean="0">
                <a:solidFill>
                  <a:srgbClr val="FF0000"/>
                </a:solidFill>
              </a:rPr>
              <a:t>Step </a:t>
            </a:r>
            <a:r>
              <a:rPr lang="en-GB" sz="2800" b="1" dirty="0">
                <a:solidFill>
                  <a:srgbClr val="FF0000"/>
                </a:solidFill>
              </a:rPr>
              <a:t>2 </a:t>
            </a:r>
            <a:r>
              <a:rPr lang="en-GB" sz="2800" b="1" dirty="0" smtClean="0">
                <a:solidFill>
                  <a:srgbClr val="FF0000"/>
                </a:solidFill>
              </a:rPr>
              <a:t> </a:t>
            </a:r>
          </a:p>
          <a:p>
            <a:pPr algn="just"/>
            <a:r>
              <a:rPr lang="en-GB" sz="2000" dirty="0" smtClean="0"/>
              <a:t>Click </a:t>
            </a:r>
            <a:r>
              <a:rPr lang="en-GB" sz="2000" dirty="0"/>
              <a:t>the Clear Formatting button in the Home tab Font group, or simply use </a:t>
            </a:r>
            <a:r>
              <a:rPr lang="en-GB" sz="2000" b="1" dirty="0"/>
              <a:t>Ctrl + SPACEBAR</a:t>
            </a:r>
            <a:r>
              <a:rPr lang="en-GB" sz="2000" dirty="0"/>
              <a:t>.</a:t>
            </a:r>
            <a:endParaRPr lang="en-GB" sz="2000" dirty="0" smtClean="0"/>
          </a:p>
        </p:txBody>
      </p:sp>
      <p:pic>
        <p:nvPicPr>
          <p:cNvPr id="6146" name="Picture 2" descr="C:\Users\UCCSMS1\Desktop\images\clear_formatting.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5736" y="2204864"/>
            <a:ext cx="5334000" cy="3096344"/>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p:cNvCxnSpPr/>
          <p:nvPr/>
        </p:nvCxnSpPr>
        <p:spPr>
          <a:xfrm>
            <a:off x="4567314" y="2274066"/>
            <a:ext cx="290736" cy="57606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7932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200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2000"/>
                                  </p:stCondLst>
                                  <p:childTnLst>
                                    <p:set>
                                      <p:cBhvr>
                                        <p:cTn id="21" dur="1" fill="hold">
                                          <p:stCondLst>
                                            <p:cond delay="0"/>
                                          </p:stCondLst>
                                        </p:cTn>
                                        <p:tgtEl>
                                          <p:spTgt spid="3">
                                            <p:txEl>
                                              <p:pRg st="9" end="9"/>
                                            </p:txEl>
                                          </p:spTgt>
                                        </p:tgtEl>
                                        <p:attrNameLst>
                                          <p:attrName>style.visibility</p:attrName>
                                        </p:attrNameLst>
                                      </p:cBhvr>
                                      <p:to>
                                        <p:strVal val="visible"/>
                                      </p:to>
                                    </p:set>
                                    <p:animEffect transition="in" filter="wipe(left)">
                                      <p:cBhvr>
                                        <p:cTn id="22" dur="500"/>
                                        <p:tgtEl>
                                          <p:spTgt spid="3">
                                            <p:txEl>
                                              <p:pRg st="9" end="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2000"/>
                                  </p:stCondLst>
                                  <p:childTnLst>
                                    <p:set>
                                      <p:cBhvr>
                                        <p:cTn id="26" dur="1" fill="hold">
                                          <p:stCondLst>
                                            <p:cond delay="0"/>
                                          </p:stCondLst>
                                        </p:cTn>
                                        <p:tgtEl>
                                          <p:spTgt spid="3">
                                            <p:txEl>
                                              <p:pRg st="10" end="10"/>
                                            </p:txEl>
                                          </p:spTgt>
                                        </p:tgtEl>
                                        <p:attrNameLst>
                                          <p:attrName>style.visibility</p:attrName>
                                        </p:attrNameLst>
                                      </p:cBhvr>
                                      <p:to>
                                        <p:strVal val="visible"/>
                                      </p:to>
                                    </p:set>
                                    <p:animEffect transition="in" filter="wipe(left)">
                                      <p:cBhvr>
                                        <p:cTn id="2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Text Decoration in Word 2010</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algn="just"/>
            <a:endParaRPr lang="en-GB" sz="2800" dirty="0" smtClean="0"/>
          </a:p>
          <a:p>
            <a:pPr algn="just"/>
            <a:endParaRPr lang="en-GB" sz="2800" dirty="0"/>
          </a:p>
          <a:p>
            <a:pPr algn="just"/>
            <a:r>
              <a:rPr lang="en-GB" sz="2800" dirty="0" smtClean="0"/>
              <a:t>When </a:t>
            </a:r>
            <a:r>
              <a:rPr lang="en-GB" sz="2800" dirty="0"/>
              <a:t>we use the term decorate, it </a:t>
            </a:r>
            <a:r>
              <a:rPr lang="en-GB" sz="2800" dirty="0" smtClean="0"/>
              <a:t>means </a:t>
            </a:r>
            <a:r>
              <a:rPr lang="en-GB" sz="2800" dirty="0"/>
              <a:t>putting the text in </a:t>
            </a:r>
            <a:r>
              <a:rPr lang="en-GB" sz="2800" b="1" dirty="0"/>
              <a:t>italics</a:t>
            </a:r>
            <a:r>
              <a:rPr lang="en-GB" sz="2800" dirty="0"/>
              <a:t>, </a:t>
            </a:r>
            <a:r>
              <a:rPr lang="en-GB" sz="2800" b="1" dirty="0"/>
              <a:t>underlining</a:t>
            </a:r>
            <a:r>
              <a:rPr lang="en-GB" sz="2800" dirty="0"/>
              <a:t> the text or making it </a:t>
            </a:r>
            <a:r>
              <a:rPr lang="en-GB" sz="2800" b="1" dirty="0"/>
              <a:t>bold</a:t>
            </a:r>
            <a:r>
              <a:rPr lang="en-GB" sz="2800" dirty="0"/>
              <a:t> to look more fancy and much more</a:t>
            </a:r>
            <a:r>
              <a:rPr lang="en-GB" sz="2800" dirty="0" smtClean="0"/>
              <a:t>.</a:t>
            </a:r>
          </a:p>
          <a:p>
            <a:pPr algn="just"/>
            <a:endParaRPr lang="en-GB" dirty="0" smtClean="0"/>
          </a:p>
        </p:txBody>
      </p:sp>
      <p:sp>
        <p:nvSpPr>
          <p:cNvPr id="8" name="Text Placeholder 7"/>
          <p:cNvSpPr>
            <a:spLocks noGrp="1"/>
          </p:cNvSpPr>
          <p:nvPr>
            <p:ph type="body" sz="quarter" idx="13"/>
          </p:nvPr>
        </p:nvSpPr>
        <p:spPr/>
        <p:txBody>
          <a:bodyPr/>
          <a:lstStyle/>
          <a:p>
            <a:endParaRPr lang="en-GB"/>
          </a:p>
        </p:txBody>
      </p:sp>
    </p:spTree>
    <p:extLst>
      <p:ext uri="{BB962C8B-B14F-4D97-AF65-F5344CB8AC3E}">
        <p14:creationId xmlns:p14="http://schemas.microsoft.com/office/powerpoint/2010/main" val="41965338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wipe(left)">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Making text bold</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r>
              <a:rPr lang="en-GB" sz="2000" b="1" dirty="0">
                <a:solidFill>
                  <a:srgbClr val="FF0000"/>
                </a:solidFill>
              </a:rPr>
              <a:t>Step 1 </a:t>
            </a:r>
            <a:endParaRPr lang="en-GB" sz="2000" b="1" dirty="0" smtClean="0">
              <a:solidFill>
                <a:srgbClr val="FF0000"/>
              </a:solidFill>
            </a:endParaRPr>
          </a:p>
          <a:p>
            <a:pPr algn="just"/>
            <a:r>
              <a:rPr lang="en-GB" sz="2000" b="1" dirty="0" smtClean="0"/>
              <a:t>Select </a:t>
            </a:r>
            <a:r>
              <a:rPr lang="en-GB" sz="2000" b="1" dirty="0"/>
              <a:t>the portion of text that the font of which needs to be made bold. You can use any of the text selection methods to select the portion of text</a:t>
            </a:r>
            <a:r>
              <a:rPr lang="en-GB" sz="2000" b="1" dirty="0" smtClean="0"/>
              <a:t>.</a:t>
            </a:r>
          </a:p>
          <a:p>
            <a:pPr marL="0" indent="0" algn="ctr">
              <a:buNone/>
            </a:pPr>
            <a:r>
              <a:rPr lang="en-GB" sz="2000" b="1" dirty="0">
                <a:solidFill>
                  <a:srgbClr val="FF0000"/>
                </a:solidFill>
              </a:rPr>
              <a:t>Step 2 </a:t>
            </a:r>
            <a:endParaRPr lang="en-GB" sz="2000" b="1" dirty="0" smtClean="0">
              <a:solidFill>
                <a:srgbClr val="FF0000"/>
              </a:solidFill>
            </a:endParaRPr>
          </a:p>
          <a:p>
            <a:pPr algn="just"/>
            <a:r>
              <a:rPr lang="en-GB" sz="2000" b="1" dirty="0" smtClean="0"/>
              <a:t>Click </a:t>
            </a:r>
            <a:r>
              <a:rPr lang="en-GB" sz="2000" b="1" dirty="0"/>
              <a:t>the Font Bold [ B ] button in the Home tab Font group, or simply use Ctrl + B keys to make the selected portion of text bold.</a:t>
            </a:r>
            <a:endParaRPr lang="en-GB" sz="2000" b="1" dirty="0" smtClean="0"/>
          </a:p>
        </p:txBody>
      </p:sp>
      <p:pic>
        <p:nvPicPr>
          <p:cNvPr id="7170" name="Picture 2" descr="C:\Users\UCCSMS1\Desktop\images\bold_fon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1680" y="2780928"/>
            <a:ext cx="6408712" cy="3811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86872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2500"/>
                            </p:stCondLst>
                            <p:childTnLst>
                              <p:par>
                                <p:cTn id="9" presetID="22" presetClass="entr" presetSubtype="8" fill="hold" grpId="0" nodeType="afterEffect">
                                  <p:stCondLst>
                                    <p:cond delay="200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200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wipe(left)">
                                      <p:cBhvr>
                                        <p:cTn id="16" dur="5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200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wipe(left)">
                                      <p:cBhvr>
                                        <p:cTn id="21"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Making Text Italic</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r>
              <a:rPr lang="en-GB" sz="2000" b="1" dirty="0">
                <a:solidFill>
                  <a:srgbClr val="FF0000"/>
                </a:solidFill>
              </a:rPr>
              <a:t>Step 1 </a:t>
            </a:r>
            <a:endParaRPr lang="en-GB" sz="2000" b="1" dirty="0" smtClean="0">
              <a:solidFill>
                <a:srgbClr val="FF0000"/>
              </a:solidFill>
            </a:endParaRPr>
          </a:p>
          <a:p>
            <a:pPr algn="just"/>
            <a:r>
              <a:rPr lang="en-GB" sz="2000" b="1" dirty="0"/>
              <a:t>Select the portion of text the font of which needs to be italicized. You can use any of the text selection methods to select the portion of text</a:t>
            </a:r>
            <a:r>
              <a:rPr lang="en-GB" sz="2000" b="1" dirty="0" smtClean="0"/>
              <a:t>.</a:t>
            </a:r>
          </a:p>
          <a:p>
            <a:pPr marL="0" indent="0" algn="ctr">
              <a:buNone/>
            </a:pPr>
            <a:r>
              <a:rPr lang="en-GB" sz="2000" b="1" dirty="0" smtClean="0">
                <a:solidFill>
                  <a:srgbClr val="FF0000"/>
                </a:solidFill>
              </a:rPr>
              <a:t>Step </a:t>
            </a:r>
            <a:r>
              <a:rPr lang="en-GB" sz="2000" b="1" dirty="0">
                <a:solidFill>
                  <a:srgbClr val="FF0000"/>
                </a:solidFill>
              </a:rPr>
              <a:t>2 </a:t>
            </a:r>
            <a:endParaRPr lang="en-GB" sz="2000" b="1" dirty="0" smtClean="0">
              <a:solidFill>
                <a:srgbClr val="FF0000"/>
              </a:solidFill>
            </a:endParaRPr>
          </a:p>
          <a:p>
            <a:pPr algn="just"/>
            <a:r>
              <a:rPr lang="en-GB" sz="2000" b="1" dirty="0"/>
              <a:t> Click the Font Italic [ I ] button in the Home tab Font group, or simply use the </a:t>
            </a:r>
            <a:r>
              <a:rPr lang="en-GB" sz="2000" b="1" dirty="0">
                <a:solidFill>
                  <a:srgbClr val="FF0000"/>
                </a:solidFill>
              </a:rPr>
              <a:t>Ctrl + I </a:t>
            </a:r>
            <a:r>
              <a:rPr lang="en-GB" sz="2000" b="1" dirty="0"/>
              <a:t>keys to convert the portion of text in italic font</a:t>
            </a:r>
            <a:r>
              <a:rPr lang="en-GB" sz="2000" b="1" dirty="0" smtClean="0"/>
              <a:t>.</a:t>
            </a:r>
          </a:p>
          <a:p>
            <a:pPr algn="just"/>
            <a:endParaRPr lang="en-GB" sz="2000" b="1" dirty="0" smtClean="0"/>
          </a:p>
        </p:txBody>
      </p:sp>
      <p:pic>
        <p:nvPicPr>
          <p:cNvPr id="8194" name="Picture 2" descr="C:\Users\UCCSMS1\Desktop\images\italic_fon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720" y="2708920"/>
            <a:ext cx="5976664" cy="38164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87212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200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Underline the Text</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r>
              <a:rPr lang="en-GB" sz="2000" b="1" dirty="0">
                <a:solidFill>
                  <a:srgbClr val="FF0000"/>
                </a:solidFill>
              </a:rPr>
              <a:t>Step 1 </a:t>
            </a:r>
            <a:endParaRPr lang="en-GB" sz="2000" b="1" dirty="0" smtClean="0">
              <a:solidFill>
                <a:srgbClr val="FF0000"/>
              </a:solidFill>
            </a:endParaRPr>
          </a:p>
          <a:p>
            <a:pPr algn="just"/>
            <a:r>
              <a:rPr lang="en-GB" sz="2000" b="1" dirty="0"/>
              <a:t>Select the portion of text which needs to be underlined. You can use any of the text selection method to select the portion of text</a:t>
            </a:r>
            <a:r>
              <a:rPr lang="en-GB" sz="2000" b="1" dirty="0" smtClean="0"/>
              <a:t>.</a:t>
            </a:r>
          </a:p>
          <a:p>
            <a:pPr marL="0" indent="0" algn="ctr">
              <a:buNone/>
            </a:pPr>
            <a:r>
              <a:rPr lang="en-GB" sz="2000" b="1" dirty="0" smtClean="0">
                <a:solidFill>
                  <a:srgbClr val="FF0000"/>
                </a:solidFill>
              </a:rPr>
              <a:t>Step </a:t>
            </a:r>
            <a:r>
              <a:rPr lang="en-GB" sz="2000" b="1" dirty="0">
                <a:solidFill>
                  <a:srgbClr val="FF0000"/>
                </a:solidFill>
              </a:rPr>
              <a:t>2 </a:t>
            </a:r>
            <a:endParaRPr lang="en-GB" sz="2000" b="1" dirty="0" smtClean="0">
              <a:solidFill>
                <a:srgbClr val="FF0000"/>
              </a:solidFill>
            </a:endParaRPr>
          </a:p>
          <a:p>
            <a:pPr algn="just"/>
            <a:r>
              <a:rPr lang="en-GB" sz="2000" b="1" dirty="0"/>
              <a:t> Click Font Underline [ U ] button in the Home tab Font group, or simply use the </a:t>
            </a:r>
            <a:r>
              <a:rPr lang="en-GB" sz="2000" b="1" dirty="0">
                <a:solidFill>
                  <a:srgbClr val="FF0000"/>
                </a:solidFill>
              </a:rPr>
              <a:t>Ctrl + U </a:t>
            </a:r>
            <a:r>
              <a:rPr lang="en-GB" sz="2000" b="1" dirty="0"/>
              <a:t>keys to put an underline under the text</a:t>
            </a:r>
            <a:r>
              <a:rPr lang="en-GB" sz="2000" b="1" dirty="0" smtClean="0"/>
              <a:t>.</a:t>
            </a:r>
          </a:p>
          <a:p>
            <a:pPr algn="just"/>
            <a:endParaRPr lang="en-GB" sz="2000" b="1" dirty="0" smtClean="0"/>
          </a:p>
        </p:txBody>
      </p:sp>
      <p:pic>
        <p:nvPicPr>
          <p:cNvPr id="9218" name="Picture 2" descr="C:\Users\UCCSMS1\Desktop\images\underline_fon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664" y="2884944"/>
            <a:ext cx="5976664" cy="3781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72499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200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Strikethrough the Text</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r>
              <a:rPr lang="en-GB" sz="2000" b="1" dirty="0">
                <a:solidFill>
                  <a:srgbClr val="FF0000"/>
                </a:solidFill>
              </a:rPr>
              <a:t>Step 1 </a:t>
            </a:r>
            <a:endParaRPr lang="en-GB" sz="2000" b="1" dirty="0" smtClean="0">
              <a:solidFill>
                <a:srgbClr val="FF0000"/>
              </a:solidFill>
            </a:endParaRPr>
          </a:p>
          <a:p>
            <a:pPr algn="just"/>
            <a:r>
              <a:rPr lang="en-GB" sz="2000" b="1" dirty="0"/>
              <a:t>Select the portion of text that you want to change to a bold font. You can use any of the text selection method to select the portion of text.</a:t>
            </a:r>
            <a:endParaRPr lang="en-GB" sz="2000" b="1" dirty="0" smtClean="0"/>
          </a:p>
          <a:p>
            <a:pPr marL="0" indent="0" algn="ctr">
              <a:buNone/>
            </a:pPr>
            <a:r>
              <a:rPr lang="en-GB" sz="2000" b="1" dirty="0" smtClean="0">
                <a:solidFill>
                  <a:srgbClr val="FF0000"/>
                </a:solidFill>
              </a:rPr>
              <a:t>Step </a:t>
            </a:r>
            <a:r>
              <a:rPr lang="en-GB" sz="2000" b="1" dirty="0">
                <a:solidFill>
                  <a:srgbClr val="FF0000"/>
                </a:solidFill>
              </a:rPr>
              <a:t>2 </a:t>
            </a:r>
            <a:endParaRPr lang="en-GB" sz="2000" b="1" dirty="0" smtClean="0">
              <a:solidFill>
                <a:srgbClr val="FF0000"/>
              </a:solidFill>
            </a:endParaRPr>
          </a:p>
          <a:p>
            <a:pPr algn="just"/>
            <a:r>
              <a:rPr lang="en-GB" sz="2000" b="1" dirty="0"/>
              <a:t> Click </a:t>
            </a:r>
            <a:r>
              <a:rPr lang="en-GB" sz="2000" b="1" dirty="0">
                <a:solidFill>
                  <a:srgbClr val="FF0000"/>
                </a:solidFill>
              </a:rPr>
              <a:t>Font Strikethrough [ </a:t>
            </a:r>
            <a:r>
              <a:rPr lang="en-GB" sz="2000" b="1" dirty="0" err="1">
                <a:solidFill>
                  <a:srgbClr val="FF0000"/>
                </a:solidFill>
              </a:rPr>
              <a:t>abc</a:t>
            </a:r>
            <a:r>
              <a:rPr lang="en-GB" sz="2000" b="1" dirty="0">
                <a:solidFill>
                  <a:srgbClr val="FF0000"/>
                </a:solidFill>
              </a:rPr>
              <a:t> ] </a:t>
            </a:r>
            <a:r>
              <a:rPr lang="en-GB" sz="2000" b="1" dirty="0"/>
              <a:t>button in the Home tab Font group to put a line in the middle of the text which is called strikethrough the text</a:t>
            </a:r>
            <a:r>
              <a:rPr lang="en-GB" sz="2000" b="1" dirty="0" smtClean="0"/>
              <a:t>.</a:t>
            </a:r>
          </a:p>
          <a:p>
            <a:pPr algn="just"/>
            <a:endParaRPr lang="en-GB" sz="2000" b="1" dirty="0" smtClean="0"/>
          </a:p>
        </p:txBody>
      </p:sp>
      <p:pic>
        <p:nvPicPr>
          <p:cNvPr id="10242" name="Picture 2" descr="C:\Users\UCCSMS1\Desktop\images\strike_fon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7704" y="2852936"/>
            <a:ext cx="5904655" cy="3781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80538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200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Change Text Case in Word 2010</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algn="just"/>
            <a:endParaRPr lang="en-GB" sz="2800" dirty="0" smtClean="0"/>
          </a:p>
          <a:p>
            <a:pPr algn="just"/>
            <a:endParaRPr lang="en-GB" sz="2800" dirty="0"/>
          </a:p>
          <a:p>
            <a:pPr algn="just"/>
            <a:r>
              <a:rPr lang="en-GB" sz="2800" dirty="0" smtClean="0"/>
              <a:t>You </a:t>
            </a:r>
            <a:r>
              <a:rPr lang="en-GB" sz="2800" dirty="0"/>
              <a:t>can also capitalize a character you are typing by </a:t>
            </a:r>
            <a:r>
              <a:rPr lang="en-GB" sz="2800" b="1" dirty="0"/>
              <a:t>pressing and holding the SHIFT key </a:t>
            </a:r>
            <a:r>
              <a:rPr lang="en-GB" sz="2800" dirty="0"/>
              <a:t>while you type</a:t>
            </a:r>
            <a:r>
              <a:rPr lang="en-GB" sz="2800" dirty="0" smtClean="0"/>
              <a:t>.</a:t>
            </a:r>
          </a:p>
          <a:p>
            <a:pPr algn="just"/>
            <a:endParaRPr lang="en-GB" sz="2800" dirty="0"/>
          </a:p>
          <a:p>
            <a:pPr algn="just"/>
            <a:r>
              <a:rPr lang="en-GB" sz="2800" dirty="0"/>
              <a:t>You can also press the </a:t>
            </a:r>
            <a:r>
              <a:rPr lang="en-GB" sz="2800" b="1" dirty="0"/>
              <a:t>CAPS LOCK </a:t>
            </a:r>
            <a:r>
              <a:rPr lang="en-GB" sz="2800" dirty="0"/>
              <a:t>to have every letter that you type capitalized, and then press the </a:t>
            </a:r>
            <a:r>
              <a:rPr lang="en-GB" sz="2800" b="1" dirty="0"/>
              <a:t>CAPS LOCK </a:t>
            </a:r>
            <a:r>
              <a:rPr lang="en-GB" sz="2800" dirty="0"/>
              <a:t>again to turn off capitalization.</a:t>
            </a:r>
            <a:endParaRPr lang="en-GB" sz="2800" dirty="0" smtClean="0"/>
          </a:p>
          <a:p>
            <a:pPr algn="just"/>
            <a:endParaRPr lang="en-GB" sz="2800" dirty="0"/>
          </a:p>
        </p:txBody>
      </p:sp>
      <p:sp>
        <p:nvSpPr>
          <p:cNvPr id="8" name="Text Placeholder 7"/>
          <p:cNvSpPr>
            <a:spLocks noGrp="1"/>
          </p:cNvSpPr>
          <p:nvPr>
            <p:ph type="body" sz="quarter" idx="13"/>
          </p:nvPr>
        </p:nvSpPr>
        <p:spPr/>
        <p:txBody>
          <a:bodyPr/>
          <a:lstStyle/>
          <a:p>
            <a:endParaRPr lang="en-GB"/>
          </a:p>
        </p:txBody>
      </p:sp>
    </p:spTree>
    <p:extLst>
      <p:ext uri="{BB962C8B-B14F-4D97-AF65-F5344CB8AC3E}">
        <p14:creationId xmlns:p14="http://schemas.microsoft.com/office/powerpoint/2010/main" val="12647509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wipe(left)">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wipe(left)">
                                      <p:cBhvr>
                                        <p:cTn id="1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Change Text to Sentence Case</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r>
              <a:rPr lang="en-GB" sz="2000" b="1" dirty="0">
                <a:solidFill>
                  <a:srgbClr val="FF0000"/>
                </a:solidFill>
              </a:rPr>
              <a:t>Step 1 </a:t>
            </a:r>
            <a:endParaRPr lang="en-GB" sz="2000" b="1" dirty="0" smtClean="0">
              <a:solidFill>
                <a:srgbClr val="FF0000"/>
              </a:solidFill>
            </a:endParaRPr>
          </a:p>
          <a:p>
            <a:pPr algn="just"/>
            <a:r>
              <a:rPr lang="en-GB" sz="2000" b="1" dirty="0"/>
              <a:t>Select the portion of text that that needs to be put in sentence case. You can use any of the text selection methods to select the portion of </a:t>
            </a:r>
            <a:r>
              <a:rPr lang="en-GB" sz="2000" b="1" dirty="0" smtClean="0"/>
              <a:t>text.</a:t>
            </a:r>
          </a:p>
          <a:p>
            <a:pPr marL="0" indent="0" algn="ctr">
              <a:buNone/>
            </a:pPr>
            <a:r>
              <a:rPr lang="en-GB" sz="2000" b="1" dirty="0" smtClean="0">
                <a:solidFill>
                  <a:srgbClr val="FF0000"/>
                </a:solidFill>
              </a:rPr>
              <a:t>Step </a:t>
            </a:r>
            <a:r>
              <a:rPr lang="en-GB" sz="2000" b="1" dirty="0">
                <a:solidFill>
                  <a:srgbClr val="FF0000"/>
                </a:solidFill>
              </a:rPr>
              <a:t>2 </a:t>
            </a:r>
            <a:endParaRPr lang="en-GB" sz="2000" b="1" dirty="0" smtClean="0">
              <a:solidFill>
                <a:srgbClr val="FF0000"/>
              </a:solidFill>
            </a:endParaRPr>
          </a:p>
          <a:p>
            <a:pPr algn="just"/>
            <a:r>
              <a:rPr lang="en-GB" sz="2000" b="1" dirty="0"/>
              <a:t>Click the </a:t>
            </a:r>
            <a:r>
              <a:rPr lang="en-GB" sz="2000" b="1" dirty="0">
                <a:solidFill>
                  <a:srgbClr val="FF0000"/>
                </a:solidFill>
              </a:rPr>
              <a:t>Change Case button </a:t>
            </a:r>
            <a:r>
              <a:rPr lang="en-GB" sz="2000" b="1" dirty="0"/>
              <a:t>and then select the </a:t>
            </a:r>
            <a:r>
              <a:rPr lang="en-GB" sz="2000" b="1" dirty="0">
                <a:solidFill>
                  <a:srgbClr val="FF0000"/>
                </a:solidFill>
              </a:rPr>
              <a:t>Sentence Case </a:t>
            </a:r>
            <a:r>
              <a:rPr lang="en-GB" sz="2000" b="1" dirty="0"/>
              <a:t>option to capitalize the first character of every selected </a:t>
            </a:r>
            <a:r>
              <a:rPr lang="en-GB" sz="2000" b="1" dirty="0" smtClean="0"/>
              <a:t>sentence.</a:t>
            </a:r>
          </a:p>
          <a:p>
            <a:pPr algn="just"/>
            <a:endParaRPr lang="en-GB" sz="2000" b="1" dirty="0" smtClean="0"/>
          </a:p>
          <a:p>
            <a:pPr algn="just"/>
            <a:endParaRPr lang="en-GB" sz="2000" b="1" dirty="0" smtClean="0"/>
          </a:p>
        </p:txBody>
      </p:sp>
      <p:pic>
        <p:nvPicPr>
          <p:cNvPr id="11266" name="Picture 2" descr="C:\Users\UCCSMS1\Desktop\images\sentence_cas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35896" y="2708920"/>
            <a:ext cx="5334000" cy="360997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467544" y="3411807"/>
            <a:ext cx="2664296" cy="923330"/>
          </a:xfrm>
          <a:prstGeom prst="rect">
            <a:avLst/>
          </a:prstGeom>
        </p:spPr>
        <p:txBody>
          <a:bodyPr wrap="square">
            <a:spAutoFit/>
          </a:bodyPr>
          <a:lstStyle/>
          <a:p>
            <a:r>
              <a:rPr lang="en-GB" b="1" dirty="0" smtClean="0">
                <a:solidFill>
                  <a:schemeClr val="tx1">
                    <a:lumMod val="95000"/>
                    <a:lumOff val="5000"/>
                  </a:schemeClr>
                </a:solidFill>
              </a:rPr>
              <a:t>NOTE:</a:t>
            </a:r>
          </a:p>
          <a:p>
            <a:r>
              <a:rPr lang="en-GB" b="1" dirty="0" smtClean="0">
                <a:solidFill>
                  <a:srgbClr val="FF0000"/>
                </a:solidFill>
              </a:rPr>
              <a:t>The </a:t>
            </a:r>
            <a:r>
              <a:rPr lang="en-GB" b="1" dirty="0">
                <a:solidFill>
                  <a:srgbClr val="FF0000"/>
                </a:solidFill>
              </a:rPr>
              <a:t>first character of a</a:t>
            </a:r>
            <a:r>
              <a:rPr lang="en-GB" b="1" dirty="0" smtClean="0">
                <a:solidFill>
                  <a:srgbClr val="FF0000"/>
                </a:solidFill>
              </a:rPr>
              <a:t> </a:t>
            </a:r>
            <a:r>
              <a:rPr lang="en-GB" b="1" dirty="0">
                <a:solidFill>
                  <a:srgbClr val="FF0000"/>
                </a:solidFill>
              </a:rPr>
              <a:t>sentence is </a:t>
            </a:r>
            <a:r>
              <a:rPr lang="en-GB" b="1" dirty="0" smtClean="0">
                <a:solidFill>
                  <a:srgbClr val="FF0000"/>
                </a:solidFill>
              </a:rPr>
              <a:t>capitalized.</a:t>
            </a:r>
            <a:endParaRPr lang="en-GB" b="1" dirty="0">
              <a:solidFill>
                <a:srgbClr val="FF0000"/>
              </a:solidFill>
            </a:endParaRPr>
          </a:p>
        </p:txBody>
      </p:sp>
    </p:spTree>
    <p:extLst>
      <p:ext uri="{BB962C8B-B14F-4D97-AF65-F5344CB8AC3E}">
        <p14:creationId xmlns:p14="http://schemas.microsoft.com/office/powerpoint/2010/main" val="32367672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200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Change Text to Lowercase</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r>
              <a:rPr lang="en-GB" sz="2000" b="1" dirty="0">
                <a:solidFill>
                  <a:srgbClr val="FF0000"/>
                </a:solidFill>
              </a:rPr>
              <a:t>Step 1 </a:t>
            </a:r>
            <a:endParaRPr lang="en-GB" sz="2000" b="1" dirty="0" smtClean="0">
              <a:solidFill>
                <a:srgbClr val="FF0000"/>
              </a:solidFill>
            </a:endParaRPr>
          </a:p>
          <a:p>
            <a:pPr algn="just"/>
            <a:r>
              <a:rPr lang="en-GB" sz="2000" b="1" dirty="0"/>
              <a:t>Select the portion of text that needs to be put in lowercase. You can use any of the text selection methods to select the portion of </a:t>
            </a:r>
            <a:r>
              <a:rPr lang="en-GB" sz="2000" b="1" dirty="0" smtClean="0"/>
              <a:t>text.</a:t>
            </a:r>
          </a:p>
          <a:p>
            <a:pPr marL="0" indent="0" algn="ctr">
              <a:buNone/>
            </a:pPr>
            <a:r>
              <a:rPr lang="en-GB" sz="2000" b="1" dirty="0" smtClean="0">
                <a:solidFill>
                  <a:srgbClr val="FF0000"/>
                </a:solidFill>
              </a:rPr>
              <a:t>Step </a:t>
            </a:r>
            <a:r>
              <a:rPr lang="en-GB" sz="2000" b="1" dirty="0">
                <a:solidFill>
                  <a:srgbClr val="FF0000"/>
                </a:solidFill>
              </a:rPr>
              <a:t>2 </a:t>
            </a:r>
            <a:endParaRPr lang="en-GB" sz="2000" b="1" dirty="0" smtClean="0">
              <a:solidFill>
                <a:srgbClr val="FF0000"/>
              </a:solidFill>
            </a:endParaRPr>
          </a:p>
          <a:p>
            <a:pPr algn="just"/>
            <a:r>
              <a:rPr lang="en-GB" sz="2000" b="1" dirty="0"/>
              <a:t>Click the </a:t>
            </a:r>
            <a:r>
              <a:rPr lang="en-GB" sz="2000" b="1" dirty="0">
                <a:solidFill>
                  <a:srgbClr val="FF0000"/>
                </a:solidFill>
              </a:rPr>
              <a:t>Change Case button </a:t>
            </a:r>
            <a:r>
              <a:rPr lang="en-GB" sz="2000" b="1" dirty="0"/>
              <a:t>and then </a:t>
            </a:r>
            <a:r>
              <a:rPr lang="en-GB" sz="2000" b="1" dirty="0">
                <a:solidFill>
                  <a:srgbClr val="FF0000"/>
                </a:solidFill>
              </a:rPr>
              <a:t>select Lowercase </a:t>
            </a:r>
            <a:r>
              <a:rPr lang="en-GB" sz="2000" b="1" dirty="0"/>
              <a:t>option to display all the selected words in </a:t>
            </a:r>
            <a:r>
              <a:rPr lang="en-GB" sz="2000" b="1" dirty="0" smtClean="0"/>
              <a:t>lowercase.</a:t>
            </a:r>
          </a:p>
          <a:p>
            <a:pPr algn="just"/>
            <a:endParaRPr lang="en-GB" sz="2000" b="1" dirty="0" smtClean="0"/>
          </a:p>
          <a:p>
            <a:pPr algn="just"/>
            <a:endParaRPr lang="en-GB" sz="2000" b="1" dirty="0" smtClean="0"/>
          </a:p>
        </p:txBody>
      </p:sp>
      <p:pic>
        <p:nvPicPr>
          <p:cNvPr id="12290" name="Picture 2" descr="C:\Users\UCCSMS1\Desktop\images\lower_cas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7864" y="2708920"/>
            <a:ext cx="5619328" cy="380694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79511" y="3613666"/>
            <a:ext cx="2736305" cy="923330"/>
          </a:xfrm>
          <a:prstGeom prst="rect">
            <a:avLst/>
          </a:prstGeom>
        </p:spPr>
        <p:txBody>
          <a:bodyPr wrap="square">
            <a:spAutoFit/>
          </a:bodyPr>
          <a:lstStyle/>
          <a:p>
            <a:r>
              <a:rPr lang="en-GB" b="1" u="sng" dirty="0" smtClean="0"/>
              <a:t>NOTE</a:t>
            </a:r>
          </a:p>
          <a:p>
            <a:r>
              <a:rPr lang="en-GB" b="1" dirty="0">
                <a:solidFill>
                  <a:srgbClr val="FF0000"/>
                </a:solidFill>
              </a:rPr>
              <a:t>E</a:t>
            </a:r>
            <a:r>
              <a:rPr lang="en-GB" b="1" dirty="0" smtClean="0">
                <a:solidFill>
                  <a:srgbClr val="FF0000"/>
                </a:solidFill>
              </a:rPr>
              <a:t>very </a:t>
            </a:r>
            <a:r>
              <a:rPr lang="en-GB" b="1" dirty="0">
                <a:solidFill>
                  <a:srgbClr val="FF0000"/>
                </a:solidFill>
              </a:rPr>
              <a:t>word of a sentence is in </a:t>
            </a:r>
            <a:r>
              <a:rPr lang="en-GB" b="1" dirty="0" smtClean="0">
                <a:solidFill>
                  <a:srgbClr val="FF0000"/>
                </a:solidFill>
              </a:rPr>
              <a:t>lowercase.</a:t>
            </a:r>
            <a:endParaRPr lang="en-GB" b="1" dirty="0">
              <a:solidFill>
                <a:srgbClr val="FF0000"/>
              </a:solidFill>
            </a:endParaRPr>
          </a:p>
        </p:txBody>
      </p:sp>
    </p:spTree>
    <p:extLst>
      <p:ext uri="{BB962C8B-B14F-4D97-AF65-F5344CB8AC3E}">
        <p14:creationId xmlns:p14="http://schemas.microsoft.com/office/powerpoint/2010/main" val="21189436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200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Change Text to Uppercase</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r>
              <a:rPr lang="en-GB" sz="2000" b="1" dirty="0">
                <a:solidFill>
                  <a:srgbClr val="FF0000"/>
                </a:solidFill>
              </a:rPr>
              <a:t>Step 1 </a:t>
            </a:r>
            <a:endParaRPr lang="en-GB" sz="2000" b="1" dirty="0" smtClean="0">
              <a:solidFill>
                <a:srgbClr val="FF0000"/>
              </a:solidFill>
            </a:endParaRPr>
          </a:p>
          <a:p>
            <a:pPr algn="just"/>
            <a:r>
              <a:rPr lang="en-GB" sz="2000" b="1" dirty="0"/>
              <a:t>Select the portion of text that you want to change to a bold font. You can use any of the text selection method to select the portion of </a:t>
            </a:r>
            <a:r>
              <a:rPr lang="en-GB" sz="2000" b="1" dirty="0" smtClean="0"/>
              <a:t>text.</a:t>
            </a:r>
          </a:p>
          <a:p>
            <a:pPr marL="0" indent="0" algn="ctr">
              <a:buNone/>
            </a:pPr>
            <a:r>
              <a:rPr lang="en-GB" sz="2000" b="1" dirty="0" smtClean="0">
                <a:solidFill>
                  <a:srgbClr val="FF0000"/>
                </a:solidFill>
              </a:rPr>
              <a:t>Step </a:t>
            </a:r>
            <a:r>
              <a:rPr lang="en-GB" sz="2000" b="1" dirty="0">
                <a:solidFill>
                  <a:srgbClr val="FF0000"/>
                </a:solidFill>
              </a:rPr>
              <a:t>2 </a:t>
            </a:r>
            <a:endParaRPr lang="en-GB" sz="2000" b="1" dirty="0" smtClean="0">
              <a:solidFill>
                <a:srgbClr val="FF0000"/>
              </a:solidFill>
            </a:endParaRPr>
          </a:p>
          <a:p>
            <a:pPr algn="just"/>
            <a:r>
              <a:rPr lang="en-GB" sz="2000" b="1" dirty="0"/>
              <a:t>Click the Change Case button and then select UPPERCASE option to display all selected words in all caps. All characters of every selected word will be </a:t>
            </a:r>
            <a:r>
              <a:rPr lang="en-GB" sz="2000" b="1" dirty="0" smtClean="0"/>
              <a:t>capitalized.</a:t>
            </a:r>
          </a:p>
          <a:p>
            <a:pPr algn="just"/>
            <a:endParaRPr lang="en-GB" sz="2000" b="1" dirty="0" smtClean="0"/>
          </a:p>
          <a:p>
            <a:pPr algn="just"/>
            <a:endParaRPr lang="en-GB" sz="2000" b="1" dirty="0" smtClean="0"/>
          </a:p>
        </p:txBody>
      </p:sp>
      <p:pic>
        <p:nvPicPr>
          <p:cNvPr id="13314" name="Picture 2" descr="C:\Users\UCCSMS1\Desktop\images\upper_cas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1840" y="2924944"/>
            <a:ext cx="5832648" cy="36576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79512" y="3882097"/>
            <a:ext cx="2736304" cy="923330"/>
          </a:xfrm>
          <a:prstGeom prst="rect">
            <a:avLst/>
          </a:prstGeom>
        </p:spPr>
        <p:txBody>
          <a:bodyPr wrap="square">
            <a:spAutoFit/>
          </a:bodyPr>
          <a:lstStyle/>
          <a:p>
            <a:r>
              <a:rPr lang="en-GB" b="1" u="sng" dirty="0" smtClean="0"/>
              <a:t>NOTE</a:t>
            </a:r>
          </a:p>
          <a:p>
            <a:r>
              <a:rPr lang="en-GB" b="1" dirty="0" smtClean="0">
                <a:solidFill>
                  <a:srgbClr val="FF0000"/>
                </a:solidFill>
              </a:rPr>
              <a:t>Every </a:t>
            </a:r>
            <a:r>
              <a:rPr lang="en-GB" b="1" dirty="0">
                <a:solidFill>
                  <a:srgbClr val="FF0000"/>
                </a:solidFill>
              </a:rPr>
              <a:t>word of a sentence is in </a:t>
            </a:r>
            <a:r>
              <a:rPr lang="en-GB" b="1" dirty="0" smtClean="0">
                <a:solidFill>
                  <a:srgbClr val="FF0000"/>
                </a:solidFill>
              </a:rPr>
              <a:t>uppercase.</a:t>
            </a:r>
            <a:endParaRPr lang="en-GB" b="1" dirty="0">
              <a:solidFill>
                <a:srgbClr val="FF0000"/>
              </a:solidFill>
            </a:endParaRPr>
          </a:p>
        </p:txBody>
      </p:sp>
    </p:spTree>
    <p:extLst>
      <p:ext uri="{BB962C8B-B14F-4D97-AF65-F5344CB8AC3E}">
        <p14:creationId xmlns:p14="http://schemas.microsoft.com/office/powerpoint/2010/main" val="9402233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200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Capitalize Text</a:t>
            </a:r>
            <a:endParaRPr lang="en-US" dirty="0"/>
          </a:p>
        </p:txBody>
      </p:sp>
      <p:sp>
        <p:nvSpPr>
          <p:cNvPr id="3" name="Content Placeholder 2"/>
          <p:cNvSpPr>
            <a:spLocks noGrp="1"/>
          </p:cNvSpPr>
          <p:nvPr>
            <p:ph idx="1"/>
          </p:nvPr>
        </p:nvSpPr>
        <p:spPr>
          <a:xfrm>
            <a:off x="152400" y="620688"/>
            <a:ext cx="8839200" cy="6237312"/>
          </a:xfrm>
        </p:spPr>
        <p:txBody>
          <a:bodyPr>
            <a:normAutofit/>
          </a:bodyPr>
          <a:lstStyle/>
          <a:p>
            <a:pPr marL="0" indent="0" algn="ctr">
              <a:buNone/>
            </a:pPr>
            <a:r>
              <a:rPr lang="en-GB" sz="2000" b="1" dirty="0">
                <a:solidFill>
                  <a:srgbClr val="FF0000"/>
                </a:solidFill>
              </a:rPr>
              <a:t>Step 1 </a:t>
            </a:r>
            <a:endParaRPr lang="en-GB" sz="2000" b="1" dirty="0" smtClean="0">
              <a:solidFill>
                <a:srgbClr val="FF0000"/>
              </a:solidFill>
            </a:endParaRPr>
          </a:p>
          <a:p>
            <a:pPr algn="just"/>
            <a:r>
              <a:rPr lang="en-GB" sz="2000" b="1" dirty="0"/>
              <a:t> Select the portion of text that needs to be capitalized. You can use any of the text selection method to select the portion of </a:t>
            </a:r>
            <a:r>
              <a:rPr lang="en-GB" sz="2000" b="1" dirty="0" smtClean="0"/>
              <a:t>text.</a:t>
            </a:r>
          </a:p>
          <a:p>
            <a:pPr marL="0" indent="0" algn="ctr">
              <a:buNone/>
            </a:pPr>
            <a:r>
              <a:rPr lang="en-GB" sz="2000" b="1" dirty="0" smtClean="0">
                <a:solidFill>
                  <a:srgbClr val="FF0000"/>
                </a:solidFill>
              </a:rPr>
              <a:t>Step </a:t>
            </a:r>
            <a:r>
              <a:rPr lang="en-GB" sz="2000" b="1" dirty="0">
                <a:solidFill>
                  <a:srgbClr val="FF0000"/>
                </a:solidFill>
              </a:rPr>
              <a:t>2 </a:t>
            </a:r>
            <a:endParaRPr lang="en-GB" sz="2000" b="1" dirty="0" smtClean="0">
              <a:solidFill>
                <a:srgbClr val="FF0000"/>
              </a:solidFill>
            </a:endParaRPr>
          </a:p>
          <a:p>
            <a:pPr algn="just"/>
            <a:r>
              <a:rPr lang="en-GB" sz="2000" b="1" dirty="0"/>
              <a:t>Click the Change Case button and then select the Capitalize Each Word option to put a leading cap on each selected </a:t>
            </a:r>
            <a:r>
              <a:rPr lang="en-GB" sz="2000" b="1" dirty="0" smtClean="0"/>
              <a:t>word.</a:t>
            </a:r>
          </a:p>
          <a:p>
            <a:pPr algn="just"/>
            <a:endParaRPr lang="en-GB" sz="2000" b="1" dirty="0" smtClean="0"/>
          </a:p>
          <a:p>
            <a:pPr algn="just"/>
            <a:endParaRPr lang="en-GB" sz="2000" b="1" dirty="0" smtClean="0"/>
          </a:p>
        </p:txBody>
      </p:sp>
      <p:pic>
        <p:nvPicPr>
          <p:cNvPr id="14338" name="Picture 2" descr="C:\Users\UCCSMS1\Desktop\images\capitaliz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3848" y="2852936"/>
            <a:ext cx="5576490" cy="366712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07504" y="3717032"/>
            <a:ext cx="2520279" cy="1754326"/>
          </a:xfrm>
          <a:prstGeom prst="rect">
            <a:avLst/>
          </a:prstGeom>
        </p:spPr>
        <p:txBody>
          <a:bodyPr wrap="square">
            <a:spAutoFit/>
          </a:bodyPr>
          <a:lstStyle/>
          <a:p>
            <a:r>
              <a:rPr lang="en-GB" b="1" u="sng" dirty="0" smtClean="0"/>
              <a:t>NOTE</a:t>
            </a:r>
          </a:p>
          <a:p>
            <a:r>
              <a:rPr lang="en-GB" b="1" dirty="0" smtClean="0">
                <a:solidFill>
                  <a:srgbClr val="FF0000"/>
                </a:solidFill>
              </a:rPr>
              <a:t>Every </a:t>
            </a:r>
            <a:r>
              <a:rPr lang="en-GB" b="1" dirty="0">
                <a:solidFill>
                  <a:srgbClr val="FF0000"/>
                </a:solidFill>
              </a:rPr>
              <a:t>first character of every selected word is in capital</a:t>
            </a:r>
            <a:r>
              <a:rPr lang="en-GB" b="1" dirty="0" smtClean="0">
                <a:solidFill>
                  <a:srgbClr val="FF0000"/>
                </a:solidFill>
              </a:rPr>
              <a:t>.</a:t>
            </a:r>
          </a:p>
          <a:p>
            <a:endParaRPr lang="en-GB" b="1" dirty="0"/>
          </a:p>
          <a:p>
            <a:endParaRPr lang="en-GB" b="1" dirty="0"/>
          </a:p>
        </p:txBody>
      </p:sp>
    </p:spTree>
    <p:extLst>
      <p:ext uri="{BB962C8B-B14F-4D97-AF65-F5344CB8AC3E}">
        <p14:creationId xmlns:p14="http://schemas.microsoft.com/office/powerpoint/2010/main" val="28610157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200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Toggle the Text</a:t>
            </a:r>
            <a:endParaRPr lang="en-US" dirty="0"/>
          </a:p>
        </p:txBody>
      </p:sp>
      <p:sp>
        <p:nvSpPr>
          <p:cNvPr id="3" name="Content Placeholder 2"/>
          <p:cNvSpPr>
            <a:spLocks noGrp="1"/>
          </p:cNvSpPr>
          <p:nvPr>
            <p:ph idx="1"/>
          </p:nvPr>
        </p:nvSpPr>
        <p:spPr>
          <a:xfrm>
            <a:off x="152400" y="620688"/>
            <a:ext cx="8839200" cy="6237312"/>
          </a:xfrm>
        </p:spPr>
        <p:txBody>
          <a:bodyPr>
            <a:normAutofit/>
          </a:bodyPr>
          <a:lstStyle/>
          <a:p>
            <a:pPr marL="0" indent="0" algn="ctr">
              <a:buNone/>
            </a:pPr>
            <a:r>
              <a:rPr lang="en-GB" sz="2000" b="1" dirty="0">
                <a:solidFill>
                  <a:srgbClr val="FF0000"/>
                </a:solidFill>
              </a:rPr>
              <a:t>Step 1 </a:t>
            </a:r>
            <a:endParaRPr lang="en-GB" sz="2000" b="1" dirty="0" smtClean="0">
              <a:solidFill>
                <a:srgbClr val="FF0000"/>
              </a:solidFill>
            </a:endParaRPr>
          </a:p>
          <a:p>
            <a:pPr algn="just"/>
            <a:r>
              <a:rPr lang="en-GB" sz="2000" b="1" dirty="0"/>
              <a:t> Select the portion of text that you want to change to a bold font. You can use any of the text selection method to select the portion of </a:t>
            </a:r>
            <a:r>
              <a:rPr lang="en-GB" sz="2000" b="1" dirty="0" smtClean="0"/>
              <a:t>text.</a:t>
            </a:r>
          </a:p>
          <a:p>
            <a:pPr marL="0" indent="0" algn="ctr">
              <a:buNone/>
            </a:pPr>
            <a:r>
              <a:rPr lang="en-GB" sz="2000" b="1" dirty="0" smtClean="0">
                <a:solidFill>
                  <a:srgbClr val="FF0000"/>
                </a:solidFill>
              </a:rPr>
              <a:t>Step </a:t>
            </a:r>
            <a:r>
              <a:rPr lang="en-GB" sz="2000" b="1" dirty="0">
                <a:solidFill>
                  <a:srgbClr val="FF0000"/>
                </a:solidFill>
              </a:rPr>
              <a:t>2 </a:t>
            </a:r>
            <a:endParaRPr lang="en-GB" sz="2000" b="1" dirty="0" smtClean="0">
              <a:solidFill>
                <a:srgbClr val="FF0000"/>
              </a:solidFill>
            </a:endParaRPr>
          </a:p>
          <a:p>
            <a:pPr algn="just"/>
            <a:r>
              <a:rPr lang="en-GB" sz="2000" b="1" dirty="0"/>
              <a:t>Click the Change Case button and then select the </a:t>
            </a:r>
            <a:r>
              <a:rPr lang="en-GB" sz="2000" b="1" dirty="0" err="1"/>
              <a:t>tOGGLE</a:t>
            </a:r>
            <a:r>
              <a:rPr lang="en-GB" sz="2000" b="1" dirty="0"/>
              <a:t> </a:t>
            </a:r>
            <a:r>
              <a:rPr lang="en-GB" sz="2000" b="1" dirty="0" err="1"/>
              <a:t>cASE</a:t>
            </a:r>
            <a:r>
              <a:rPr lang="en-GB" sz="2000" b="1" dirty="0"/>
              <a:t> option to change all the words in lowercase into words in uppercase; the words in uppercase words change to words in lowercase</a:t>
            </a:r>
            <a:r>
              <a:rPr lang="en-GB" sz="2000" b="1" dirty="0" smtClean="0"/>
              <a:t>.</a:t>
            </a:r>
          </a:p>
          <a:p>
            <a:pPr algn="just"/>
            <a:endParaRPr lang="en-GB" sz="2000" b="1" dirty="0" smtClean="0"/>
          </a:p>
          <a:p>
            <a:pPr algn="just"/>
            <a:endParaRPr lang="en-GB" sz="2000" b="1" dirty="0" smtClean="0"/>
          </a:p>
        </p:txBody>
      </p:sp>
      <p:sp>
        <p:nvSpPr>
          <p:cNvPr id="4" name="Rectangle 3"/>
          <p:cNvSpPr/>
          <p:nvPr/>
        </p:nvSpPr>
        <p:spPr>
          <a:xfrm>
            <a:off x="107504" y="3717032"/>
            <a:ext cx="2520279" cy="1477328"/>
          </a:xfrm>
          <a:prstGeom prst="rect">
            <a:avLst/>
          </a:prstGeom>
        </p:spPr>
        <p:txBody>
          <a:bodyPr wrap="square">
            <a:spAutoFit/>
          </a:bodyPr>
          <a:lstStyle/>
          <a:p>
            <a:r>
              <a:rPr lang="en-GB" b="1" u="sng" dirty="0" smtClean="0">
                <a:solidFill>
                  <a:prstClr val="black"/>
                </a:solidFill>
              </a:rPr>
              <a:t>NOTE</a:t>
            </a:r>
          </a:p>
          <a:p>
            <a:r>
              <a:rPr lang="en-GB" b="1" dirty="0">
                <a:solidFill>
                  <a:srgbClr val="FF0000"/>
                </a:solidFill>
              </a:rPr>
              <a:t>C</a:t>
            </a:r>
            <a:r>
              <a:rPr lang="en-GB" b="1" dirty="0" smtClean="0">
                <a:solidFill>
                  <a:srgbClr val="FF0000"/>
                </a:solidFill>
              </a:rPr>
              <a:t>hange </a:t>
            </a:r>
            <a:r>
              <a:rPr lang="en-GB" b="1" dirty="0">
                <a:solidFill>
                  <a:srgbClr val="FF0000"/>
                </a:solidFill>
              </a:rPr>
              <a:t>the case of every character in reverse way.</a:t>
            </a:r>
            <a:endParaRPr lang="en-GB" b="1" dirty="0">
              <a:solidFill>
                <a:prstClr val="black"/>
              </a:solidFill>
            </a:endParaRPr>
          </a:p>
          <a:p>
            <a:endParaRPr lang="en-GB" b="1" dirty="0">
              <a:solidFill>
                <a:prstClr val="black"/>
              </a:solidFill>
            </a:endParaRPr>
          </a:p>
        </p:txBody>
      </p:sp>
      <p:pic>
        <p:nvPicPr>
          <p:cNvPr id="15362" name="Picture 2" descr="C:\Users\UCCSMS1\Desktop\images\toggle_cas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60250" y="3140968"/>
            <a:ext cx="5715000" cy="35676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5014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200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Change Font </a:t>
            </a:r>
            <a:r>
              <a:rPr lang="en-GB" dirty="0" err="1"/>
              <a:t>Colors</a:t>
            </a:r>
            <a:endParaRPr lang="en-US" dirty="0"/>
          </a:p>
        </p:txBody>
      </p:sp>
      <p:sp>
        <p:nvSpPr>
          <p:cNvPr id="3" name="Content Placeholder 2"/>
          <p:cNvSpPr>
            <a:spLocks noGrp="1"/>
          </p:cNvSpPr>
          <p:nvPr>
            <p:ph idx="1"/>
          </p:nvPr>
        </p:nvSpPr>
        <p:spPr>
          <a:xfrm>
            <a:off x="152400" y="620688"/>
            <a:ext cx="8839200" cy="6237312"/>
          </a:xfrm>
        </p:spPr>
        <p:txBody>
          <a:bodyPr>
            <a:normAutofit/>
          </a:bodyPr>
          <a:lstStyle/>
          <a:p>
            <a:pPr marL="0" indent="0" algn="ctr">
              <a:buNone/>
            </a:pPr>
            <a:r>
              <a:rPr lang="en-GB" sz="2000" b="1" dirty="0">
                <a:solidFill>
                  <a:srgbClr val="FF0000"/>
                </a:solidFill>
              </a:rPr>
              <a:t>Step 1 </a:t>
            </a:r>
            <a:endParaRPr lang="en-GB" sz="2000" b="1" dirty="0" smtClean="0">
              <a:solidFill>
                <a:srgbClr val="FF0000"/>
              </a:solidFill>
            </a:endParaRPr>
          </a:p>
          <a:p>
            <a:pPr algn="just"/>
            <a:r>
              <a:rPr lang="en-GB" sz="2000" b="1" dirty="0"/>
              <a:t> Select the portion of text the font </a:t>
            </a:r>
            <a:r>
              <a:rPr lang="en-GB" sz="2000" b="1" dirty="0" err="1"/>
              <a:t>color</a:t>
            </a:r>
            <a:r>
              <a:rPr lang="en-GB" sz="2000" b="1" dirty="0"/>
              <a:t> of which needs to be changed. You can use any of the text selection method to select the portion of </a:t>
            </a:r>
            <a:r>
              <a:rPr lang="en-GB" sz="2000" b="1" dirty="0" smtClean="0"/>
              <a:t>text.</a:t>
            </a:r>
          </a:p>
          <a:p>
            <a:pPr marL="0" indent="0" algn="ctr">
              <a:buNone/>
            </a:pPr>
            <a:r>
              <a:rPr lang="en-GB" sz="2000" b="1" dirty="0" smtClean="0">
                <a:solidFill>
                  <a:srgbClr val="FF0000"/>
                </a:solidFill>
              </a:rPr>
              <a:t>Step </a:t>
            </a:r>
            <a:r>
              <a:rPr lang="en-GB" sz="2000" b="1" dirty="0">
                <a:solidFill>
                  <a:srgbClr val="FF0000"/>
                </a:solidFill>
              </a:rPr>
              <a:t>2 </a:t>
            </a:r>
            <a:endParaRPr lang="en-GB" sz="2000" b="1" dirty="0" smtClean="0">
              <a:solidFill>
                <a:srgbClr val="FF0000"/>
              </a:solidFill>
            </a:endParaRPr>
          </a:p>
          <a:p>
            <a:pPr algn="just"/>
            <a:r>
              <a:rPr lang="en-GB" sz="2000" b="1" dirty="0"/>
              <a:t>Click the Font </a:t>
            </a:r>
            <a:r>
              <a:rPr lang="en-GB" sz="2000" b="1" dirty="0" err="1"/>
              <a:t>Color</a:t>
            </a:r>
            <a:r>
              <a:rPr lang="en-GB" sz="2000" b="1" dirty="0"/>
              <a:t> button triangle to display a list of </a:t>
            </a:r>
            <a:r>
              <a:rPr lang="en-GB" sz="2000" b="1" dirty="0" err="1"/>
              <a:t>colors</a:t>
            </a:r>
            <a:r>
              <a:rPr lang="en-GB" sz="2000" b="1" dirty="0"/>
              <a:t>. </a:t>
            </a:r>
            <a:endParaRPr lang="en-GB" sz="2000" b="1" dirty="0" smtClean="0"/>
          </a:p>
          <a:p>
            <a:pPr algn="just"/>
            <a:endParaRPr lang="en-GB" sz="2000" b="1" dirty="0" smtClean="0"/>
          </a:p>
          <a:p>
            <a:pPr algn="just"/>
            <a:endParaRPr lang="en-GB" sz="2000" b="1" dirty="0" smtClean="0"/>
          </a:p>
        </p:txBody>
      </p:sp>
      <p:pic>
        <p:nvPicPr>
          <p:cNvPr id="16386" name="Picture 2" descr="C:\Users\UCCSMS1\Desktop\images\font_color.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5736" y="2636912"/>
            <a:ext cx="6336704" cy="3695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53131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200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Highlight Text with </a:t>
            </a:r>
            <a:r>
              <a:rPr lang="en-GB" dirty="0" err="1"/>
              <a:t>Colors</a:t>
            </a:r>
            <a:endParaRPr lang="en-US" dirty="0"/>
          </a:p>
        </p:txBody>
      </p:sp>
      <p:sp>
        <p:nvSpPr>
          <p:cNvPr id="3" name="Content Placeholder 2"/>
          <p:cNvSpPr>
            <a:spLocks noGrp="1"/>
          </p:cNvSpPr>
          <p:nvPr>
            <p:ph idx="1"/>
          </p:nvPr>
        </p:nvSpPr>
        <p:spPr>
          <a:xfrm>
            <a:off x="152400" y="620688"/>
            <a:ext cx="8839200" cy="6237312"/>
          </a:xfrm>
        </p:spPr>
        <p:txBody>
          <a:bodyPr>
            <a:normAutofit/>
          </a:bodyPr>
          <a:lstStyle/>
          <a:p>
            <a:pPr marL="0" indent="0" algn="ctr">
              <a:buNone/>
            </a:pPr>
            <a:r>
              <a:rPr lang="en-GB" sz="2000" b="1" dirty="0">
                <a:solidFill>
                  <a:srgbClr val="FF0000"/>
                </a:solidFill>
              </a:rPr>
              <a:t>Step 1 </a:t>
            </a:r>
            <a:endParaRPr lang="en-GB" sz="2000" b="1" dirty="0" smtClean="0">
              <a:solidFill>
                <a:srgbClr val="FF0000"/>
              </a:solidFill>
            </a:endParaRPr>
          </a:p>
          <a:p>
            <a:pPr algn="just"/>
            <a:r>
              <a:rPr lang="en-GB" sz="2000" b="1" dirty="0"/>
              <a:t> Select the portion of text that needs to be highlighted with </a:t>
            </a:r>
            <a:r>
              <a:rPr lang="en-GB" sz="2000" b="1" dirty="0" err="1"/>
              <a:t>color</a:t>
            </a:r>
            <a:r>
              <a:rPr lang="en-GB" sz="2000" b="1" dirty="0"/>
              <a:t>. You can use any of the text selection method to select the portion of </a:t>
            </a:r>
            <a:r>
              <a:rPr lang="en-GB" sz="2000" b="1" dirty="0" smtClean="0"/>
              <a:t>text.</a:t>
            </a:r>
          </a:p>
          <a:p>
            <a:pPr marL="0" indent="0" algn="ctr">
              <a:buNone/>
            </a:pPr>
            <a:r>
              <a:rPr lang="en-GB" sz="2000" b="1" dirty="0" smtClean="0">
                <a:solidFill>
                  <a:srgbClr val="FF0000"/>
                </a:solidFill>
              </a:rPr>
              <a:t>Step </a:t>
            </a:r>
            <a:r>
              <a:rPr lang="en-GB" sz="2000" b="1" dirty="0">
                <a:solidFill>
                  <a:srgbClr val="FF0000"/>
                </a:solidFill>
              </a:rPr>
              <a:t>2 </a:t>
            </a:r>
            <a:endParaRPr lang="en-GB" sz="2000" b="1" dirty="0" smtClean="0">
              <a:solidFill>
                <a:srgbClr val="FF0000"/>
              </a:solidFill>
            </a:endParaRPr>
          </a:p>
          <a:p>
            <a:pPr algn="just"/>
            <a:r>
              <a:rPr lang="en-GB" sz="2000" b="1" dirty="0"/>
              <a:t>Click the Text Highlight </a:t>
            </a:r>
            <a:r>
              <a:rPr lang="en-GB" sz="2000" b="1" dirty="0" err="1"/>
              <a:t>Color</a:t>
            </a:r>
            <a:r>
              <a:rPr lang="en-GB" sz="2000" b="1" dirty="0"/>
              <a:t> button triangle to display a list of </a:t>
            </a:r>
            <a:r>
              <a:rPr lang="en-GB" sz="2000" b="1" dirty="0" err="1" smtClean="0"/>
              <a:t>colors</a:t>
            </a:r>
            <a:r>
              <a:rPr lang="en-GB" sz="2000" b="1" dirty="0" smtClean="0"/>
              <a:t>. </a:t>
            </a:r>
          </a:p>
          <a:p>
            <a:pPr algn="just"/>
            <a:endParaRPr lang="en-GB" sz="2000" b="1" dirty="0" smtClean="0"/>
          </a:p>
          <a:p>
            <a:pPr algn="just"/>
            <a:endParaRPr lang="en-GB" sz="2000" b="1" dirty="0" smtClean="0"/>
          </a:p>
        </p:txBody>
      </p:sp>
      <p:pic>
        <p:nvPicPr>
          <p:cNvPr id="17410" name="Picture 2" descr="C:\Users\UCCSMS1\Desktop\images\highlight_color.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6864" y="2780928"/>
            <a:ext cx="5863488" cy="3524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13957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200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Apply Text Effects</a:t>
            </a:r>
            <a:endParaRPr lang="en-US" dirty="0"/>
          </a:p>
        </p:txBody>
      </p:sp>
      <p:sp>
        <p:nvSpPr>
          <p:cNvPr id="3" name="Content Placeholder 2"/>
          <p:cNvSpPr>
            <a:spLocks noGrp="1"/>
          </p:cNvSpPr>
          <p:nvPr>
            <p:ph idx="1"/>
          </p:nvPr>
        </p:nvSpPr>
        <p:spPr>
          <a:xfrm>
            <a:off x="152400" y="620688"/>
            <a:ext cx="8839200" cy="6237312"/>
          </a:xfrm>
        </p:spPr>
        <p:txBody>
          <a:bodyPr>
            <a:normAutofit/>
          </a:bodyPr>
          <a:lstStyle/>
          <a:p>
            <a:pPr marL="0" indent="0" algn="ctr">
              <a:buNone/>
            </a:pPr>
            <a:r>
              <a:rPr lang="en-GB" sz="2000" b="1" dirty="0">
                <a:solidFill>
                  <a:srgbClr val="FF0000"/>
                </a:solidFill>
              </a:rPr>
              <a:t>Step 1 </a:t>
            </a:r>
            <a:endParaRPr lang="en-GB" sz="2000" b="1" dirty="0" smtClean="0">
              <a:solidFill>
                <a:srgbClr val="FF0000"/>
              </a:solidFill>
            </a:endParaRPr>
          </a:p>
          <a:p>
            <a:pPr algn="just"/>
            <a:r>
              <a:rPr lang="en-GB" sz="2000" b="1" dirty="0"/>
              <a:t>Select the portion of text that you want to change to a bold font. You can use any of the text selection method to select the portion of </a:t>
            </a:r>
            <a:r>
              <a:rPr lang="en-GB" sz="2000" b="1" dirty="0" smtClean="0"/>
              <a:t>text.</a:t>
            </a:r>
          </a:p>
          <a:p>
            <a:pPr marL="0" indent="0" algn="ctr">
              <a:buNone/>
            </a:pPr>
            <a:r>
              <a:rPr lang="en-GB" sz="2000" b="1" dirty="0" smtClean="0">
                <a:solidFill>
                  <a:srgbClr val="FF0000"/>
                </a:solidFill>
              </a:rPr>
              <a:t>Step 2 </a:t>
            </a:r>
          </a:p>
          <a:p>
            <a:pPr algn="just"/>
            <a:r>
              <a:rPr lang="en-GB" sz="2000" b="1" dirty="0"/>
              <a:t>Click the Text Effect button to display a list of effects including shadow, outline, glow, reflection etc. </a:t>
            </a:r>
            <a:endParaRPr lang="en-GB" sz="2000" b="1" dirty="0" smtClean="0"/>
          </a:p>
          <a:p>
            <a:pPr algn="just"/>
            <a:endParaRPr lang="en-GB" sz="2000" b="1" dirty="0" smtClean="0"/>
          </a:p>
          <a:p>
            <a:pPr algn="just"/>
            <a:endParaRPr lang="en-GB" sz="2000" b="1" dirty="0" smtClean="0"/>
          </a:p>
        </p:txBody>
      </p:sp>
      <p:pic>
        <p:nvPicPr>
          <p:cNvPr id="18434" name="Picture 2" descr="C:\Users\UCCSMS1\Desktop\images\text_effec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3768" y="2924944"/>
            <a:ext cx="6120680" cy="36724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89025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200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Text Alignments in Word 2010</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algn="just"/>
            <a:r>
              <a:rPr lang="en-GB" sz="2800" dirty="0"/>
              <a:t>There are </a:t>
            </a:r>
            <a:r>
              <a:rPr lang="en-GB" sz="2800" b="1" dirty="0" smtClean="0"/>
              <a:t>four(4) </a:t>
            </a:r>
            <a:r>
              <a:rPr lang="en-GB" sz="2800" dirty="0"/>
              <a:t>types of paragraph alignment available in Microsoft </a:t>
            </a:r>
            <a:r>
              <a:rPr lang="en-GB" sz="2800" dirty="0" smtClean="0"/>
              <a:t>Word: </a:t>
            </a:r>
          </a:p>
          <a:p>
            <a:pPr lvl="1" algn="just"/>
            <a:r>
              <a:rPr lang="en-GB" sz="3200" b="1" dirty="0" smtClean="0"/>
              <a:t>Left-aligned</a:t>
            </a:r>
          </a:p>
          <a:p>
            <a:pPr lvl="1" algn="just"/>
            <a:endParaRPr lang="en-GB" sz="3200" b="1" dirty="0" smtClean="0"/>
          </a:p>
          <a:p>
            <a:pPr lvl="1" algn="just"/>
            <a:r>
              <a:rPr lang="en-GB" sz="3200" b="1" dirty="0" smtClean="0"/>
              <a:t>Centre-aligned</a:t>
            </a:r>
          </a:p>
          <a:p>
            <a:pPr lvl="1" algn="just"/>
            <a:endParaRPr lang="en-GB" sz="3200" b="1" dirty="0" smtClean="0"/>
          </a:p>
          <a:p>
            <a:pPr lvl="1" algn="just"/>
            <a:r>
              <a:rPr lang="en-GB" sz="3200" b="1" dirty="0" smtClean="0"/>
              <a:t>Right-aligned</a:t>
            </a:r>
          </a:p>
          <a:p>
            <a:pPr lvl="1" algn="just"/>
            <a:endParaRPr lang="en-GB" sz="3200" b="1" dirty="0" smtClean="0"/>
          </a:p>
          <a:p>
            <a:pPr lvl="1" algn="just"/>
            <a:r>
              <a:rPr lang="en-GB" sz="3200" b="1" dirty="0"/>
              <a:t>J</a:t>
            </a:r>
            <a:r>
              <a:rPr lang="en-GB" sz="3200" b="1" dirty="0" smtClean="0"/>
              <a:t>ustified</a:t>
            </a:r>
            <a:endParaRPr lang="en-GB" sz="3200" b="1" dirty="0"/>
          </a:p>
        </p:txBody>
      </p:sp>
      <p:sp>
        <p:nvSpPr>
          <p:cNvPr id="8" name="Text Placeholder 7"/>
          <p:cNvSpPr>
            <a:spLocks noGrp="1"/>
          </p:cNvSpPr>
          <p:nvPr>
            <p:ph type="body" sz="quarter" idx="13"/>
          </p:nvPr>
        </p:nvSpPr>
        <p:spPr/>
        <p:txBody>
          <a:bodyPr/>
          <a:lstStyle/>
          <a:p>
            <a:endParaRPr lang="en-GB"/>
          </a:p>
        </p:txBody>
      </p:sp>
    </p:spTree>
    <p:extLst>
      <p:ext uri="{BB962C8B-B14F-4D97-AF65-F5344CB8AC3E}">
        <p14:creationId xmlns:p14="http://schemas.microsoft.com/office/powerpoint/2010/main" val="1738557227"/>
      </p:ext>
    </p:extLst>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Left-Aligned Text</a:t>
            </a:r>
            <a:endParaRPr lang="en-US" dirty="0"/>
          </a:p>
        </p:txBody>
      </p:sp>
      <p:sp>
        <p:nvSpPr>
          <p:cNvPr id="3" name="Content Placeholder 2"/>
          <p:cNvSpPr>
            <a:spLocks noGrp="1"/>
          </p:cNvSpPr>
          <p:nvPr>
            <p:ph idx="1"/>
          </p:nvPr>
        </p:nvSpPr>
        <p:spPr>
          <a:xfrm>
            <a:off x="152400" y="620688"/>
            <a:ext cx="8839200" cy="6237312"/>
          </a:xfrm>
        </p:spPr>
        <p:txBody>
          <a:bodyPr>
            <a:normAutofit/>
          </a:bodyPr>
          <a:lstStyle/>
          <a:p>
            <a:pPr marL="0" indent="0" algn="ctr">
              <a:buNone/>
            </a:pPr>
            <a:r>
              <a:rPr lang="en-GB" sz="2000" b="1" dirty="0">
                <a:solidFill>
                  <a:srgbClr val="FF0000"/>
                </a:solidFill>
              </a:rPr>
              <a:t>Step 1 </a:t>
            </a:r>
            <a:endParaRPr lang="en-GB" sz="2000" b="1" dirty="0" smtClean="0">
              <a:solidFill>
                <a:srgbClr val="FF0000"/>
              </a:solidFill>
            </a:endParaRPr>
          </a:p>
          <a:p>
            <a:pPr algn="just"/>
            <a:r>
              <a:rPr lang="en-GB" sz="2000" b="1" dirty="0"/>
              <a:t>Select the </a:t>
            </a:r>
            <a:r>
              <a:rPr lang="en-GB" sz="2000" b="1" dirty="0" smtClean="0"/>
              <a:t>document </a:t>
            </a:r>
            <a:r>
              <a:rPr lang="en-GB" sz="2000" b="1" dirty="0"/>
              <a:t>that you want to </a:t>
            </a:r>
            <a:r>
              <a:rPr lang="en-GB" sz="2000" b="1" dirty="0" smtClean="0"/>
              <a:t>left-aligned. </a:t>
            </a:r>
            <a:r>
              <a:rPr lang="en-GB" sz="2000" b="1" dirty="0"/>
              <a:t>You can use any of the text selection method to select the </a:t>
            </a:r>
            <a:r>
              <a:rPr lang="en-GB" sz="2000" b="1" dirty="0" smtClean="0"/>
              <a:t>document.</a:t>
            </a:r>
          </a:p>
          <a:p>
            <a:pPr marL="0" indent="0" algn="ctr">
              <a:buNone/>
            </a:pPr>
            <a:r>
              <a:rPr lang="en-GB" sz="2000" b="1" dirty="0" smtClean="0">
                <a:solidFill>
                  <a:srgbClr val="FF0000"/>
                </a:solidFill>
              </a:rPr>
              <a:t>Step 2 </a:t>
            </a:r>
          </a:p>
          <a:p>
            <a:pPr algn="just"/>
            <a:r>
              <a:rPr lang="en-GB" sz="2000" b="1" dirty="0"/>
              <a:t> click the </a:t>
            </a:r>
            <a:r>
              <a:rPr lang="en-GB" sz="2000" b="1" dirty="0">
                <a:solidFill>
                  <a:srgbClr val="FF0000"/>
                </a:solidFill>
              </a:rPr>
              <a:t>Align Text Left button </a:t>
            </a:r>
            <a:r>
              <a:rPr lang="en-GB" sz="2000" b="1" dirty="0"/>
              <a:t>available on the Home tab or simply press the </a:t>
            </a:r>
            <a:r>
              <a:rPr lang="en-GB" sz="2000" b="1" dirty="0">
                <a:solidFill>
                  <a:srgbClr val="FF0000"/>
                </a:solidFill>
              </a:rPr>
              <a:t>Ctrl + L </a:t>
            </a:r>
            <a:r>
              <a:rPr lang="en-GB" sz="2000" b="1" dirty="0"/>
              <a:t>keys.</a:t>
            </a:r>
            <a:endParaRPr lang="en-GB" sz="2000" b="1" dirty="0" smtClean="0"/>
          </a:p>
          <a:p>
            <a:pPr algn="just"/>
            <a:endParaRPr lang="en-GB" sz="2000" b="1" dirty="0" smtClean="0"/>
          </a:p>
        </p:txBody>
      </p:sp>
      <p:pic>
        <p:nvPicPr>
          <p:cNvPr id="19458" name="Picture 2" descr="C:\Users\UCCSMS1\Desktop\images\left_alignmen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784" y="2745800"/>
            <a:ext cx="5616624" cy="3923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8715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200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err="1"/>
              <a:t>Center</a:t>
            </a:r>
            <a:r>
              <a:rPr lang="en-GB" dirty="0"/>
              <a:t> Aligned Text</a:t>
            </a:r>
            <a:endParaRPr lang="en-US" dirty="0"/>
          </a:p>
        </p:txBody>
      </p:sp>
      <p:sp>
        <p:nvSpPr>
          <p:cNvPr id="3" name="Content Placeholder 2"/>
          <p:cNvSpPr>
            <a:spLocks noGrp="1"/>
          </p:cNvSpPr>
          <p:nvPr>
            <p:ph idx="1"/>
          </p:nvPr>
        </p:nvSpPr>
        <p:spPr>
          <a:xfrm>
            <a:off x="152400" y="620688"/>
            <a:ext cx="8839200" cy="6237312"/>
          </a:xfrm>
        </p:spPr>
        <p:txBody>
          <a:bodyPr>
            <a:normAutofit/>
          </a:bodyPr>
          <a:lstStyle/>
          <a:p>
            <a:pPr marL="0" indent="0" algn="ctr">
              <a:buNone/>
            </a:pPr>
            <a:r>
              <a:rPr lang="en-GB" sz="2000" b="1" dirty="0">
                <a:solidFill>
                  <a:srgbClr val="FF0000"/>
                </a:solidFill>
              </a:rPr>
              <a:t>Step 1 </a:t>
            </a:r>
            <a:endParaRPr lang="en-GB" sz="2000" b="1" dirty="0" smtClean="0">
              <a:solidFill>
                <a:srgbClr val="FF0000"/>
              </a:solidFill>
            </a:endParaRPr>
          </a:p>
          <a:p>
            <a:pPr algn="just"/>
            <a:r>
              <a:rPr lang="en-GB" sz="2000" b="1" dirty="0"/>
              <a:t>Select the </a:t>
            </a:r>
            <a:r>
              <a:rPr lang="en-GB" sz="2000" b="1" dirty="0" smtClean="0"/>
              <a:t>document </a:t>
            </a:r>
            <a:r>
              <a:rPr lang="en-GB" sz="2000" b="1" dirty="0"/>
              <a:t>that you want to </a:t>
            </a:r>
            <a:r>
              <a:rPr lang="en-GB" sz="2000" b="1" dirty="0" err="1" smtClean="0"/>
              <a:t>center</a:t>
            </a:r>
            <a:r>
              <a:rPr lang="en-GB" sz="2000" b="1" dirty="0" smtClean="0"/>
              <a:t>-aligned. </a:t>
            </a:r>
            <a:r>
              <a:rPr lang="en-GB" sz="2000" b="1" dirty="0"/>
              <a:t>You can use any of the text selection method to select the </a:t>
            </a:r>
            <a:r>
              <a:rPr lang="en-GB" sz="2000" b="1" dirty="0" smtClean="0"/>
              <a:t>document.</a:t>
            </a:r>
          </a:p>
          <a:p>
            <a:pPr marL="0" indent="0" algn="ctr">
              <a:buNone/>
            </a:pPr>
            <a:r>
              <a:rPr lang="en-GB" sz="2000" b="1" dirty="0" smtClean="0">
                <a:solidFill>
                  <a:srgbClr val="FF0000"/>
                </a:solidFill>
              </a:rPr>
              <a:t>Step 2 </a:t>
            </a:r>
          </a:p>
          <a:p>
            <a:pPr algn="just"/>
            <a:r>
              <a:rPr lang="en-GB" sz="2000" b="1" dirty="0"/>
              <a:t>C</a:t>
            </a:r>
            <a:r>
              <a:rPr lang="en-GB" sz="2000" b="1" dirty="0" smtClean="0"/>
              <a:t>lick </a:t>
            </a:r>
            <a:r>
              <a:rPr lang="en-GB" sz="2000" b="1" dirty="0"/>
              <a:t>the </a:t>
            </a:r>
            <a:r>
              <a:rPr lang="en-GB" sz="2000" b="1" dirty="0" err="1">
                <a:solidFill>
                  <a:srgbClr val="FF0000"/>
                </a:solidFill>
              </a:rPr>
              <a:t>Center</a:t>
            </a:r>
            <a:r>
              <a:rPr lang="en-GB" sz="2000" b="1" dirty="0">
                <a:solidFill>
                  <a:srgbClr val="FF0000"/>
                </a:solidFill>
              </a:rPr>
              <a:t> button </a:t>
            </a:r>
            <a:r>
              <a:rPr lang="en-GB" sz="2000" b="1" dirty="0"/>
              <a:t>available on the Home tab or simply press the </a:t>
            </a:r>
            <a:r>
              <a:rPr lang="en-GB" sz="2000" b="1" dirty="0">
                <a:solidFill>
                  <a:srgbClr val="FF0000"/>
                </a:solidFill>
              </a:rPr>
              <a:t>Ctrl + E</a:t>
            </a:r>
            <a:r>
              <a:rPr lang="en-GB" sz="2000" b="1" dirty="0"/>
              <a:t> keys</a:t>
            </a:r>
            <a:r>
              <a:rPr lang="en-GB" sz="2000" b="1" dirty="0" smtClean="0"/>
              <a:t>.</a:t>
            </a:r>
          </a:p>
          <a:p>
            <a:pPr algn="just"/>
            <a:endParaRPr lang="en-GB" sz="2000" b="1" dirty="0" smtClean="0"/>
          </a:p>
          <a:p>
            <a:pPr algn="just"/>
            <a:endParaRPr lang="en-GB" sz="2000" b="1" dirty="0" smtClean="0"/>
          </a:p>
        </p:txBody>
      </p:sp>
      <p:pic>
        <p:nvPicPr>
          <p:cNvPr id="20482" name="Picture 2" descr="C:\Users\UCCSMS1\Desktop\images\center_alignmen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784" y="2636912"/>
            <a:ext cx="5904656" cy="39916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1339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200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Right-Aligned Text</a:t>
            </a:r>
            <a:endParaRPr lang="en-US" dirty="0"/>
          </a:p>
        </p:txBody>
      </p:sp>
      <p:sp>
        <p:nvSpPr>
          <p:cNvPr id="3" name="Content Placeholder 2"/>
          <p:cNvSpPr>
            <a:spLocks noGrp="1"/>
          </p:cNvSpPr>
          <p:nvPr>
            <p:ph idx="1"/>
          </p:nvPr>
        </p:nvSpPr>
        <p:spPr>
          <a:xfrm>
            <a:off x="152400" y="620688"/>
            <a:ext cx="8839200" cy="6237312"/>
          </a:xfrm>
        </p:spPr>
        <p:txBody>
          <a:bodyPr>
            <a:normAutofit/>
          </a:bodyPr>
          <a:lstStyle/>
          <a:p>
            <a:pPr marL="0" indent="0" algn="ctr">
              <a:buNone/>
            </a:pPr>
            <a:r>
              <a:rPr lang="en-GB" sz="2000" b="1" dirty="0">
                <a:solidFill>
                  <a:srgbClr val="FF0000"/>
                </a:solidFill>
              </a:rPr>
              <a:t>Step 1 </a:t>
            </a:r>
            <a:endParaRPr lang="en-GB" sz="2000" b="1" dirty="0" smtClean="0">
              <a:solidFill>
                <a:srgbClr val="FF0000"/>
              </a:solidFill>
            </a:endParaRPr>
          </a:p>
          <a:p>
            <a:pPr algn="just"/>
            <a:r>
              <a:rPr lang="en-GB" sz="2000" b="1" dirty="0"/>
              <a:t>Select the </a:t>
            </a:r>
            <a:r>
              <a:rPr lang="en-GB" sz="2000" b="1" dirty="0" smtClean="0"/>
              <a:t>document </a:t>
            </a:r>
            <a:r>
              <a:rPr lang="en-GB" sz="2000" b="1" dirty="0"/>
              <a:t>that you want to </a:t>
            </a:r>
            <a:r>
              <a:rPr lang="en-GB" sz="2000" b="1" dirty="0" smtClean="0"/>
              <a:t>Right-aligned. </a:t>
            </a:r>
            <a:r>
              <a:rPr lang="en-GB" sz="2000" b="1" dirty="0"/>
              <a:t>You can use any of the text selection method to select the </a:t>
            </a:r>
            <a:r>
              <a:rPr lang="en-GB" sz="2000" b="1" dirty="0" smtClean="0"/>
              <a:t>document.</a:t>
            </a:r>
          </a:p>
          <a:p>
            <a:pPr marL="0" indent="0" algn="ctr">
              <a:buNone/>
            </a:pPr>
            <a:r>
              <a:rPr lang="en-GB" sz="2000" b="1" dirty="0" smtClean="0">
                <a:solidFill>
                  <a:srgbClr val="FF0000"/>
                </a:solidFill>
              </a:rPr>
              <a:t>Step 2 </a:t>
            </a:r>
          </a:p>
          <a:p>
            <a:pPr algn="just"/>
            <a:r>
              <a:rPr lang="en-GB" sz="2000" b="1" dirty="0"/>
              <a:t>click the </a:t>
            </a:r>
            <a:r>
              <a:rPr lang="en-GB" sz="2000" b="1" dirty="0">
                <a:solidFill>
                  <a:srgbClr val="FF0000"/>
                </a:solidFill>
              </a:rPr>
              <a:t>Align Text Right button </a:t>
            </a:r>
            <a:r>
              <a:rPr lang="en-GB" sz="2000" b="1" dirty="0"/>
              <a:t>available on the Home tab or simply press the </a:t>
            </a:r>
            <a:r>
              <a:rPr lang="en-GB" sz="2000" b="1" dirty="0">
                <a:solidFill>
                  <a:srgbClr val="FF0000"/>
                </a:solidFill>
              </a:rPr>
              <a:t>Ctrl + R </a:t>
            </a:r>
            <a:r>
              <a:rPr lang="en-GB" sz="2000" b="1" dirty="0"/>
              <a:t>keys.</a:t>
            </a:r>
            <a:endParaRPr lang="en-GB" sz="2000" b="1" dirty="0" smtClean="0"/>
          </a:p>
          <a:p>
            <a:pPr algn="just"/>
            <a:endParaRPr lang="en-GB" sz="2000" b="1" dirty="0" smtClean="0"/>
          </a:p>
        </p:txBody>
      </p:sp>
      <p:pic>
        <p:nvPicPr>
          <p:cNvPr id="21506" name="Picture 2" descr="C:\Users\UCCSMS1\Desktop\images\right_alignmen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1840" y="2708920"/>
            <a:ext cx="5334000" cy="40160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40603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200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Justified Text</a:t>
            </a:r>
            <a:endParaRPr lang="en-US" dirty="0"/>
          </a:p>
        </p:txBody>
      </p:sp>
      <p:sp>
        <p:nvSpPr>
          <p:cNvPr id="3" name="Content Placeholder 2"/>
          <p:cNvSpPr>
            <a:spLocks noGrp="1"/>
          </p:cNvSpPr>
          <p:nvPr>
            <p:ph idx="1"/>
          </p:nvPr>
        </p:nvSpPr>
        <p:spPr>
          <a:xfrm>
            <a:off x="152400" y="620688"/>
            <a:ext cx="8839200" cy="6237312"/>
          </a:xfrm>
        </p:spPr>
        <p:txBody>
          <a:bodyPr>
            <a:normAutofit/>
          </a:bodyPr>
          <a:lstStyle/>
          <a:p>
            <a:pPr marL="0" indent="0" algn="ctr">
              <a:buNone/>
            </a:pPr>
            <a:r>
              <a:rPr lang="en-GB" sz="2000" b="1" dirty="0">
                <a:solidFill>
                  <a:srgbClr val="FF0000"/>
                </a:solidFill>
              </a:rPr>
              <a:t>Step 1 </a:t>
            </a:r>
            <a:endParaRPr lang="en-GB" sz="2000" b="1" dirty="0" smtClean="0">
              <a:solidFill>
                <a:srgbClr val="FF0000"/>
              </a:solidFill>
            </a:endParaRPr>
          </a:p>
          <a:p>
            <a:pPr algn="just"/>
            <a:r>
              <a:rPr lang="en-GB" sz="2000" b="1" dirty="0"/>
              <a:t>Select the </a:t>
            </a:r>
            <a:r>
              <a:rPr lang="en-GB" sz="2000" b="1" dirty="0" smtClean="0"/>
              <a:t>document </a:t>
            </a:r>
            <a:r>
              <a:rPr lang="en-GB" sz="2000" b="1" dirty="0"/>
              <a:t>that you want to </a:t>
            </a:r>
            <a:r>
              <a:rPr lang="en-GB" sz="2000" b="1" dirty="0" smtClean="0"/>
              <a:t>Justified. </a:t>
            </a:r>
            <a:r>
              <a:rPr lang="en-GB" sz="2000" b="1" dirty="0"/>
              <a:t>You can use any of the text selection method to select the </a:t>
            </a:r>
            <a:r>
              <a:rPr lang="en-GB" sz="2000" b="1" dirty="0" smtClean="0"/>
              <a:t>document.</a:t>
            </a:r>
          </a:p>
          <a:p>
            <a:pPr marL="0" indent="0" algn="ctr">
              <a:buNone/>
            </a:pPr>
            <a:r>
              <a:rPr lang="en-GB" sz="2000" b="1" dirty="0" smtClean="0">
                <a:solidFill>
                  <a:srgbClr val="FF0000"/>
                </a:solidFill>
              </a:rPr>
              <a:t>Step 2 </a:t>
            </a:r>
          </a:p>
          <a:p>
            <a:pPr algn="just"/>
            <a:r>
              <a:rPr lang="en-GB" sz="2000" b="1" dirty="0" smtClean="0"/>
              <a:t>Click </a:t>
            </a:r>
            <a:r>
              <a:rPr lang="en-GB" sz="2000" b="1" dirty="0"/>
              <a:t>the </a:t>
            </a:r>
            <a:r>
              <a:rPr lang="en-GB" sz="2000" b="1" dirty="0">
                <a:solidFill>
                  <a:srgbClr val="FF0000"/>
                </a:solidFill>
              </a:rPr>
              <a:t>Justify button </a:t>
            </a:r>
            <a:r>
              <a:rPr lang="en-GB" sz="2000" b="1" dirty="0"/>
              <a:t>available on the Home tab or simply press the </a:t>
            </a:r>
            <a:r>
              <a:rPr lang="en-GB" sz="2000" b="1" dirty="0">
                <a:solidFill>
                  <a:srgbClr val="FF0000"/>
                </a:solidFill>
              </a:rPr>
              <a:t>Ctrl + J </a:t>
            </a:r>
            <a:r>
              <a:rPr lang="en-GB" sz="2000" b="1" dirty="0" smtClean="0"/>
              <a:t>keys.</a:t>
            </a:r>
          </a:p>
          <a:p>
            <a:pPr algn="just"/>
            <a:endParaRPr lang="en-GB" sz="2000" b="1" dirty="0" smtClean="0"/>
          </a:p>
        </p:txBody>
      </p:sp>
      <p:pic>
        <p:nvPicPr>
          <p:cNvPr id="22530" name="Picture 2" descr="C:\Users\UCCSMS1\Desktop\images\justify_alignmen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1840" y="2561622"/>
            <a:ext cx="5616624" cy="40322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62878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200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Indent Paragraphs in Word 2010</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algn="just"/>
            <a:endParaRPr lang="en-GB" sz="2800" dirty="0" smtClean="0"/>
          </a:p>
          <a:p>
            <a:pPr algn="just"/>
            <a:r>
              <a:rPr lang="en-GB" dirty="0"/>
              <a:t>M</a:t>
            </a:r>
            <a:r>
              <a:rPr lang="en-GB" dirty="0" smtClean="0"/>
              <a:t>argin </a:t>
            </a:r>
            <a:r>
              <a:rPr lang="en-GB" dirty="0"/>
              <a:t>settings determine the blank space that appears on each side of a paragraph.</a:t>
            </a:r>
          </a:p>
          <a:p>
            <a:pPr algn="just"/>
            <a:endParaRPr lang="en-GB" dirty="0" smtClean="0"/>
          </a:p>
          <a:p>
            <a:pPr algn="just"/>
            <a:endParaRPr lang="en-GB" dirty="0"/>
          </a:p>
          <a:p>
            <a:pPr algn="just"/>
            <a:r>
              <a:rPr lang="en-GB" dirty="0" smtClean="0"/>
              <a:t>You </a:t>
            </a:r>
            <a:r>
              <a:rPr lang="en-GB" dirty="0"/>
              <a:t>can indent paragraphs in your document from the </a:t>
            </a:r>
            <a:r>
              <a:rPr lang="en-GB" b="1" dirty="0"/>
              <a:t>left margin</a:t>
            </a:r>
            <a:r>
              <a:rPr lang="en-GB" dirty="0"/>
              <a:t>, </a:t>
            </a:r>
            <a:r>
              <a:rPr lang="en-GB" b="1" dirty="0"/>
              <a:t>the right margin</a:t>
            </a:r>
            <a:r>
              <a:rPr lang="en-GB" dirty="0"/>
              <a:t>, or </a:t>
            </a:r>
            <a:r>
              <a:rPr lang="en-GB" b="1" dirty="0"/>
              <a:t>both the margins</a:t>
            </a:r>
            <a:r>
              <a:rPr lang="en-GB" dirty="0"/>
              <a:t>.</a:t>
            </a:r>
            <a:endParaRPr lang="en-GB" b="1" dirty="0"/>
          </a:p>
        </p:txBody>
      </p:sp>
      <p:sp>
        <p:nvSpPr>
          <p:cNvPr id="8" name="Text Placeholder 7"/>
          <p:cNvSpPr>
            <a:spLocks noGrp="1"/>
          </p:cNvSpPr>
          <p:nvPr>
            <p:ph type="body" sz="quarter" idx="13"/>
          </p:nvPr>
        </p:nvSpPr>
        <p:spPr/>
        <p:txBody>
          <a:bodyPr/>
          <a:lstStyle/>
          <a:p>
            <a:endParaRPr lang="en-GB"/>
          </a:p>
        </p:txBody>
      </p:sp>
    </p:spTree>
    <p:extLst>
      <p:ext uri="{BB962C8B-B14F-4D97-AF65-F5344CB8AC3E}">
        <p14:creationId xmlns:p14="http://schemas.microsoft.com/office/powerpoint/2010/main" val="3021121833"/>
      </p:ext>
    </p:extLst>
  </p:cSld>
  <p:clrMapOvr>
    <a:masterClrMapping/>
  </p:clrMapOvr>
  <p:transition>
    <p:fad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Left Indentation</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algn="just"/>
            <a:r>
              <a:rPr lang="en-GB" sz="2800" dirty="0"/>
              <a:t>Left indentation means to move the left edge of the paragraph inward towards the </a:t>
            </a:r>
            <a:r>
              <a:rPr lang="en-GB" sz="2800" dirty="0" smtClean="0"/>
              <a:t>centre </a:t>
            </a:r>
            <a:r>
              <a:rPr lang="en-GB" sz="2800" dirty="0"/>
              <a:t>of the </a:t>
            </a:r>
            <a:r>
              <a:rPr lang="en-GB" sz="2800" dirty="0" smtClean="0"/>
              <a:t>paragraph.</a:t>
            </a:r>
          </a:p>
          <a:p>
            <a:pPr algn="just"/>
            <a:endParaRPr lang="en-GB" sz="2800" b="1" dirty="0"/>
          </a:p>
          <a:p>
            <a:pPr marL="0" indent="0" algn="ctr">
              <a:buNone/>
            </a:pPr>
            <a:r>
              <a:rPr lang="en-GB" b="1" dirty="0">
                <a:solidFill>
                  <a:srgbClr val="FF0000"/>
                </a:solidFill>
              </a:rPr>
              <a:t>Step 1 </a:t>
            </a:r>
            <a:endParaRPr lang="en-GB" b="1" dirty="0" smtClean="0">
              <a:solidFill>
                <a:srgbClr val="FF0000"/>
              </a:solidFill>
            </a:endParaRPr>
          </a:p>
          <a:p>
            <a:pPr algn="just"/>
            <a:r>
              <a:rPr lang="en-GB" dirty="0" smtClean="0"/>
              <a:t>Click </a:t>
            </a:r>
            <a:r>
              <a:rPr lang="en-GB" dirty="0"/>
              <a:t>anywhere on the paragraph you want to indent </a:t>
            </a:r>
            <a:r>
              <a:rPr lang="en-GB" dirty="0" smtClean="0"/>
              <a:t>left.</a:t>
            </a:r>
          </a:p>
          <a:p>
            <a:pPr algn="just"/>
            <a:endParaRPr lang="en-GB" dirty="0"/>
          </a:p>
          <a:p>
            <a:pPr algn="just"/>
            <a:r>
              <a:rPr lang="en-GB" dirty="0"/>
              <a:t>C</a:t>
            </a:r>
            <a:r>
              <a:rPr lang="en-GB" dirty="0" smtClean="0"/>
              <a:t>lick </a:t>
            </a:r>
            <a:r>
              <a:rPr lang="en-GB" dirty="0"/>
              <a:t>the </a:t>
            </a:r>
            <a:r>
              <a:rPr lang="en-GB" b="1" dirty="0">
                <a:solidFill>
                  <a:srgbClr val="FF0000"/>
                </a:solidFill>
              </a:rPr>
              <a:t>Increase Indent button </a:t>
            </a:r>
            <a:r>
              <a:rPr lang="en-GB" dirty="0"/>
              <a:t>available on the Home tab or simply press the </a:t>
            </a:r>
            <a:r>
              <a:rPr lang="en-GB" b="1" dirty="0">
                <a:solidFill>
                  <a:srgbClr val="FF0000"/>
                </a:solidFill>
              </a:rPr>
              <a:t>Ctrl + M</a:t>
            </a:r>
            <a:r>
              <a:rPr lang="en-GB" dirty="0">
                <a:solidFill>
                  <a:srgbClr val="FF0000"/>
                </a:solidFill>
              </a:rPr>
              <a:t> </a:t>
            </a:r>
            <a:r>
              <a:rPr lang="en-GB" dirty="0"/>
              <a:t>keys.</a:t>
            </a:r>
            <a:endParaRPr lang="en-GB" sz="3200" dirty="0"/>
          </a:p>
        </p:txBody>
      </p:sp>
      <p:sp>
        <p:nvSpPr>
          <p:cNvPr id="8" name="Text Placeholder 7"/>
          <p:cNvSpPr>
            <a:spLocks noGrp="1"/>
          </p:cNvSpPr>
          <p:nvPr>
            <p:ph type="body" sz="quarter" idx="13"/>
          </p:nvPr>
        </p:nvSpPr>
        <p:spPr/>
        <p:txBody>
          <a:bodyPr/>
          <a:lstStyle/>
          <a:p>
            <a:endParaRPr lang="en-GB"/>
          </a:p>
        </p:txBody>
      </p:sp>
    </p:spTree>
    <p:extLst>
      <p:ext uri="{BB962C8B-B14F-4D97-AF65-F5344CB8AC3E}">
        <p14:creationId xmlns:p14="http://schemas.microsoft.com/office/powerpoint/2010/main" val="2885353543"/>
      </p:ext>
    </p:extLst>
  </p:cSld>
  <p:clrMapOvr>
    <a:masterClrMapping/>
  </p:clrMapOvr>
  <p:transition>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Left Indentation</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endParaRPr lang="en-GB" sz="2800" dirty="0" smtClean="0"/>
          </a:p>
          <a:p>
            <a:pPr marL="0" indent="0" algn="ctr">
              <a:buNone/>
            </a:pPr>
            <a:endParaRPr lang="en-GB" sz="2800" dirty="0"/>
          </a:p>
          <a:p>
            <a:pPr marL="0" indent="0" algn="ctr">
              <a:buNone/>
            </a:pPr>
            <a:endParaRPr lang="en-GB" sz="2800" dirty="0" smtClean="0"/>
          </a:p>
          <a:p>
            <a:pPr marL="0" indent="0" algn="ctr">
              <a:buNone/>
            </a:pPr>
            <a:endParaRPr lang="en-GB" sz="2800" dirty="0"/>
          </a:p>
          <a:p>
            <a:pPr marL="0" indent="0" algn="ctr">
              <a:buNone/>
            </a:pPr>
            <a:endParaRPr lang="en-GB" sz="2800" dirty="0" smtClean="0"/>
          </a:p>
          <a:p>
            <a:pPr marL="0" indent="0" algn="ctr">
              <a:buNone/>
            </a:pPr>
            <a:endParaRPr lang="en-GB" sz="2800" dirty="0"/>
          </a:p>
          <a:p>
            <a:pPr marL="0" indent="0" algn="ctr">
              <a:buNone/>
            </a:pPr>
            <a:endParaRPr lang="en-GB" sz="2800" dirty="0" smtClean="0"/>
          </a:p>
          <a:p>
            <a:pPr algn="just"/>
            <a:endParaRPr lang="en-GB" sz="2800" dirty="0" smtClean="0"/>
          </a:p>
          <a:p>
            <a:pPr algn="just"/>
            <a:r>
              <a:rPr lang="en-GB" sz="2800" dirty="0" smtClean="0"/>
              <a:t>You </a:t>
            </a:r>
            <a:r>
              <a:rPr lang="en-GB" sz="2800" dirty="0"/>
              <a:t>can remove left indentation by clicking the </a:t>
            </a:r>
            <a:r>
              <a:rPr lang="en-GB" sz="2800" b="1" dirty="0">
                <a:solidFill>
                  <a:srgbClr val="FF0000"/>
                </a:solidFill>
              </a:rPr>
              <a:t>Decrease Indent button</a:t>
            </a:r>
            <a:r>
              <a:rPr lang="en-GB" sz="2800" dirty="0"/>
              <a:t> available on Home tab or simply press </a:t>
            </a:r>
            <a:r>
              <a:rPr lang="en-GB" sz="2800" b="1" dirty="0">
                <a:solidFill>
                  <a:srgbClr val="FF0000"/>
                </a:solidFill>
              </a:rPr>
              <a:t>Ctrl + Shift+ M</a:t>
            </a:r>
            <a:r>
              <a:rPr lang="en-GB" sz="2800" dirty="0"/>
              <a:t> keys.</a:t>
            </a:r>
            <a:endParaRPr lang="en-GB" sz="3200" dirty="0"/>
          </a:p>
        </p:txBody>
      </p:sp>
      <p:sp>
        <p:nvSpPr>
          <p:cNvPr id="8" name="Text Placeholder 7"/>
          <p:cNvSpPr>
            <a:spLocks noGrp="1"/>
          </p:cNvSpPr>
          <p:nvPr>
            <p:ph type="body" sz="quarter" idx="13"/>
          </p:nvPr>
        </p:nvSpPr>
        <p:spPr/>
        <p:txBody>
          <a:bodyPr/>
          <a:lstStyle/>
          <a:p>
            <a:endParaRPr lang="en-GB"/>
          </a:p>
        </p:txBody>
      </p:sp>
      <p:pic>
        <p:nvPicPr>
          <p:cNvPr id="23554" name="Picture 2" descr="C:\Users\UCCSMS1\Desktop\images\left_indentatio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616" y="620688"/>
            <a:ext cx="7056784" cy="38884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956930"/>
      </p:ext>
    </p:extLst>
  </p:cSld>
  <p:clrMapOvr>
    <a:masterClrMapping/>
  </p:clrMapOvr>
  <p:transition>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Right Indentation</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algn="just"/>
            <a:r>
              <a:rPr lang="en-GB" sz="2800" dirty="0"/>
              <a:t>Right indentation means to move the right edge of the paragraph inward towards the </a:t>
            </a:r>
            <a:r>
              <a:rPr lang="en-GB" sz="2800" dirty="0" smtClean="0"/>
              <a:t>centre </a:t>
            </a:r>
            <a:r>
              <a:rPr lang="en-GB" sz="2800" dirty="0"/>
              <a:t>of the </a:t>
            </a:r>
            <a:r>
              <a:rPr lang="en-GB" sz="2800" dirty="0" smtClean="0"/>
              <a:t>paragraph.</a:t>
            </a:r>
          </a:p>
          <a:p>
            <a:pPr algn="just"/>
            <a:endParaRPr lang="en-GB" sz="2800" b="1" dirty="0"/>
          </a:p>
          <a:p>
            <a:pPr marL="0" indent="0" algn="ctr">
              <a:buNone/>
            </a:pPr>
            <a:r>
              <a:rPr lang="en-GB" b="1" dirty="0">
                <a:solidFill>
                  <a:srgbClr val="FF0000"/>
                </a:solidFill>
              </a:rPr>
              <a:t>Step 1 </a:t>
            </a:r>
            <a:endParaRPr lang="en-GB" b="1" dirty="0" smtClean="0">
              <a:solidFill>
                <a:srgbClr val="FF0000"/>
              </a:solidFill>
            </a:endParaRPr>
          </a:p>
          <a:p>
            <a:pPr algn="just"/>
            <a:r>
              <a:rPr lang="en-GB" sz="2800" dirty="0" smtClean="0"/>
              <a:t>Click </a:t>
            </a:r>
            <a:r>
              <a:rPr lang="en-GB" sz="2800" dirty="0"/>
              <a:t>anywhere on the paragraph you want to indent </a:t>
            </a:r>
            <a:r>
              <a:rPr lang="en-GB" sz="2800" dirty="0" smtClean="0"/>
              <a:t>right.</a:t>
            </a:r>
          </a:p>
          <a:p>
            <a:pPr algn="just"/>
            <a:endParaRPr lang="en-GB" sz="2800" dirty="0"/>
          </a:p>
          <a:p>
            <a:pPr algn="just"/>
            <a:r>
              <a:rPr lang="en-GB" sz="2800" dirty="0"/>
              <a:t> </a:t>
            </a:r>
            <a:r>
              <a:rPr lang="en-GB" sz="2800" dirty="0" smtClean="0"/>
              <a:t>Click </a:t>
            </a:r>
            <a:r>
              <a:rPr lang="en-GB" sz="2800" dirty="0"/>
              <a:t>on the </a:t>
            </a:r>
            <a:r>
              <a:rPr lang="en-GB" sz="2800" b="1" dirty="0">
                <a:solidFill>
                  <a:srgbClr val="FF0000"/>
                </a:solidFill>
              </a:rPr>
              <a:t>Increase Right Indent spinner </a:t>
            </a:r>
            <a:r>
              <a:rPr lang="en-GB" sz="2800" dirty="0"/>
              <a:t>available on the Page Layout tab</a:t>
            </a:r>
            <a:r>
              <a:rPr lang="en-GB" sz="2800" dirty="0" smtClean="0"/>
              <a:t>.</a:t>
            </a:r>
          </a:p>
          <a:p>
            <a:pPr algn="just"/>
            <a:endParaRPr lang="en-GB" sz="2800" dirty="0" smtClean="0"/>
          </a:p>
          <a:p>
            <a:pPr algn="just"/>
            <a:r>
              <a:rPr lang="en-GB" sz="2800" dirty="0"/>
              <a:t>You can click on the </a:t>
            </a:r>
            <a:r>
              <a:rPr lang="en-GB" sz="2800" b="1" dirty="0">
                <a:solidFill>
                  <a:srgbClr val="FF0000"/>
                </a:solidFill>
              </a:rPr>
              <a:t>spinner</a:t>
            </a:r>
            <a:r>
              <a:rPr lang="en-GB" sz="2800" dirty="0"/>
              <a:t> multiple times to create deeper indentation.</a:t>
            </a:r>
          </a:p>
        </p:txBody>
      </p:sp>
    </p:spTree>
    <p:extLst>
      <p:ext uri="{BB962C8B-B14F-4D97-AF65-F5344CB8AC3E}">
        <p14:creationId xmlns:p14="http://schemas.microsoft.com/office/powerpoint/2010/main" val="3972613190"/>
      </p:ext>
    </p:extLst>
  </p:cSld>
  <p:clrMapOvr>
    <a:masterClrMapping/>
  </p:clrMapOvr>
  <p:transition>
    <p:fad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smtClean="0"/>
              <a:t>Right </a:t>
            </a:r>
            <a:r>
              <a:rPr lang="en-GB" dirty="0"/>
              <a:t>Indentation</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endParaRPr lang="en-GB" sz="2800" dirty="0" smtClean="0"/>
          </a:p>
          <a:p>
            <a:pPr marL="0" indent="0" algn="ctr">
              <a:buNone/>
            </a:pPr>
            <a:endParaRPr lang="en-GB" sz="2800" dirty="0"/>
          </a:p>
          <a:p>
            <a:pPr marL="0" indent="0" algn="ctr">
              <a:buNone/>
            </a:pPr>
            <a:endParaRPr lang="en-GB" sz="2800" dirty="0" smtClean="0"/>
          </a:p>
          <a:p>
            <a:pPr marL="0" indent="0" algn="ctr">
              <a:buNone/>
            </a:pPr>
            <a:endParaRPr lang="en-GB" sz="2800" dirty="0"/>
          </a:p>
          <a:p>
            <a:pPr marL="0" indent="0" algn="ctr">
              <a:buNone/>
            </a:pPr>
            <a:endParaRPr lang="en-GB" sz="2800" dirty="0" smtClean="0"/>
          </a:p>
          <a:p>
            <a:pPr marL="0" indent="0" algn="ctr">
              <a:buNone/>
            </a:pPr>
            <a:endParaRPr lang="en-GB" sz="2800" dirty="0"/>
          </a:p>
          <a:p>
            <a:pPr marL="0" indent="0" algn="ctr">
              <a:buNone/>
            </a:pPr>
            <a:endParaRPr lang="en-GB" sz="2800" dirty="0" smtClean="0"/>
          </a:p>
          <a:p>
            <a:pPr marL="0" indent="0" algn="ctr">
              <a:buNone/>
            </a:pPr>
            <a:endParaRPr lang="en-GB" sz="2800" dirty="0" smtClean="0"/>
          </a:p>
          <a:p>
            <a:pPr algn="just"/>
            <a:endParaRPr lang="en-GB" sz="2800" dirty="0" smtClean="0"/>
          </a:p>
          <a:p>
            <a:pPr algn="just"/>
            <a:r>
              <a:rPr lang="en-GB" sz="2800" dirty="0"/>
              <a:t>You can remove right indentation by clicking the </a:t>
            </a:r>
            <a:r>
              <a:rPr lang="en-GB" sz="2800" b="1" dirty="0">
                <a:solidFill>
                  <a:srgbClr val="FF0000"/>
                </a:solidFill>
              </a:rPr>
              <a:t>Decrease Right Indent spinner </a:t>
            </a:r>
            <a:r>
              <a:rPr lang="en-GB" sz="2800" dirty="0"/>
              <a:t>in the opposite </a:t>
            </a:r>
            <a:r>
              <a:rPr lang="en-GB" sz="2800" dirty="0" smtClean="0"/>
              <a:t>direction.</a:t>
            </a:r>
            <a:endParaRPr lang="en-GB" sz="3200" dirty="0"/>
          </a:p>
        </p:txBody>
      </p:sp>
      <p:sp>
        <p:nvSpPr>
          <p:cNvPr id="8" name="Text Placeholder 7"/>
          <p:cNvSpPr>
            <a:spLocks noGrp="1"/>
          </p:cNvSpPr>
          <p:nvPr>
            <p:ph type="body" sz="quarter" idx="13"/>
          </p:nvPr>
        </p:nvSpPr>
        <p:spPr/>
        <p:txBody>
          <a:bodyPr/>
          <a:lstStyle/>
          <a:p>
            <a:endParaRPr lang="en-GB"/>
          </a:p>
        </p:txBody>
      </p:sp>
      <p:pic>
        <p:nvPicPr>
          <p:cNvPr id="24578" name="Picture 2" descr="C:\Users\UCCSMS1\Desktop\images\right_indentatio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780496"/>
            <a:ext cx="6624736" cy="3960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5662927"/>
      </p:ext>
    </p:extLst>
  </p:cSld>
  <p:clrMapOvr>
    <a:masterClrMapping/>
  </p:clrMapOvr>
  <p:transition>
    <p:fad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First Line Indentation</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algn="just"/>
            <a:r>
              <a:rPr lang="en-GB" sz="2800" dirty="0"/>
              <a:t>You can move the left side of the first line of a paragraph inward toward the </a:t>
            </a:r>
            <a:r>
              <a:rPr lang="en-GB" sz="2800" dirty="0" smtClean="0"/>
              <a:t>centre.</a:t>
            </a:r>
          </a:p>
          <a:p>
            <a:pPr algn="just"/>
            <a:endParaRPr lang="en-GB" sz="2800" b="1" dirty="0"/>
          </a:p>
          <a:p>
            <a:pPr marL="0" indent="0" algn="ctr">
              <a:buNone/>
            </a:pPr>
            <a:r>
              <a:rPr lang="en-GB" b="1" dirty="0">
                <a:solidFill>
                  <a:srgbClr val="FF0000"/>
                </a:solidFill>
              </a:rPr>
              <a:t>Step 1</a:t>
            </a:r>
            <a:r>
              <a:rPr lang="en-GB" b="1" dirty="0"/>
              <a:t> </a:t>
            </a:r>
            <a:endParaRPr lang="en-GB" b="1" dirty="0" smtClean="0"/>
          </a:p>
          <a:p>
            <a:pPr algn="just"/>
            <a:r>
              <a:rPr lang="en-GB" sz="2800" dirty="0" smtClean="0"/>
              <a:t>Click </a:t>
            </a:r>
            <a:r>
              <a:rPr lang="en-GB" sz="2800" dirty="0"/>
              <a:t>anywhere on the paragraph you want to </a:t>
            </a:r>
            <a:r>
              <a:rPr lang="en-GB" sz="2800" dirty="0" smtClean="0"/>
              <a:t>move the first line.</a:t>
            </a:r>
          </a:p>
          <a:p>
            <a:pPr algn="just"/>
            <a:endParaRPr lang="en-GB" sz="2800" dirty="0"/>
          </a:p>
          <a:p>
            <a:pPr algn="just"/>
            <a:r>
              <a:rPr lang="en-GB" sz="2800" dirty="0"/>
              <a:t> C</a:t>
            </a:r>
            <a:r>
              <a:rPr lang="en-GB" sz="2800" dirty="0" smtClean="0"/>
              <a:t>lick </a:t>
            </a:r>
            <a:r>
              <a:rPr lang="en-GB" sz="2800" dirty="0"/>
              <a:t>the Paragraph Dialog Box launcher available on the Home </a:t>
            </a:r>
            <a:r>
              <a:rPr lang="en-GB" sz="2800" dirty="0" smtClean="0"/>
              <a:t>tab.</a:t>
            </a:r>
          </a:p>
          <a:p>
            <a:pPr algn="just"/>
            <a:endParaRPr lang="en-GB" sz="2800" dirty="0" smtClean="0"/>
          </a:p>
        </p:txBody>
      </p:sp>
    </p:spTree>
    <p:extLst>
      <p:ext uri="{BB962C8B-B14F-4D97-AF65-F5344CB8AC3E}">
        <p14:creationId xmlns:p14="http://schemas.microsoft.com/office/powerpoint/2010/main" val="2662963558"/>
      </p:ext>
    </p:extLst>
  </p:cSld>
  <p:clrMapOvr>
    <a:masterClrMapping/>
  </p:clrMapOvr>
  <p:transition>
    <p:fad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First Line Indentation</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endParaRPr lang="en-GB" b="1" dirty="0" smtClean="0">
              <a:solidFill>
                <a:srgbClr val="FF0000"/>
              </a:solidFill>
            </a:endParaRPr>
          </a:p>
          <a:p>
            <a:pPr marL="0" indent="0" algn="ctr">
              <a:buNone/>
            </a:pPr>
            <a:endParaRPr lang="en-GB" b="1" dirty="0">
              <a:solidFill>
                <a:srgbClr val="FF0000"/>
              </a:solidFill>
            </a:endParaRPr>
          </a:p>
          <a:p>
            <a:pPr marL="0" indent="0" algn="ctr">
              <a:buNone/>
            </a:pPr>
            <a:endParaRPr lang="en-GB" b="1" dirty="0" smtClean="0">
              <a:solidFill>
                <a:srgbClr val="FF0000"/>
              </a:solidFill>
            </a:endParaRPr>
          </a:p>
          <a:p>
            <a:pPr marL="0" indent="0" algn="ctr">
              <a:buNone/>
            </a:pPr>
            <a:endParaRPr lang="en-GB" b="1" dirty="0">
              <a:solidFill>
                <a:srgbClr val="FF0000"/>
              </a:solidFill>
            </a:endParaRPr>
          </a:p>
          <a:p>
            <a:pPr marL="0" indent="0" algn="ctr">
              <a:buNone/>
            </a:pPr>
            <a:endParaRPr lang="en-GB" b="1" dirty="0" smtClean="0">
              <a:solidFill>
                <a:srgbClr val="FF0000"/>
              </a:solidFill>
            </a:endParaRPr>
          </a:p>
          <a:p>
            <a:pPr marL="0" indent="0" algn="ctr">
              <a:buNone/>
            </a:pPr>
            <a:endParaRPr lang="en-GB" b="1" dirty="0" smtClean="0">
              <a:solidFill>
                <a:srgbClr val="FF0000"/>
              </a:solidFill>
            </a:endParaRPr>
          </a:p>
        </p:txBody>
      </p:sp>
      <p:pic>
        <p:nvPicPr>
          <p:cNvPr id="25602" name="Picture 2" descr="C:\Users\UCCSMS1\Desktop\images\first_line_indentatio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8" y="764704"/>
            <a:ext cx="8424936" cy="56166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8584844"/>
      </p:ext>
    </p:extLst>
  </p:cSld>
  <p:clrMapOvr>
    <a:masterClrMapping/>
  </p:clrMapOvr>
  <p:transition>
    <p:fad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First Line Indentation</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endParaRPr lang="en-GB" b="1" dirty="0" smtClean="0">
              <a:solidFill>
                <a:srgbClr val="FF0000"/>
              </a:solidFill>
            </a:endParaRPr>
          </a:p>
          <a:p>
            <a:pPr marL="0" indent="0" algn="ctr">
              <a:buNone/>
            </a:pPr>
            <a:r>
              <a:rPr lang="en-GB" b="1" dirty="0" smtClean="0">
                <a:solidFill>
                  <a:srgbClr val="FF0000"/>
                </a:solidFill>
              </a:rPr>
              <a:t>Step 2</a:t>
            </a:r>
            <a:r>
              <a:rPr lang="en-GB" sz="2000" b="1" dirty="0" smtClean="0"/>
              <a:t> </a:t>
            </a:r>
          </a:p>
          <a:p>
            <a:pPr algn="just"/>
            <a:r>
              <a:rPr lang="en-GB" dirty="0"/>
              <a:t>Click the </a:t>
            </a:r>
            <a:r>
              <a:rPr lang="en-GB" b="1" dirty="0">
                <a:solidFill>
                  <a:srgbClr val="FF0000"/>
                </a:solidFill>
              </a:rPr>
              <a:t>Before Text spinner </a:t>
            </a:r>
            <a:r>
              <a:rPr lang="en-GB" dirty="0"/>
              <a:t>to set left indentation</a:t>
            </a:r>
            <a:r>
              <a:rPr lang="en-GB" dirty="0" smtClean="0"/>
              <a:t>.</a:t>
            </a:r>
          </a:p>
          <a:p>
            <a:pPr algn="just"/>
            <a:endParaRPr lang="en-GB" dirty="0" smtClean="0"/>
          </a:p>
          <a:p>
            <a:pPr algn="just"/>
            <a:r>
              <a:rPr lang="en-GB" dirty="0" smtClean="0"/>
              <a:t>Select </a:t>
            </a:r>
            <a:r>
              <a:rPr lang="en-GB" dirty="0"/>
              <a:t>the </a:t>
            </a:r>
            <a:r>
              <a:rPr lang="en-GB" b="1" dirty="0">
                <a:solidFill>
                  <a:srgbClr val="FF0000"/>
                </a:solidFill>
              </a:rPr>
              <a:t>First Line Option </a:t>
            </a:r>
            <a:r>
              <a:rPr lang="en-GB" dirty="0"/>
              <a:t>to move the left side of the first line of a paragraph inward toward the </a:t>
            </a:r>
            <a:r>
              <a:rPr lang="en-GB" dirty="0" smtClean="0"/>
              <a:t>centre.</a:t>
            </a:r>
          </a:p>
          <a:p>
            <a:pPr algn="just"/>
            <a:endParaRPr lang="en-GB" dirty="0"/>
          </a:p>
          <a:p>
            <a:pPr algn="just"/>
            <a:r>
              <a:rPr lang="en-GB" dirty="0"/>
              <a:t>You can control the movement by setting the </a:t>
            </a:r>
            <a:r>
              <a:rPr lang="en-GB" b="1" dirty="0">
                <a:solidFill>
                  <a:srgbClr val="FF0000"/>
                </a:solidFill>
              </a:rPr>
              <a:t>Indentation Unit</a:t>
            </a:r>
            <a:r>
              <a:rPr lang="en-GB" dirty="0"/>
              <a:t>. </a:t>
            </a:r>
            <a:endParaRPr lang="en-GB" dirty="0" smtClean="0"/>
          </a:p>
          <a:p>
            <a:pPr algn="just"/>
            <a:endParaRPr lang="en-GB" dirty="0" smtClean="0"/>
          </a:p>
        </p:txBody>
      </p:sp>
    </p:spTree>
    <p:extLst>
      <p:ext uri="{BB962C8B-B14F-4D97-AF65-F5344CB8AC3E}">
        <p14:creationId xmlns:p14="http://schemas.microsoft.com/office/powerpoint/2010/main" val="1823813641"/>
      </p:ext>
    </p:extLst>
  </p:cSld>
  <p:clrMapOvr>
    <a:masterClrMapping/>
  </p:clrMapOvr>
  <p:transition>
    <p:fad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Create Bullets in Word 2010</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algn="just"/>
            <a:endParaRPr lang="en-GB" sz="2800" dirty="0" smtClean="0"/>
          </a:p>
          <a:p>
            <a:pPr algn="just"/>
            <a:r>
              <a:rPr lang="en-GB" sz="2800" dirty="0" smtClean="0"/>
              <a:t>Microsoft </a:t>
            </a:r>
            <a:r>
              <a:rPr lang="en-GB" sz="2800" dirty="0"/>
              <a:t>word provides bullets and numbers to put a list of items in a nice order</a:t>
            </a:r>
            <a:r>
              <a:rPr lang="en-GB" sz="2800" dirty="0" smtClean="0"/>
              <a:t>.</a:t>
            </a:r>
          </a:p>
          <a:p>
            <a:pPr algn="just"/>
            <a:endParaRPr lang="en-GB" sz="2800" dirty="0"/>
          </a:p>
          <a:p>
            <a:pPr algn="just"/>
            <a:r>
              <a:rPr lang="en-GB" sz="2800" dirty="0" smtClean="0"/>
              <a:t>Type these types of fruits in word:</a:t>
            </a:r>
          </a:p>
          <a:p>
            <a:pPr marL="0" indent="0" algn="just">
              <a:buNone/>
            </a:pPr>
            <a:endParaRPr lang="en-GB" sz="2800" dirty="0" smtClean="0"/>
          </a:p>
          <a:p>
            <a:pPr marL="457200" lvl="1" indent="0" algn="just">
              <a:buNone/>
            </a:pPr>
            <a:r>
              <a:rPr lang="en-GB" sz="2400" dirty="0" smtClean="0"/>
              <a:t>	</a:t>
            </a:r>
            <a:r>
              <a:rPr lang="en-GB" sz="2400" b="1" dirty="0" smtClean="0"/>
              <a:t>Mango</a:t>
            </a:r>
          </a:p>
          <a:p>
            <a:pPr marL="457200" lvl="1" indent="0" algn="just">
              <a:buNone/>
            </a:pPr>
            <a:r>
              <a:rPr lang="en-GB" sz="2400" b="1" dirty="0" smtClean="0"/>
              <a:t>	Orange</a:t>
            </a:r>
          </a:p>
          <a:p>
            <a:pPr marL="457200" lvl="1" indent="0" algn="just">
              <a:buNone/>
            </a:pPr>
            <a:r>
              <a:rPr lang="en-GB" sz="2400" b="1" dirty="0" smtClean="0"/>
              <a:t>	Banana</a:t>
            </a:r>
          </a:p>
          <a:p>
            <a:pPr marL="457200" lvl="1" indent="0" algn="just">
              <a:buNone/>
            </a:pPr>
            <a:r>
              <a:rPr lang="en-GB" sz="2400" b="1" dirty="0"/>
              <a:t>	</a:t>
            </a:r>
            <a:r>
              <a:rPr lang="en-GB" sz="2400" b="1" dirty="0" smtClean="0"/>
              <a:t>Apple</a:t>
            </a:r>
          </a:p>
          <a:p>
            <a:pPr marL="457200" lvl="1" indent="0" algn="just">
              <a:buNone/>
            </a:pPr>
            <a:r>
              <a:rPr lang="en-GB" sz="2400" b="1" dirty="0"/>
              <a:t>	</a:t>
            </a:r>
            <a:endParaRPr lang="en-GB" sz="2800" b="1" dirty="0" smtClean="0"/>
          </a:p>
        </p:txBody>
      </p:sp>
    </p:spTree>
    <p:extLst>
      <p:ext uri="{BB962C8B-B14F-4D97-AF65-F5344CB8AC3E}">
        <p14:creationId xmlns:p14="http://schemas.microsoft.com/office/powerpoint/2010/main" val="279794438"/>
      </p:ext>
    </p:extLst>
  </p:cSld>
  <p:clrMapOvr>
    <a:masterClrMapping/>
  </p:clrMapOvr>
  <p:transition>
    <p:fad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Create a List from Existing Text</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r>
              <a:rPr lang="en-GB" sz="2800" b="1" dirty="0">
                <a:solidFill>
                  <a:srgbClr val="FF0000"/>
                </a:solidFill>
              </a:rPr>
              <a:t>Step 1 </a:t>
            </a:r>
            <a:r>
              <a:rPr lang="en-GB" sz="2800" b="1" dirty="0" smtClean="0">
                <a:solidFill>
                  <a:srgbClr val="FF0000"/>
                </a:solidFill>
              </a:rPr>
              <a:t> </a:t>
            </a:r>
          </a:p>
          <a:p>
            <a:pPr algn="just"/>
            <a:r>
              <a:rPr lang="en-GB" sz="2800" dirty="0" smtClean="0"/>
              <a:t>Select </a:t>
            </a:r>
            <a:r>
              <a:rPr lang="en-GB" sz="2800" dirty="0"/>
              <a:t>a list of text to which you want to assign bullets or numbers. You can use any of the text selection method to select the portion of text</a:t>
            </a:r>
            <a:r>
              <a:rPr lang="en-GB" sz="2800" dirty="0" smtClean="0"/>
              <a:t>.</a:t>
            </a:r>
          </a:p>
          <a:p>
            <a:pPr marL="0" indent="0" algn="ctr">
              <a:buNone/>
            </a:pPr>
            <a:r>
              <a:rPr lang="en-GB" sz="2800" b="1" dirty="0">
                <a:solidFill>
                  <a:srgbClr val="FF0000"/>
                </a:solidFill>
              </a:rPr>
              <a:t>Step </a:t>
            </a:r>
            <a:r>
              <a:rPr lang="en-GB" sz="2800" b="1" dirty="0" smtClean="0">
                <a:solidFill>
                  <a:srgbClr val="FF0000"/>
                </a:solidFill>
              </a:rPr>
              <a:t>2 </a:t>
            </a:r>
          </a:p>
          <a:p>
            <a:r>
              <a:rPr lang="en-GB" sz="2800" dirty="0"/>
              <a:t>Click the </a:t>
            </a:r>
            <a:r>
              <a:rPr lang="en-GB" sz="2800" b="1" dirty="0"/>
              <a:t>Bullet Button triangle </a:t>
            </a:r>
            <a:r>
              <a:rPr lang="en-GB" sz="2800" dirty="0"/>
              <a:t>to display a list of bullets you want to assign to the list. You can select any of the bullet style available by simply clicking over it.</a:t>
            </a:r>
            <a:endParaRPr lang="en-GB" sz="2800" dirty="0" smtClean="0"/>
          </a:p>
        </p:txBody>
      </p:sp>
    </p:spTree>
    <p:extLst>
      <p:ext uri="{BB962C8B-B14F-4D97-AF65-F5344CB8AC3E}">
        <p14:creationId xmlns:p14="http://schemas.microsoft.com/office/powerpoint/2010/main" val="1864054239"/>
      </p:ext>
    </p:extLst>
  </p:cSld>
  <p:clrMapOvr>
    <a:masterClrMapping/>
  </p:clrMapOvr>
  <p:transition>
    <p:fad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Create a List from Existing Text</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endParaRPr lang="en-GB" sz="2800" b="1" dirty="0" smtClean="0">
              <a:solidFill>
                <a:srgbClr val="FF0000"/>
              </a:solidFill>
            </a:endParaRPr>
          </a:p>
          <a:p>
            <a:pPr marL="0" indent="0" algn="ctr">
              <a:buNone/>
            </a:pPr>
            <a:endParaRPr lang="en-GB" sz="2800" b="1" dirty="0">
              <a:solidFill>
                <a:srgbClr val="FF0000"/>
              </a:solidFill>
            </a:endParaRPr>
          </a:p>
          <a:p>
            <a:pPr marL="0" indent="0" algn="ctr">
              <a:buNone/>
            </a:pPr>
            <a:endParaRPr lang="en-GB" sz="2800" b="1" dirty="0" smtClean="0">
              <a:solidFill>
                <a:srgbClr val="FF0000"/>
              </a:solidFill>
            </a:endParaRPr>
          </a:p>
          <a:p>
            <a:pPr marL="0" indent="0" algn="ctr">
              <a:buNone/>
            </a:pPr>
            <a:endParaRPr lang="en-GB" sz="2800" b="1" dirty="0">
              <a:solidFill>
                <a:srgbClr val="FF0000"/>
              </a:solidFill>
            </a:endParaRPr>
          </a:p>
          <a:p>
            <a:pPr marL="0" indent="0" algn="ctr">
              <a:buNone/>
            </a:pPr>
            <a:endParaRPr lang="en-GB" sz="2800" b="1" dirty="0" smtClean="0">
              <a:solidFill>
                <a:srgbClr val="FF0000"/>
              </a:solidFill>
            </a:endParaRPr>
          </a:p>
          <a:p>
            <a:pPr marL="0" indent="0" algn="ctr">
              <a:buNone/>
            </a:pPr>
            <a:endParaRPr lang="en-GB" sz="2800" b="1" dirty="0" smtClean="0">
              <a:solidFill>
                <a:srgbClr val="FF0000"/>
              </a:solidFill>
            </a:endParaRPr>
          </a:p>
          <a:p>
            <a:pPr marL="0" indent="0" algn="ctr">
              <a:buNone/>
            </a:pPr>
            <a:endParaRPr lang="en-GB" sz="2800" b="1" dirty="0">
              <a:solidFill>
                <a:srgbClr val="FF0000"/>
              </a:solidFill>
            </a:endParaRPr>
          </a:p>
          <a:p>
            <a:pPr marL="0" indent="0" algn="ctr">
              <a:buNone/>
            </a:pPr>
            <a:endParaRPr lang="en-GB" sz="2800" b="1" dirty="0" smtClean="0">
              <a:solidFill>
                <a:srgbClr val="FF0000"/>
              </a:solidFill>
            </a:endParaRPr>
          </a:p>
          <a:p>
            <a:pPr marL="0" indent="0" algn="ctr">
              <a:buNone/>
            </a:pPr>
            <a:endParaRPr lang="en-GB" sz="2800" b="1" dirty="0" smtClean="0">
              <a:solidFill>
                <a:srgbClr val="FF0000"/>
              </a:solidFill>
            </a:endParaRPr>
          </a:p>
          <a:p>
            <a:pPr marL="0" indent="0" algn="ctr">
              <a:buNone/>
            </a:pPr>
            <a:endParaRPr lang="en-GB" sz="2000" b="1" dirty="0" smtClean="0">
              <a:solidFill>
                <a:srgbClr val="FF0000"/>
              </a:solidFill>
            </a:endParaRPr>
          </a:p>
        </p:txBody>
      </p:sp>
      <p:pic>
        <p:nvPicPr>
          <p:cNvPr id="26626" name="Picture 2" descr="C:\Users\UCCSMS1\Desktop\images\bullet_lis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692696"/>
            <a:ext cx="7776864" cy="5760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7460015"/>
      </p:ext>
    </p:extLst>
  </p:cSld>
  <p:clrMapOvr>
    <a:masterClrMapping/>
  </p:clrMapOvr>
  <p:transition>
    <p:fade/>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Create a List from Existing Text</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endParaRPr lang="en-GB" sz="2800" b="1" dirty="0" smtClean="0">
              <a:solidFill>
                <a:srgbClr val="FF0000"/>
              </a:solidFill>
            </a:endParaRPr>
          </a:p>
          <a:p>
            <a:pPr marL="0" indent="0" algn="ctr">
              <a:buNone/>
            </a:pPr>
            <a:endParaRPr lang="en-GB" sz="2800" b="1" dirty="0">
              <a:solidFill>
                <a:srgbClr val="FF0000"/>
              </a:solidFill>
            </a:endParaRPr>
          </a:p>
          <a:p>
            <a:pPr marL="0" indent="0" algn="ctr">
              <a:buNone/>
            </a:pPr>
            <a:endParaRPr lang="en-GB" sz="2800" b="1" dirty="0" smtClean="0">
              <a:solidFill>
                <a:srgbClr val="FF0000"/>
              </a:solidFill>
            </a:endParaRPr>
          </a:p>
          <a:p>
            <a:pPr marL="0" indent="0" algn="ctr">
              <a:buNone/>
            </a:pPr>
            <a:endParaRPr lang="en-GB" sz="2800" b="1" dirty="0">
              <a:solidFill>
                <a:srgbClr val="FF0000"/>
              </a:solidFill>
            </a:endParaRPr>
          </a:p>
          <a:p>
            <a:pPr marL="0" indent="0" algn="ctr">
              <a:buNone/>
            </a:pPr>
            <a:endParaRPr lang="en-GB" sz="2800" b="1" dirty="0" smtClean="0">
              <a:solidFill>
                <a:srgbClr val="FF0000"/>
              </a:solidFill>
            </a:endParaRPr>
          </a:p>
          <a:p>
            <a:pPr marL="0" indent="0" algn="ctr">
              <a:buNone/>
            </a:pPr>
            <a:endParaRPr lang="en-GB" sz="2800" b="1" dirty="0" smtClean="0">
              <a:solidFill>
                <a:srgbClr val="FF0000"/>
              </a:solidFill>
            </a:endParaRPr>
          </a:p>
          <a:p>
            <a:pPr marL="0" indent="0" algn="ctr">
              <a:buNone/>
            </a:pPr>
            <a:endParaRPr lang="en-GB" sz="2800" b="1" dirty="0">
              <a:solidFill>
                <a:srgbClr val="FF0000"/>
              </a:solidFill>
            </a:endParaRPr>
          </a:p>
          <a:p>
            <a:pPr marL="0" indent="0" algn="ctr">
              <a:buNone/>
            </a:pPr>
            <a:endParaRPr lang="en-GB" sz="2800" b="1" dirty="0" smtClean="0">
              <a:solidFill>
                <a:srgbClr val="FF0000"/>
              </a:solidFill>
            </a:endParaRPr>
          </a:p>
          <a:p>
            <a:pPr marL="0" indent="0" algn="ctr">
              <a:buNone/>
            </a:pPr>
            <a:endParaRPr lang="en-GB" sz="2800" b="1" dirty="0" smtClean="0">
              <a:solidFill>
                <a:srgbClr val="FF0000"/>
              </a:solidFill>
            </a:endParaRPr>
          </a:p>
          <a:p>
            <a:pPr marL="0" indent="0" algn="ctr">
              <a:buNone/>
            </a:pPr>
            <a:r>
              <a:rPr lang="en-GB" sz="2000" b="1" dirty="0" smtClean="0">
                <a:solidFill>
                  <a:srgbClr val="FF0000"/>
                </a:solidFill>
              </a:rPr>
              <a:t>Step 3 </a:t>
            </a:r>
          </a:p>
          <a:p>
            <a:r>
              <a:rPr lang="en-GB" sz="2000" dirty="0"/>
              <a:t>If you are willing to create a list with numbers, then click the </a:t>
            </a:r>
            <a:r>
              <a:rPr lang="en-GB" sz="2000" b="1" dirty="0"/>
              <a:t>Numbering Button triangle</a:t>
            </a:r>
            <a:r>
              <a:rPr lang="en-GB" sz="2000" dirty="0"/>
              <a:t> instead of the bullet button to display a list of numbers you want to assign to the </a:t>
            </a:r>
            <a:r>
              <a:rPr lang="en-GB" sz="2000" dirty="0" smtClean="0"/>
              <a:t>list.</a:t>
            </a:r>
          </a:p>
        </p:txBody>
      </p:sp>
      <p:pic>
        <p:nvPicPr>
          <p:cNvPr id="27650" name="Picture 2" descr="C:\Users\UCCSMS1\Desktop\images\numbering_lis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692696"/>
            <a:ext cx="6984776" cy="44644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1833688"/>
      </p:ext>
    </p:extLst>
  </p:cSld>
  <p:clrMapOvr>
    <a:masterClrMapping/>
  </p:clrMapOvr>
  <p:transition>
    <p:fad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Create a List as You Type</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r>
              <a:rPr lang="en-GB" sz="2800" b="1" dirty="0">
                <a:solidFill>
                  <a:srgbClr val="FF0000"/>
                </a:solidFill>
              </a:rPr>
              <a:t>Step 1 </a:t>
            </a:r>
            <a:r>
              <a:rPr lang="en-GB" sz="2800" b="1" dirty="0" smtClean="0">
                <a:solidFill>
                  <a:srgbClr val="FF0000"/>
                </a:solidFill>
              </a:rPr>
              <a:t> </a:t>
            </a:r>
          </a:p>
          <a:p>
            <a:pPr algn="just"/>
            <a:r>
              <a:rPr lang="en-GB" sz="2800" dirty="0" smtClean="0"/>
              <a:t>Type </a:t>
            </a:r>
            <a:r>
              <a:rPr lang="en-GB" sz="2800" dirty="0"/>
              <a:t>*, and then either press the SPACEBAR or press the TAB key, and then type the rest of what you want in the first item of the bulleted list..</a:t>
            </a:r>
            <a:endParaRPr lang="en-GB" sz="2800" dirty="0" smtClean="0"/>
          </a:p>
          <a:p>
            <a:pPr marL="0" indent="0" algn="ctr">
              <a:buNone/>
            </a:pPr>
            <a:r>
              <a:rPr lang="en-GB" sz="2800" b="1" dirty="0">
                <a:solidFill>
                  <a:srgbClr val="FF0000"/>
                </a:solidFill>
              </a:rPr>
              <a:t>Step </a:t>
            </a:r>
            <a:r>
              <a:rPr lang="en-GB" sz="2800" b="1" dirty="0" smtClean="0">
                <a:solidFill>
                  <a:srgbClr val="FF0000"/>
                </a:solidFill>
              </a:rPr>
              <a:t>2 </a:t>
            </a:r>
          </a:p>
          <a:p>
            <a:r>
              <a:rPr lang="en-GB" sz="2800" dirty="0"/>
              <a:t>When you are done with typing, press Enter to add the item in the list automatically and go to add next item in the list</a:t>
            </a:r>
            <a:r>
              <a:rPr lang="en-GB" sz="2800" dirty="0" smtClean="0"/>
              <a:t>.</a:t>
            </a:r>
          </a:p>
          <a:p>
            <a:pPr marL="0" indent="0" algn="ctr">
              <a:buNone/>
            </a:pPr>
            <a:r>
              <a:rPr lang="en-GB" sz="2800" dirty="0">
                <a:solidFill>
                  <a:srgbClr val="FF0000"/>
                </a:solidFill>
              </a:rPr>
              <a:t>Step </a:t>
            </a:r>
            <a:r>
              <a:rPr lang="en-GB" sz="2800" dirty="0" smtClean="0">
                <a:solidFill>
                  <a:srgbClr val="FF0000"/>
                </a:solidFill>
              </a:rPr>
              <a:t>3</a:t>
            </a:r>
          </a:p>
          <a:p>
            <a:r>
              <a:rPr lang="en-GB" sz="2800" dirty="0">
                <a:solidFill>
                  <a:srgbClr val="FF0000"/>
                </a:solidFill>
              </a:rPr>
              <a:t> </a:t>
            </a:r>
            <a:r>
              <a:rPr lang="en-GB" sz="2800" dirty="0"/>
              <a:t>Repeat Step 2 for each list item.</a:t>
            </a:r>
          </a:p>
          <a:p>
            <a:endParaRPr lang="en-GB" sz="2800" dirty="0" smtClean="0"/>
          </a:p>
        </p:txBody>
      </p:sp>
    </p:spTree>
    <p:extLst>
      <p:ext uri="{BB962C8B-B14F-4D97-AF65-F5344CB8AC3E}">
        <p14:creationId xmlns:p14="http://schemas.microsoft.com/office/powerpoint/2010/main" val="1976390922"/>
      </p:ext>
    </p:extLst>
  </p:cSld>
  <p:clrMapOvr>
    <a:masterClrMapping/>
  </p:clrMapOvr>
  <p:transition>
    <p:fade/>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Create a List as You Type</a:t>
            </a:r>
            <a:endParaRPr lang="en-US" dirty="0"/>
          </a:p>
        </p:txBody>
      </p:sp>
      <p:pic>
        <p:nvPicPr>
          <p:cNvPr id="28674" name="Picture 2" descr="C:\Users\UCCSMS1\Desktop\images\bullet_list2.jp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539552" y="980728"/>
            <a:ext cx="8208912" cy="5328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2372145"/>
      </p:ext>
    </p:extLst>
  </p:cSld>
  <p:clrMapOvr>
    <a:masterClrMapping/>
  </p:clrMapOvr>
  <p:transition>
    <p:fade/>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Set Line Spacing in Word 2010</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algn="just"/>
            <a:endParaRPr lang="en-GB" sz="2800" dirty="0" smtClean="0"/>
          </a:p>
          <a:p>
            <a:pPr algn="just"/>
            <a:r>
              <a:rPr lang="en-GB" sz="2800" dirty="0" smtClean="0"/>
              <a:t>A </a:t>
            </a:r>
            <a:r>
              <a:rPr lang="en-GB" sz="2800" dirty="0"/>
              <a:t>line spacing is the distance between two lines in a Microsoft Word document</a:t>
            </a:r>
            <a:r>
              <a:rPr lang="en-GB" sz="2800" dirty="0" smtClean="0"/>
              <a:t>.</a:t>
            </a:r>
          </a:p>
          <a:p>
            <a:pPr algn="just"/>
            <a:endParaRPr lang="en-GB" sz="2800" dirty="0"/>
          </a:p>
          <a:p>
            <a:pPr algn="just"/>
            <a:r>
              <a:rPr lang="en-GB" sz="2800" dirty="0"/>
              <a:t>You can increase or decrease this distance as per your requirement by following a few simple steps. </a:t>
            </a:r>
            <a:endParaRPr lang="en-GB" sz="2800" dirty="0" smtClean="0"/>
          </a:p>
        </p:txBody>
      </p:sp>
    </p:spTree>
    <p:extLst>
      <p:ext uri="{BB962C8B-B14F-4D97-AF65-F5344CB8AC3E}">
        <p14:creationId xmlns:p14="http://schemas.microsoft.com/office/powerpoint/2010/main" val="4201960946"/>
      </p:ext>
    </p:extLst>
  </p:cSld>
  <p:clrMapOvr>
    <a:masterClrMapping/>
  </p:clrMapOvr>
  <p:transition>
    <p:fade/>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Spacing between Lines</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r>
              <a:rPr lang="en-GB" sz="2800" b="1" dirty="0">
                <a:solidFill>
                  <a:srgbClr val="FF0000"/>
                </a:solidFill>
              </a:rPr>
              <a:t>Step 1 </a:t>
            </a:r>
            <a:r>
              <a:rPr lang="en-GB" sz="2800" b="1" dirty="0" smtClean="0">
                <a:solidFill>
                  <a:srgbClr val="FF0000"/>
                </a:solidFill>
              </a:rPr>
              <a:t> </a:t>
            </a:r>
          </a:p>
          <a:p>
            <a:pPr algn="just"/>
            <a:r>
              <a:rPr lang="en-GB" sz="2800" dirty="0" smtClean="0"/>
              <a:t>Select </a:t>
            </a:r>
            <a:r>
              <a:rPr lang="en-GB" sz="2800" dirty="0"/>
              <a:t>the paragraph or paragraphs for which you want to define spacing. You can use any of the text selection method to select the paragraph(s</a:t>
            </a:r>
            <a:r>
              <a:rPr lang="en-GB" sz="2800" dirty="0" smtClean="0"/>
              <a:t>).</a:t>
            </a:r>
          </a:p>
          <a:p>
            <a:pPr algn="just"/>
            <a:endParaRPr lang="en-GB" sz="2800" dirty="0"/>
          </a:p>
          <a:p>
            <a:pPr marL="0" indent="0" algn="ctr">
              <a:buNone/>
            </a:pPr>
            <a:r>
              <a:rPr lang="en-GB" sz="2800" b="1" dirty="0">
                <a:solidFill>
                  <a:srgbClr val="FF0000"/>
                </a:solidFill>
              </a:rPr>
              <a:t>Step 2</a:t>
            </a:r>
            <a:endParaRPr lang="en-GB" sz="2800" b="1" dirty="0" smtClean="0">
              <a:solidFill>
                <a:srgbClr val="FF0000"/>
              </a:solidFill>
            </a:endParaRPr>
          </a:p>
          <a:p>
            <a:pPr algn="just"/>
            <a:r>
              <a:rPr lang="en-GB" sz="2800" dirty="0" smtClean="0"/>
              <a:t>Click </a:t>
            </a:r>
            <a:r>
              <a:rPr lang="en-GB" sz="2800" dirty="0"/>
              <a:t>the </a:t>
            </a:r>
            <a:r>
              <a:rPr lang="en-GB" sz="2800" b="1" dirty="0"/>
              <a:t>Line and Paragraph Spacing Button triangle </a:t>
            </a:r>
            <a:r>
              <a:rPr lang="en-GB" sz="2800" dirty="0"/>
              <a:t>to display a list of options to adjust space between the </a:t>
            </a:r>
            <a:r>
              <a:rPr lang="en-GB" sz="2800" dirty="0" smtClean="0"/>
              <a:t>lines.</a:t>
            </a:r>
          </a:p>
          <a:p>
            <a:pPr algn="just"/>
            <a:endParaRPr lang="en-GB" sz="2800" dirty="0"/>
          </a:p>
          <a:p>
            <a:pPr algn="just"/>
            <a:r>
              <a:rPr lang="en-GB" sz="2800" dirty="0" smtClean="0"/>
              <a:t>You </a:t>
            </a:r>
            <a:r>
              <a:rPr lang="en-GB" sz="2800" dirty="0"/>
              <a:t>can select any of the option available by simply clicking over it.</a:t>
            </a:r>
            <a:endParaRPr lang="en-GB" sz="2800" dirty="0" smtClean="0"/>
          </a:p>
        </p:txBody>
      </p:sp>
    </p:spTree>
    <p:extLst>
      <p:ext uri="{BB962C8B-B14F-4D97-AF65-F5344CB8AC3E}">
        <p14:creationId xmlns:p14="http://schemas.microsoft.com/office/powerpoint/2010/main" val="3203490652"/>
      </p:ext>
    </p:extLst>
  </p:cSld>
  <p:clrMapOvr>
    <a:masterClrMapping/>
  </p:clrMapOvr>
  <p:transition>
    <p:fade/>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Spacing between Lines</a:t>
            </a:r>
            <a:endParaRPr lang="en-US" dirty="0"/>
          </a:p>
        </p:txBody>
      </p:sp>
      <p:pic>
        <p:nvPicPr>
          <p:cNvPr id="29698" name="Picture 2" descr="C:\Users\UCCSMS1\Desktop\images\line_spacing.jp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755576" y="764704"/>
            <a:ext cx="7776864" cy="56166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9403847"/>
      </p:ext>
    </p:extLst>
  </p:cSld>
  <p:clrMapOvr>
    <a:masterClrMapping/>
  </p:clrMapOvr>
  <p:transition>
    <p:fade/>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Spacing between Paragraphs</a:t>
            </a:r>
            <a:endParaRPr lang="en-US" dirty="0"/>
          </a:p>
        </p:txBody>
      </p:sp>
      <p:sp>
        <p:nvSpPr>
          <p:cNvPr id="3" name="Content Placeholder 2"/>
          <p:cNvSpPr>
            <a:spLocks noGrp="1"/>
          </p:cNvSpPr>
          <p:nvPr>
            <p:ph idx="1"/>
          </p:nvPr>
        </p:nvSpPr>
        <p:spPr>
          <a:xfrm>
            <a:off x="152400" y="620688"/>
            <a:ext cx="8839200" cy="6048672"/>
          </a:xfrm>
        </p:spPr>
        <p:txBody>
          <a:bodyPr>
            <a:normAutofit fontScale="92500" lnSpcReduction="20000"/>
          </a:bodyPr>
          <a:lstStyle/>
          <a:p>
            <a:pPr marL="0" indent="0" algn="ctr">
              <a:buNone/>
            </a:pPr>
            <a:r>
              <a:rPr lang="en-GB" sz="2800" b="1" dirty="0">
                <a:solidFill>
                  <a:srgbClr val="FF0000"/>
                </a:solidFill>
              </a:rPr>
              <a:t>Step 1 </a:t>
            </a:r>
            <a:r>
              <a:rPr lang="en-GB" sz="2800" b="1" dirty="0" smtClean="0">
                <a:solidFill>
                  <a:srgbClr val="FF0000"/>
                </a:solidFill>
              </a:rPr>
              <a:t> </a:t>
            </a:r>
          </a:p>
          <a:p>
            <a:pPr algn="just"/>
            <a:r>
              <a:rPr lang="en-GB" sz="2800" dirty="0"/>
              <a:t>Select the paragraph or paragraphs for which you want to define spacing </a:t>
            </a:r>
          </a:p>
          <a:p>
            <a:pPr marL="0" indent="0" algn="just">
              <a:buNone/>
            </a:pPr>
            <a:endParaRPr lang="en-GB" sz="2800" dirty="0" smtClean="0"/>
          </a:p>
          <a:p>
            <a:pPr algn="just"/>
            <a:r>
              <a:rPr lang="en-GB" sz="2800" dirty="0"/>
              <a:t>C</a:t>
            </a:r>
            <a:r>
              <a:rPr lang="en-GB" sz="2800" dirty="0" smtClean="0"/>
              <a:t>lick </a:t>
            </a:r>
            <a:r>
              <a:rPr lang="en-GB" sz="2800" dirty="0"/>
              <a:t>the </a:t>
            </a:r>
            <a:r>
              <a:rPr lang="en-GB" sz="2800" b="1" dirty="0"/>
              <a:t>Paragraph Dialog Box launcher </a:t>
            </a:r>
            <a:r>
              <a:rPr lang="en-GB" sz="2800" dirty="0"/>
              <a:t>available on the Home </a:t>
            </a:r>
            <a:r>
              <a:rPr lang="en-GB" sz="2800" dirty="0" smtClean="0"/>
              <a:t>tab.</a:t>
            </a:r>
          </a:p>
          <a:p>
            <a:pPr algn="just"/>
            <a:endParaRPr lang="en-GB" sz="2800" dirty="0"/>
          </a:p>
          <a:p>
            <a:pPr marL="0" indent="0" algn="ctr">
              <a:buNone/>
            </a:pPr>
            <a:r>
              <a:rPr lang="en-GB" sz="2800" b="1" dirty="0">
                <a:solidFill>
                  <a:srgbClr val="FF0000"/>
                </a:solidFill>
              </a:rPr>
              <a:t>Step 2</a:t>
            </a:r>
            <a:endParaRPr lang="en-GB" sz="2800" b="1" dirty="0" smtClean="0">
              <a:solidFill>
                <a:srgbClr val="FF0000"/>
              </a:solidFill>
            </a:endParaRPr>
          </a:p>
          <a:p>
            <a:pPr algn="just"/>
            <a:r>
              <a:rPr lang="en-GB" sz="2800" dirty="0"/>
              <a:t>Click the </a:t>
            </a:r>
            <a:r>
              <a:rPr lang="en-GB" sz="2800" b="1" dirty="0"/>
              <a:t>Before spinner to increase or decrease </a:t>
            </a:r>
            <a:r>
              <a:rPr lang="en-GB" sz="2800" dirty="0"/>
              <a:t>the space before the selected </a:t>
            </a:r>
            <a:r>
              <a:rPr lang="en-GB" sz="2800" dirty="0" smtClean="0"/>
              <a:t>paragraph.</a:t>
            </a:r>
          </a:p>
          <a:p>
            <a:pPr algn="just"/>
            <a:endParaRPr lang="en-GB" sz="2800" dirty="0" smtClean="0"/>
          </a:p>
          <a:p>
            <a:pPr algn="just"/>
            <a:r>
              <a:rPr lang="en-GB" sz="2800" dirty="0" smtClean="0"/>
              <a:t>Click </a:t>
            </a:r>
            <a:r>
              <a:rPr lang="en-GB" sz="2800" dirty="0"/>
              <a:t>the </a:t>
            </a:r>
            <a:r>
              <a:rPr lang="en-GB" sz="2800" b="1" dirty="0"/>
              <a:t>After spinner to increase or decrease </a:t>
            </a:r>
            <a:r>
              <a:rPr lang="en-GB" sz="2800" dirty="0"/>
              <a:t>the space after the selected paragraph.</a:t>
            </a:r>
            <a:endParaRPr lang="en-GB" sz="2800" dirty="0" smtClean="0"/>
          </a:p>
          <a:p>
            <a:pPr algn="just"/>
            <a:endParaRPr lang="en-GB" sz="2800" dirty="0"/>
          </a:p>
          <a:p>
            <a:pPr algn="just"/>
            <a:r>
              <a:rPr lang="en-GB" sz="2800" dirty="0"/>
              <a:t>click the OK button to apply the changes..</a:t>
            </a:r>
            <a:endParaRPr lang="en-GB" sz="2800" dirty="0" smtClean="0"/>
          </a:p>
        </p:txBody>
      </p:sp>
    </p:spTree>
    <p:extLst>
      <p:ext uri="{BB962C8B-B14F-4D97-AF65-F5344CB8AC3E}">
        <p14:creationId xmlns:p14="http://schemas.microsoft.com/office/powerpoint/2010/main" val="2759457498"/>
      </p:ext>
    </p:extLst>
  </p:cSld>
  <p:clrMapOvr>
    <a:masterClrMapping/>
  </p:clrMapOvr>
  <p:transition>
    <p:fade/>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Spacing between Paragraphs</a:t>
            </a:r>
            <a:endParaRPr lang="en-US" dirty="0"/>
          </a:p>
        </p:txBody>
      </p:sp>
      <p:pic>
        <p:nvPicPr>
          <p:cNvPr id="30722" name="Picture 2" descr="C:\Users\UCCSMS1\Desktop\images\paragraph_spacing.jp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95536" y="764705"/>
            <a:ext cx="8352928" cy="5760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9902148"/>
      </p:ext>
    </p:extLst>
  </p:cSld>
  <p:clrMapOvr>
    <a:masterClrMapping/>
  </p:clrMapOvr>
  <p:transition>
    <p:fade/>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Borders and Shades in Word 2010</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marL="0" indent="0">
              <a:buNone/>
            </a:pPr>
            <a:r>
              <a:rPr lang="en-GB" sz="2800" b="1" dirty="0" smtClean="0">
                <a:solidFill>
                  <a:srgbClr val="FF0000"/>
                </a:solidFill>
              </a:rPr>
              <a:t>  </a:t>
            </a:r>
          </a:p>
          <a:p>
            <a:pPr algn="just"/>
            <a:r>
              <a:rPr lang="en-GB" sz="2800" dirty="0"/>
              <a:t>Microsoft Word allows you to place a border on any or all of the four sides of selected text, paragraphs, and pages</a:t>
            </a:r>
            <a:r>
              <a:rPr lang="en-GB" sz="2800" dirty="0" smtClean="0"/>
              <a:t>.</a:t>
            </a:r>
          </a:p>
          <a:p>
            <a:pPr algn="just"/>
            <a:endParaRPr lang="en-GB" sz="2800" dirty="0"/>
          </a:p>
          <a:p>
            <a:pPr algn="just"/>
            <a:r>
              <a:rPr lang="en-GB" sz="2800" dirty="0"/>
              <a:t>You can also add different shades to the space occupied by the selected text, paragraphs, and pages. </a:t>
            </a:r>
            <a:endParaRPr lang="en-GB" sz="2800" dirty="0" smtClean="0"/>
          </a:p>
        </p:txBody>
      </p:sp>
    </p:spTree>
    <p:extLst>
      <p:ext uri="{BB962C8B-B14F-4D97-AF65-F5344CB8AC3E}">
        <p14:creationId xmlns:p14="http://schemas.microsoft.com/office/powerpoint/2010/main" val="48321806"/>
      </p:ext>
    </p:extLst>
  </p:cSld>
  <p:clrMapOvr>
    <a:masterClrMapping/>
  </p:clrMapOvr>
  <p:transition>
    <p:fade/>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Add Borders to Text</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r>
              <a:rPr lang="en-GB" sz="2800" b="1" dirty="0">
                <a:solidFill>
                  <a:srgbClr val="FF0000"/>
                </a:solidFill>
              </a:rPr>
              <a:t>Step 1 </a:t>
            </a:r>
            <a:r>
              <a:rPr lang="en-GB" sz="2800" b="1" dirty="0" smtClean="0">
                <a:solidFill>
                  <a:srgbClr val="FF0000"/>
                </a:solidFill>
              </a:rPr>
              <a:t> </a:t>
            </a:r>
          </a:p>
          <a:p>
            <a:pPr algn="just"/>
            <a:r>
              <a:rPr lang="en-GB" sz="2800" dirty="0"/>
              <a:t> Select the portion of text or paragraph to which you want to add border. You can use any of the text selection method to select the paragraph(s). </a:t>
            </a:r>
            <a:endParaRPr lang="en-GB" sz="2800" dirty="0" smtClean="0"/>
          </a:p>
          <a:p>
            <a:pPr algn="just"/>
            <a:endParaRPr lang="en-GB" sz="2800" dirty="0"/>
          </a:p>
          <a:p>
            <a:pPr marL="0" indent="0" algn="ctr">
              <a:buNone/>
            </a:pPr>
            <a:r>
              <a:rPr lang="en-GB" sz="2800" b="1" dirty="0">
                <a:solidFill>
                  <a:srgbClr val="FF0000"/>
                </a:solidFill>
              </a:rPr>
              <a:t>Step 2</a:t>
            </a:r>
            <a:endParaRPr lang="en-GB" sz="2800" b="1" dirty="0" smtClean="0">
              <a:solidFill>
                <a:srgbClr val="FF0000"/>
              </a:solidFill>
            </a:endParaRPr>
          </a:p>
          <a:p>
            <a:pPr algn="just"/>
            <a:r>
              <a:rPr lang="en-GB" sz="2800" dirty="0" smtClean="0"/>
              <a:t>Click the </a:t>
            </a:r>
            <a:r>
              <a:rPr lang="en-GB" sz="2800" b="1" dirty="0" smtClean="0"/>
              <a:t>Border Button</a:t>
            </a:r>
            <a:r>
              <a:rPr lang="en-GB" sz="2800" dirty="0" smtClean="0"/>
              <a:t> to display a list of options to put a border around the selected text or paragraph.</a:t>
            </a:r>
          </a:p>
          <a:p>
            <a:pPr algn="just"/>
            <a:endParaRPr lang="en-GB" sz="2800" dirty="0"/>
          </a:p>
          <a:p>
            <a:pPr algn="just"/>
            <a:r>
              <a:rPr lang="en-GB" sz="2800" dirty="0"/>
              <a:t>You can select any of the option available by simply clicking over it.</a:t>
            </a:r>
            <a:endParaRPr lang="en-GB" sz="2800" dirty="0" smtClean="0"/>
          </a:p>
        </p:txBody>
      </p:sp>
    </p:spTree>
    <p:extLst>
      <p:ext uri="{BB962C8B-B14F-4D97-AF65-F5344CB8AC3E}">
        <p14:creationId xmlns:p14="http://schemas.microsoft.com/office/powerpoint/2010/main" val="2784133486"/>
      </p:ext>
    </p:extLst>
  </p:cSld>
  <p:clrMapOvr>
    <a:masterClrMapping/>
  </p:clrMapOvr>
  <p:transition>
    <p:fade/>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Add Borders to Text</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algn="just"/>
            <a:endParaRPr lang="en-GB" sz="2800" dirty="0" smtClean="0"/>
          </a:p>
          <a:p>
            <a:pPr algn="just"/>
            <a:endParaRPr lang="en-GB" sz="2800" dirty="0"/>
          </a:p>
          <a:p>
            <a:pPr algn="just"/>
            <a:endParaRPr lang="en-GB" sz="2800" dirty="0" smtClean="0"/>
          </a:p>
          <a:p>
            <a:pPr algn="just"/>
            <a:endParaRPr lang="en-GB" sz="2800" dirty="0"/>
          </a:p>
          <a:p>
            <a:pPr algn="just"/>
            <a:endParaRPr lang="en-GB" sz="2800" dirty="0"/>
          </a:p>
          <a:p>
            <a:pPr marL="0" indent="0" algn="ctr">
              <a:buNone/>
            </a:pPr>
            <a:endParaRPr lang="en-GB" sz="2800" b="1" dirty="0" smtClean="0">
              <a:solidFill>
                <a:srgbClr val="FF0000"/>
              </a:solidFill>
            </a:endParaRPr>
          </a:p>
          <a:p>
            <a:pPr marL="0" indent="0" algn="ctr">
              <a:buNone/>
            </a:pPr>
            <a:endParaRPr lang="en-GB" sz="2800" b="1" dirty="0" smtClean="0">
              <a:solidFill>
                <a:srgbClr val="FF0000"/>
              </a:solidFill>
            </a:endParaRPr>
          </a:p>
          <a:p>
            <a:pPr marL="0" indent="0" algn="ctr">
              <a:buNone/>
            </a:pPr>
            <a:endParaRPr lang="en-GB" sz="2800" b="1" dirty="0" smtClean="0">
              <a:solidFill>
                <a:srgbClr val="FF0000"/>
              </a:solidFill>
            </a:endParaRPr>
          </a:p>
          <a:p>
            <a:pPr marL="0" indent="0" algn="ctr">
              <a:buNone/>
            </a:pPr>
            <a:endParaRPr lang="en-GB" sz="2400" b="1" dirty="0" smtClean="0">
              <a:solidFill>
                <a:srgbClr val="FF0000"/>
              </a:solidFill>
            </a:endParaRPr>
          </a:p>
          <a:p>
            <a:pPr marL="0" indent="0" algn="ctr">
              <a:buNone/>
            </a:pPr>
            <a:r>
              <a:rPr lang="en-GB" sz="2400" b="1" dirty="0" smtClean="0">
                <a:solidFill>
                  <a:srgbClr val="FF0000"/>
                </a:solidFill>
              </a:rPr>
              <a:t>Step 3</a:t>
            </a:r>
          </a:p>
          <a:p>
            <a:pPr algn="just"/>
            <a:r>
              <a:rPr lang="en-GB" sz="2400" dirty="0"/>
              <a:t>Try to add different borders like left, right top or bottom by selecting different options from the border options.</a:t>
            </a:r>
            <a:endParaRPr lang="en-GB" sz="2400" dirty="0" smtClean="0"/>
          </a:p>
        </p:txBody>
      </p:sp>
      <p:pic>
        <p:nvPicPr>
          <p:cNvPr id="31746" name="Picture 2" descr="C:\Users\UCCSMS1\Desktop\images\text_border.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620688"/>
            <a:ext cx="7920880" cy="43924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6093230"/>
      </p:ext>
    </p:extLst>
  </p:cSld>
  <p:clrMapOvr>
    <a:masterClrMapping/>
  </p:clrMapOvr>
  <p:transition>
    <p:fade/>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Add Borders to Text</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algn="just"/>
            <a:endParaRPr lang="en-GB" sz="2800" dirty="0" smtClean="0"/>
          </a:p>
          <a:p>
            <a:pPr algn="just"/>
            <a:endParaRPr lang="en-GB" sz="2800" dirty="0"/>
          </a:p>
          <a:p>
            <a:pPr algn="just"/>
            <a:endParaRPr lang="en-GB" sz="2800" dirty="0" smtClean="0"/>
          </a:p>
          <a:p>
            <a:pPr algn="just"/>
            <a:endParaRPr lang="en-GB" sz="2800" dirty="0"/>
          </a:p>
          <a:p>
            <a:pPr algn="just"/>
            <a:endParaRPr lang="en-GB" sz="2800" dirty="0"/>
          </a:p>
          <a:p>
            <a:pPr marL="0" indent="0" algn="ctr">
              <a:buNone/>
            </a:pPr>
            <a:endParaRPr lang="en-GB" sz="2800" b="1" dirty="0" smtClean="0">
              <a:solidFill>
                <a:srgbClr val="FF0000"/>
              </a:solidFill>
            </a:endParaRPr>
          </a:p>
          <a:p>
            <a:pPr marL="0" indent="0" algn="ctr">
              <a:buNone/>
            </a:pPr>
            <a:endParaRPr lang="en-GB" sz="2800" b="1" dirty="0" smtClean="0">
              <a:solidFill>
                <a:srgbClr val="FF0000"/>
              </a:solidFill>
            </a:endParaRPr>
          </a:p>
          <a:p>
            <a:pPr marL="0" indent="0" algn="ctr">
              <a:buNone/>
            </a:pPr>
            <a:endParaRPr lang="en-GB" sz="2800" b="1" dirty="0" smtClean="0">
              <a:solidFill>
                <a:srgbClr val="FF0000"/>
              </a:solidFill>
            </a:endParaRPr>
          </a:p>
          <a:p>
            <a:pPr marL="0" indent="0" algn="ctr">
              <a:buNone/>
            </a:pPr>
            <a:endParaRPr lang="en-GB" sz="2400" b="1" dirty="0" smtClean="0">
              <a:solidFill>
                <a:srgbClr val="FF0000"/>
              </a:solidFill>
            </a:endParaRPr>
          </a:p>
          <a:p>
            <a:pPr marL="0" indent="0" algn="ctr">
              <a:buNone/>
            </a:pPr>
            <a:r>
              <a:rPr lang="en-GB" sz="2400" b="1" dirty="0" smtClean="0">
                <a:solidFill>
                  <a:srgbClr val="FF0000"/>
                </a:solidFill>
              </a:rPr>
              <a:t>Step 4</a:t>
            </a:r>
          </a:p>
          <a:p>
            <a:pPr algn="just"/>
            <a:r>
              <a:rPr lang="en-GB" sz="2400" dirty="0"/>
              <a:t>To delete the existing border, simply select the No Border option from the border </a:t>
            </a:r>
            <a:r>
              <a:rPr lang="en-GB" sz="2400" dirty="0" smtClean="0"/>
              <a:t>options.</a:t>
            </a:r>
          </a:p>
        </p:txBody>
      </p:sp>
      <p:pic>
        <p:nvPicPr>
          <p:cNvPr id="32770" name="Picture 2" descr="C:\Users\UCCSMS1\Desktop\images\text_border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692696"/>
            <a:ext cx="7992888" cy="44644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9857033"/>
      </p:ext>
    </p:extLst>
  </p:cSld>
  <p:clrMapOvr>
    <a:masterClrMapping/>
  </p:clrMapOvr>
  <p:transition>
    <p:fade/>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Add Borders to Page</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r>
              <a:rPr lang="en-GB" sz="2800" b="1" dirty="0">
                <a:solidFill>
                  <a:srgbClr val="FF0000"/>
                </a:solidFill>
              </a:rPr>
              <a:t>Step 1 </a:t>
            </a:r>
            <a:endParaRPr lang="en-GB" sz="2800" b="1" dirty="0" smtClean="0">
              <a:solidFill>
                <a:srgbClr val="FF0000"/>
              </a:solidFill>
            </a:endParaRPr>
          </a:p>
          <a:p>
            <a:pPr algn="just"/>
            <a:r>
              <a:rPr lang="en-GB" sz="2800" dirty="0" smtClean="0"/>
              <a:t>Click </a:t>
            </a:r>
            <a:r>
              <a:rPr lang="en-GB" sz="2800" dirty="0"/>
              <a:t>the </a:t>
            </a:r>
            <a:r>
              <a:rPr lang="en-GB" sz="2800" b="1" dirty="0"/>
              <a:t>Border Button </a:t>
            </a:r>
            <a:r>
              <a:rPr lang="en-GB" sz="2800" dirty="0"/>
              <a:t>to display a list of options to put a border. </a:t>
            </a:r>
            <a:endParaRPr lang="en-GB" sz="2800" dirty="0" smtClean="0"/>
          </a:p>
          <a:p>
            <a:pPr algn="just"/>
            <a:endParaRPr lang="en-GB" sz="2800" dirty="0" smtClean="0"/>
          </a:p>
          <a:p>
            <a:pPr algn="just"/>
            <a:r>
              <a:rPr lang="en-GB" sz="2800" dirty="0" smtClean="0"/>
              <a:t>Select </a:t>
            </a:r>
            <a:r>
              <a:rPr lang="en-GB" sz="2800" dirty="0"/>
              <a:t>the </a:t>
            </a:r>
            <a:r>
              <a:rPr lang="en-GB" sz="2800" b="1" dirty="0"/>
              <a:t>Border and Shading option </a:t>
            </a:r>
            <a:r>
              <a:rPr lang="en-GB" sz="2800" dirty="0"/>
              <a:t>available at the bottom of the list of options as shown in the </a:t>
            </a:r>
            <a:r>
              <a:rPr lang="en-GB" sz="2800" dirty="0" smtClean="0"/>
              <a:t> </a:t>
            </a:r>
            <a:r>
              <a:rPr lang="en-GB" sz="2800" dirty="0"/>
              <a:t>screenshot</a:t>
            </a:r>
            <a:r>
              <a:rPr lang="en-GB" sz="2800" dirty="0" smtClean="0"/>
              <a:t>.</a:t>
            </a:r>
          </a:p>
          <a:p>
            <a:pPr algn="just"/>
            <a:endParaRPr lang="en-GB" sz="2800" dirty="0"/>
          </a:p>
          <a:p>
            <a:pPr algn="just"/>
            <a:r>
              <a:rPr lang="en-GB" sz="2800" dirty="0"/>
              <a:t> This will display a </a:t>
            </a:r>
            <a:r>
              <a:rPr lang="en-GB" sz="2800" b="1" dirty="0"/>
              <a:t>Border and Shading dialog box</a:t>
            </a:r>
            <a:r>
              <a:rPr lang="en-GB" sz="2800" dirty="0"/>
              <a:t>.</a:t>
            </a:r>
            <a:endParaRPr lang="en-GB" sz="2800" dirty="0" smtClean="0"/>
          </a:p>
          <a:p>
            <a:pPr algn="just"/>
            <a:endParaRPr lang="en-GB" sz="2800" dirty="0"/>
          </a:p>
          <a:p>
            <a:pPr algn="just"/>
            <a:endParaRPr lang="en-GB" sz="2800" dirty="0" smtClean="0"/>
          </a:p>
        </p:txBody>
      </p:sp>
    </p:spTree>
    <p:extLst>
      <p:ext uri="{BB962C8B-B14F-4D97-AF65-F5344CB8AC3E}">
        <p14:creationId xmlns:p14="http://schemas.microsoft.com/office/powerpoint/2010/main" val="144628438"/>
      </p:ext>
    </p:extLst>
  </p:cSld>
  <p:clrMapOvr>
    <a:masterClrMapping/>
  </p:clrMapOvr>
  <p:transition>
    <p:fade/>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Add Borders to Page</a:t>
            </a:r>
            <a:endParaRPr lang="en-US" dirty="0"/>
          </a:p>
        </p:txBody>
      </p:sp>
      <p:sp>
        <p:nvSpPr>
          <p:cNvPr id="3" name="Content Placeholder 2"/>
          <p:cNvSpPr>
            <a:spLocks noGrp="1"/>
          </p:cNvSpPr>
          <p:nvPr>
            <p:ph idx="1"/>
          </p:nvPr>
        </p:nvSpPr>
        <p:spPr>
          <a:xfrm>
            <a:off x="152400" y="620688"/>
            <a:ext cx="8839200" cy="6048672"/>
          </a:xfrm>
        </p:spPr>
        <p:txBody>
          <a:bodyPr>
            <a:normAutofit lnSpcReduction="10000"/>
          </a:bodyPr>
          <a:lstStyle/>
          <a:p>
            <a:pPr marL="0" indent="0" algn="ctr">
              <a:buNone/>
            </a:pPr>
            <a:endParaRPr lang="en-GB" sz="2800" b="1" dirty="0" smtClean="0">
              <a:solidFill>
                <a:srgbClr val="FF0000"/>
              </a:solidFill>
            </a:endParaRPr>
          </a:p>
          <a:p>
            <a:pPr marL="0" indent="0" algn="ctr">
              <a:buNone/>
            </a:pPr>
            <a:endParaRPr lang="en-GB" sz="2800" b="1" dirty="0">
              <a:solidFill>
                <a:srgbClr val="FF0000"/>
              </a:solidFill>
            </a:endParaRPr>
          </a:p>
          <a:p>
            <a:pPr marL="0" indent="0" algn="ctr">
              <a:buNone/>
            </a:pPr>
            <a:endParaRPr lang="en-GB" sz="2800" b="1" dirty="0" smtClean="0">
              <a:solidFill>
                <a:srgbClr val="FF0000"/>
              </a:solidFill>
            </a:endParaRPr>
          </a:p>
          <a:p>
            <a:pPr marL="0" indent="0" algn="ctr">
              <a:buNone/>
            </a:pPr>
            <a:endParaRPr lang="en-GB" sz="2800" b="1" dirty="0" smtClean="0">
              <a:solidFill>
                <a:srgbClr val="FF0000"/>
              </a:solidFill>
            </a:endParaRPr>
          </a:p>
          <a:p>
            <a:pPr marL="0" indent="0" algn="ctr">
              <a:buNone/>
            </a:pPr>
            <a:endParaRPr lang="en-GB" sz="2800" b="1" dirty="0">
              <a:solidFill>
                <a:srgbClr val="FF0000"/>
              </a:solidFill>
            </a:endParaRPr>
          </a:p>
          <a:p>
            <a:pPr marL="0" indent="0" algn="ctr">
              <a:buNone/>
            </a:pPr>
            <a:endParaRPr lang="en-GB" sz="2800" b="1" dirty="0" smtClean="0">
              <a:solidFill>
                <a:srgbClr val="FF0000"/>
              </a:solidFill>
            </a:endParaRPr>
          </a:p>
          <a:p>
            <a:pPr marL="0" indent="0" algn="ctr">
              <a:buNone/>
            </a:pPr>
            <a:endParaRPr lang="en-GB" sz="2800" b="1" dirty="0">
              <a:solidFill>
                <a:srgbClr val="FF0000"/>
              </a:solidFill>
            </a:endParaRPr>
          </a:p>
          <a:p>
            <a:pPr marL="0" indent="0" algn="ctr">
              <a:buNone/>
            </a:pPr>
            <a:endParaRPr lang="en-GB" sz="2800" b="1" dirty="0" smtClean="0">
              <a:solidFill>
                <a:srgbClr val="FF0000"/>
              </a:solidFill>
            </a:endParaRPr>
          </a:p>
          <a:p>
            <a:pPr marL="0" indent="0" algn="ctr">
              <a:buNone/>
            </a:pPr>
            <a:endParaRPr lang="en-GB" sz="2800" b="1" dirty="0" smtClean="0">
              <a:solidFill>
                <a:srgbClr val="FF0000"/>
              </a:solidFill>
            </a:endParaRPr>
          </a:p>
          <a:p>
            <a:pPr marL="0" indent="0" algn="ctr">
              <a:buNone/>
            </a:pPr>
            <a:r>
              <a:rPr lang="en-GB" sz="2200" b="1" dirty="0" smtClean="0">
                <a:solidFill>
                  <a:srgbClr val="FF0000"/>
                </a:solidFill>
              </a:rPr>
              <a:t>Step </a:t>
            </a:r>
            <a:r>
              <a:rPr lang="en-GB" sz="2200" b="1" dirty="0">
                <a:solidFill>
                  <a:srgbClr val="FF0000"/>
                </a:solidFill>
              </a:rPr>
              <a:t>2</a:t>
            </a:r>
            <a:endParaRPr lang="en-GB" sz="2200" b="1" dirty="0" smtClean="0">
              <a:solidFill>
                <a:srgbClr val="FF0000"/>
              </a:solidFill>
            </a:endParaRPr>
          </a:p>
          <a:p>
            <a:pPr algn="just"/>
            <a:r>
              <a:rPr lang="en-GB" sz="2200" dirty="0"/>
              <a:t>Click the Page Border tab which will display a list of border settings, styles and options whether this border should be applied to the whole document or just one page or the first page.. </a:t>
            </a:r>
            <a:endParaRPr lang="en-GB" sz="2200" dirty="0" smtClean="0"/>
          </a:p>
          <a:p>
            <a:pPr algn="just"/>
            <a:endParaRPr lang="en-GB" sz="2800" dirty="0" smtClean="0"/>
          </a:p>
          <a:p>
            <a:pPr algn="just"/>
            <a:endParaRPr lang="en-GB" sz="2800" dirty="0"/>
          </a:p>
          <a:p>
            <a:pPr algn="just"/>
            <a:endParaRPr lang="en-GB" sz="2800" dirty="0" smtClean="0"/>
          </a:p>
        </p:txBody>
      </p:sp>
      <p:pic>
        <p:nvPicPr>
          <p:cNvPr id="33794" name="Picture 2" descr="C:\Users\UCCSMS1\Desktop\images\borders_shading.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548680"/>
            <a:ext cx="7920880" cy="41764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3835004"/>
      </p:ext>
    </p:extLst>
  </p:cSld>
  <p:clrMapOvr>
    <a:masterClrMapping/>
  </p:clrMapOvr>
  <p:transition>
    <p:fade/>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Add Borders to Page</a:t>
            </a:r>
            <a:endParaRPr lang="en-US" dirty="0"/>
          </a:p>
        </p:txBody>
      </p:sp>
      <p:sp>
        <p:nvSpPr>
          <p:cNvPr id="3" name="Content Placeholder 2"/>
          <p:cNvSpPr>
            <a:spLocks noGrp="1"/>
          </p:cNvSpPr>
          <p:nvPr>
            <p:ph idx="1"/>
          </p:nvPr>
        </p:nvSpPr>
        <p:spPr>
          <a:xfrm>
            <a:off x="107504" y="476672"/>
            <a:ext cx="8928992" cy="6381328"/>
          </a:xfrm>
        </p:spPr>
        <p:txBody>
          <a:bodyPr>
            <a:normAutofit/>
          </a:bodyPr>
          <a:lstStyle/>
          <a:p>
            <a:pPr marL="0" indent="0" algn="ctr">
              <a:buNone/>
            </a:pPr>
            <a:r>
              <a:rPr lang="en-GB" sz="2200" b="1" dirty="0" smtClean="0">
                <a:solidFill>
                  <a:srgbClr val="FF0000"/>
                </a:solidFill>
              </a:rPr>
              <a:t>Step 3</a:t>
            </a:r>
          </a:p>
          <a:p>
            <a:pPr algn="just"/>
            <a:r>
              <a:rPr lang="en-GB" sz="2000" dirty="0"/>
              <a:t>You can use the </a:t>
            </a:r>
            <a:r>
              <a:rPr lang="en-GB" sz="2000" b="1" dirty="0"/>
              <a:t>Preview section </a:t>
            </a:r>
            <a:r>
              <a:rPr lang="en-GB" sz="2000" dirty="0"/>
              <a:t>to disable or enable left, right, top or bottom borders of the page. Follow the instruction given in the preview section itself.</a:t>
            </a:r>
          </a:p>
          <a:p>
            <a:pPr marL="0" indent="0" algn="ctr">
              <a:buNone/>
            </a:pPr>
            <a:r>
              <a:rPr lang="en-GB" sz="2000" b="1" dirty="0">
                <a:solidFill>
                  <a:srgbClr val="FF0000"/>
                </a:solidFill>
              </a:rPr>
              <a:t>Step </a:t>
            </a:r>
            <a:r>
              <a:rPr lang="en-GB" sz="2000" b="1" dirty="0" smtClean="0">
                <a:solidFill>
                  <a:srgbClr val="FF0000"/>
                </a:solidFill>
              </a:rPr>
              <a:t>4</a:t>
            </a:r>
            <a:endParaRPr lang="en-GB" sz="2000" b="1" dirty="0">
              <a:solidFill>
                <a:srgbClr val="FF0000"/>
              </a:solidFill>
            </a:endParaRPr>
          </a:p>
          <a:p>
            <a:pPr algn="just"/>
            <a:r>
              <a:rPr lang="en-GB" sz="2000" dirty="0"/>
              <a:t>You can customize your border by setting its </a:t>
            </a:r>
            <a:r>
              <a:rPr lang="en-GB" sz="2000" dirty="0" smtClean="0"/>
              <a:t>colour</a:t>
            </a:r>
            <a:r>
              <a:rPr lang="en-GB" sz="2000" dirty="0"/>
              <a:t>, width by using different art available under the style </a:t>
            </a:r>
            <a:r>
              <a:rPr lang="en-GB" sz="2000" dirty="0" smtClean="0"/>
              <a:t>section.</a:t>
            </a:r>
            <a:endParaRPr lang="en-GB" sz="2000" dirty="0"/>
          </a:p>
          <a:p>
            <a:pPr algn="just"/>
            <a:endParaRPr lang="en-GB" sz="2000" dirty="0" smtClean="0"/>
          </a:p>
        </p:txBody>
      </p:sp>
      <p:pic>
        <p:nvPicPr>
          <p:cNvPr id="34818" name="Picture 2" descr="C:\Users\UCCSMS1\Desktop\images\stylish_page_border.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2636912"/>
            <a:ext cx="6552728" cy="41044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6983371"/>
      </p:ext>
    </p:extLst>
  </p:cSld>
  <p:clrMapOvr>
    <a:masterClrMapping/>
  </p:clrMapOvr>
  <p:transition>
    <p:fade/>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Add Borders to Page</a:t>
            </a:r>
            <a:endParaRPr lang="en-US" dirty="0"/>
          </a:p>
        </p:txBody>
      </p:sp>
      <p:pic>
        <p:nvPicPr>
          <p:cNvPr id="35842" name="Picture 2" descr="C:\Users\UCCSMS1\Desktop\images\page_border.jp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95536" y="980728"/>
            <a:ext cx="8136904" cy="55446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6730773"/>
      </p:ext>
    </p:extLst>
  </p:cSld>
  <p:clrMapOvr>
    <a:masterClrMapping/>
  </p:clrMapOvr>
  <p:transition>
    <p:fade/>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Add Shades to Text</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r>
              <a:rPr lang="en-GB" sz="2800" b="1" dirty="0">
                <a:solidFill>
                  <a:srgbClr val="FF0000"/>
                </a:solidFill>
              </a:rPr>
              <a:t>Step 1 </a:t>
            </a:r>
            <a:endParaRPr lang="en-GB" sz="2800" b="1" dirty="0" smtClean="0">
              <a:solidFill>
                <a:srgbClr val="FF0000"/>
              </a:solidFill>
            </a:endParaRPr>
          </a:p>
          <a:p>
            <a:pPr algn="just"/>
            <a:r>
              <a:rPr lang="en-GB" sz="2400" dirty="0"/>
              <a:t>Click the Border Button to display a list of options to put a border. </a:t>
            </a:r>
            <a:endParaRPr lang="en-GB" sz="2400" dirty="0" smtClean="0"/>
          </a:p>
          <a:p>
            <a:pPr algn="just"/>
            <a:r>
              <a:rPr lang="en-GB" sz="2400" dirty="0" smtClean="0"/>
              <a:t>Select </a:t>
            </a:r>
            <a:r>
              <a:rPr lang="en-GB" sz="2400" dirty="0"/>
              <a:t>the Border and Shading option available at the bottom of the list of options as shown in the </a:t>
            </a:r>
            <a:r>
              <a:rPr lang="en-GB" sz="2400" dirty="0" smtClean="0"/>
              <a:t> </a:t>
            </a:r>
            <a:r>
              <a:rPr lang="en-GB" sz="2400" dirty="0"/>
              <a:t>screenshot</a:t>
            </a:r>
            <a:r>
              <a:rPr lang="en-GB" sz="2400" dirty="0" smtClean="0"/>
              <a:t>.</a:t>
            </a:r>
          </a:p>
          <a:p>
            <a:pPr algn="just"/>
            <a:endParaRPr lang="en-GB" sz="2800" dirty="0" smtClean="0"/>
          </a:p>
        </p:txBody>
      </p:sp>
      <p:pic>
        <p:nvPicPr>
          <p:cNvPr id="36866" name="Picture 2" descr="C:\Users\UCCSMS1\Desktop\images\text_shading.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2564904"/>
            <a:ext cx="6984776" cy="42836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1178699"/>
      </p:ext>
    </p:extLst>
  </p:cSld>
  <p:clrMapOvr>
    <a:masterClrMapping/>
  </p:clrMapOvr>
  <p:transition>
    <p:fade/>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Add Shades to Text</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r>
              <a:rPr lang="en-GB" sz="2800" b="1" dirty="0">
                <a:solidFill>
                  <a:srgbClr val="FF0000"/>
                </a:solidFill>
              </a:rPr>
              <a:t>Step </a:t>
            </a:r>
            <a:r>
              <a:rPr lang="en-GB" sz="2800" b="1" dirty="0" smtClean="0">
                <a:solidFill>
                  <a:srgbClr val="FF0000"/>
                </a:solidFill>
              </a:rPr>
              <a:t>2 </a:t>
            </a:r>
          </a:p>
          <a:p>
            <a:pPr algn="just"/>
            <a:r>
              <a:rPr lang="en-GB" sz="2400" dirty="0"/>
              <a:t>Click the Shading tab; this tab will display the options to select fill, </a:t>
            </a:r>
            <a:r>
              <a:rPr lang="en-GB" sz="2400" dirty="0" smtClean="0"/>
              <a:t>colour </a:t>
            </a:r>
            <a:r>
              <a:rPr lang="en-GB" sz="2400" dirty="0"/>
              <a:t>and style and whether this border should be applied to a paragraph or a portion of text.</a:t>
            </a:r>
            <a:endParaRPr lang="en-GB" sz="2400" dirty="0" smtClean="0"/>
          </a:p>
          <a:p>
            <a:pPr algn="just"/>
            <a:endParaRPr lang="en-GB" sz="2800" dirty="0" smtClean="0"/>
          </a:p>
          <a:p>
            <a:pPr marL="0" indent="0" algn="ctr">
              <a:buNone/>
            </a:pPr>
            <a:r>
              <a:rPr lang="en-GB" sz="2800" b="1" dirty="0">
                <a:solidFill>
                  <a:srgbClr val="FF0000"/>
                </a:solidFill>
              </a:rPr>
              <a:t>Step </a:t>
            </a:r>
            <a:r>
              <a:rPr lang="en-GB" sz="2800" b="1" dirty="0" smtClean="0">
                <a:solidFill>
                  <a:srgbClr val="FF0000"/>
                </a:solidFill>
              </a:rPr>
              <a:t>3 </a:t>
            </a:r>
            <a:endParaRPr lang="en-GB" sz="2800" b="1" dirty="0">
              <a:solidFill>
                <a:srgbClr val="FF0000"/>
              </a:solidFill>
            </a:endParaRPr>
          </a:p>
          <a:p>
            <a:pPr algn="just"/>
            <a:r>
              <a:rPr lang="en-GB" sz="2800" dirty="0"/>
              <a:t>You can use the Preview section to have an idea about the expected result. Once you are done, click the OK button to apply the </a:t>
            </a:r>
            <a:r>
              <a:rPr lang="en-GB" sz="2800" dirty="0" smtClean="0"/>
              <a:t>result.</a:t>
            </a:r>
            <a:endParaRPr lang="en-GB" sz="2800" dirty="0"/>
          </a:p>
          <a:p>
            <a:pPr algn="just"/>
            <a:endParaRPr lang="en-GB" sz="2800" dirty="0" smtClean="0"/>
          </a:p>
        </p:txBody>
      </p:sp>
    </p:spTree>
    <p:extLst>
      <p:ext uri="{BB962C8B-B14F-4D97-AF65-F5344CB8AC3E}">
        <p14:creationId xmlns:p14="http://schemas.microsoft.com/office/powerpoint/2010/main" val="3334924706"/>
      </p:ext>
    </p:extLst>
  </p:cSld>
  <p:clrMapOvr>
    <a:masterClrMapping/>
  </p:clrMapOvr>
  <p:transition>
    <p:fade/>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Add Shades to Text</a:t>
            </a:r>
            <a:endParaRPr lang="en-US" dirty="0"/>
          </a:p>
        </p:txBody>
      </p:sp>
      <p:pic>
        <p:nvPicPr>
          <p:cNvPr id="37890" name="Picture 2" descr="C:\Users\UCCSMS1\Desktop\images\text_shades.jp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51520" y="764704"/>
            <a:ext cx="8424936" cy="56166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3240439"/>
      </p:ext>
    </p:extLst>
  </p:cSld>
  <p:clrMapOvr>
    <a:masterClrMapping/>
  </p:clrMapOvr>
  <p:transition>
    <p:fade/>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Setting a Tab</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r>
              <a:rPr lang="en-GB" sz="2800" b="1" dirty="0">
                <a:solidFill>
                  <a:srgbClr val="FF0000"/>
                </a:solidFill>
              </a:rPr>
              <a:t>Step 1</a:t>
            </a:r>
            <a:endParaRPr lang="en-GB" sz="2800" b="1" dirty="0" smtClean="0">
              <a:solidFill>
                <a:srgbClr val="FF0000"/>
              </a:solidFill>
            </a:endParaRPr>
          </a:p>
          <a:p>
            <a:pPr algn="just"/>
            <a:r>
              <a:rPr lang="en-GB" sz="2400" dirty="0"/>
              <a:t>Type some text that you want to line up with the tab </a:t>
            </a:r>
            <a:r>
              <a:rPr lang="en-GB" sz="2400" dirty="0" smtClean="0"/>
              <a:t>stops.</a:t>
            </a:r>
          </a:p>
          <a:p>
            <a:pPr algn="just"/>
            <a:r>
              <a:rPr lang="en-GB" sz="2400" dirty="0"/>
              <a:t>Press the Tab key only once between each column of information you to want to line up.</a:t>
            </a:r>
            <a:endParaRPr lang="en-GB" sz="2400" dirty="0" smtClean="0"/>
          </a:p>
          <a:p>
            <a:pPr algn="just"/>
            <a:endParaRPr lang="en-GB" sz="2800" dirty="0" smtClean="0"/>
          </a:p>
          <a:p>
            <a:pPr algn="just"/>
            <a:endParaRPr lang="en-GB" sz="2800" dirty="0" smtClean="0"/>
          </a:p>
        </p:txBody>
      </p:sp>
      <p:pic>
        <p:nvPicPr>
          <p:cNvPr id="38914" name="Picture 2" descr="C:\Users\UCCSMS1\Desktop\images\tab_butto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2492896"/>
            <a:ext cx="5763344" cy="41764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7907241"/>
      </p:ext>
    </p:extLst>
  </p:cSld>
  <p:clrMapOvr>
    <a:masterClrMapping/>
  </p:clrMapOvr>
  <p:transition>
    <p:fade/>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Setting a Tab</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r>
              <a:rPr lang="en-GB" sz="2800" b="1" dirty="0">
                <a:solidFill>
                  <a:srgbClr val="FF0000"/>
                </a:solidFill>
              </a:rPr>
              <a:t>Step </a:t>
            </a:r>
            <a:r>
              <a:rPr lang="en-GB" sz="2800" b="1" dirty="0" smtClean="0">
                <a:solidFill>
                  <a:srgbClr val="FF0000"/>
                </a:solidFill>
              </a:rPr>
              <a:t>2</a:t>
            </a:r>
          </a:p>
          <a:p>
            <a:pPr algn="just"/>
            <a:r>
              <a:rPr lang="en-GB" sz="2000" b="1" dirty="0"/>
              <a:t>Select a tab type using the Tab button; assume the </a:t>
            </a:r>
            <a:r>
              <a:rPr lang="en-GB" sz="2000" b="1" dirty="0" smtClean="0"/>
              <a:t>centre </a:t>
            </a:r>
            <a:r>
              <a:rPr lang="en-GB" sz="2000" b="1" dirty="0"/>
              <a:t>tab and finally select the paragraph or paragraphs the tabs of which you want to </a:t>
            </a:r>
            <a:r>
              <a:rPr lang="en-GB" sz="2000" b="1" dirty="0" smtClean="0"/>
              <a:t>set.</a:t>
            </a:r>
          </a:p>
          <a:p>
            <a:pPr algn="just"/>
            <a:endParaRPr lang="en-GB" sz="2000" b="1" dirty="0" smtClean="0"/>
          </a:p>
          <a:p>
            <a:pPr algn="just"/>
            <a:r>
              <a:rPr lang="en-GB" sz="2000" b="1" dirty="0"/>
              <a:t>Next click the ruler where you want the tab to appear, a tab will appear at the ruler where you just clicked and the selected portion of text will be adjusted in the </a:t>
            </a:r>
            <a:r>
              <a:rPr lang="en-GB" sz="2000" b="1" dirty="0" smtClean="0"/>
              <a:t>centre.</a:t>
            </a:r>
          </a:p>
          <a:p>
            <a:pPr algn="just"/>
            <a:endParaRPr lang="en-GB" sz="2400" b="1" dirty="0" smtClean="0"/>
          </a:p>
        </p:txBody>
      </p:sp>
      <p:pic>
        <p:nvPicPr>
          <p:cNvPr id="39938" name="Picture 2" descr="C:\Users\UCCSMS1\Desktop\images\ruler_tab.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7704" y="2996952"/>
            <a:ext cx="6408712" cy="36724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3713230"/>
      </p:ext>
    </p:extLst>
  </p:cSld>
  <p:clrMapOvr>
    <a:masterClrMapping/>
  </p:clrMapOvr>
  <p:transition>
    <p:fade/>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Setting a Tab</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r>
              <a:rPr lang="en-GB" sz="2800" b="1" dirty="0">
                <a:solidFill>
                  <a:srgbClr val="FF0000"/>
                </a:solidFill>
              </a:rPr>
              <a:t>Step 3</a:t>
            </a:r>
            <a:endParaRPr lang="en-GB" sz="2800" b="1" dirty="0" smtClean="0">
              <a:solidFill>
                <a:srgbClr val="FF0000"/>
              </a:solidFill>
            </a:endParaRPr>
          </a:p>
          <a:p>
            <a:pPr algn="just"/>
            <a:r>
              <a:rPr lang="en-GB" sz="2000" b="1" dirty="0"/>
              <a:t> Now select the right tab using the Tab Button and </a:t>
            </a:r>
            <a:endParaRPr lang="en-GB" sz="2000" b="1" dirty="0" smtClean="0"/>
          </a:p>
          <a:p>
            <a:pPr algn="just"/>
            <a:r>
              <a:rPr lang="en-GB" sz="2000" b="1" dirty="0" smtClean="0"/>
              <a:t>click </a:t>
            </a:r>
            <a:r>
              <a:rPr lang="en-GB" sz="2000" b="1" dirty="0"/>
              <a:t>the ruler at the right side where you want to align the text at the right side. A right tab will appear at the ruler where you just clicked and the selected portion of </a:t>
            </a:r>
            <a:r>
              <a:rPr lang="en-GB" sz="2000" b="1" dirty="0" smtClean="0"/>
              <a:t>text </a:t>
            </a:r>
            <a:r>
              <a:rPr lang="en-GB" sz="2000" b="1" dirty="0"/>
              <a:t>will be right-aligned</a:t>
            </a:r>
            <a:r>
              <a:rPr lang="en-GB" sz="2000" b="1" dirty="0" smtClean="0"/>
              <a:t>.</a:t>
            </a:r>
          </a:p>
          <a:p>
            <a:pPr algn="just"/>
            <a:endParaRPr lang="en-GB" sz="2000" b="1" dirty="0"/>
          </a:p>
          <a:p>
            <a:pPr algn="just"/>
            <a:endParaRPr lang="en-GB" sz="2400" b="1" dirty="0" smtClean="0"/>
          </a:p>
        </p:txBody>
      </p:sp>
      <p:pic>
        <p:nvPicPr>
          <p:cNvPr id="40962" name="Picture 2" descr="C:\Users\UCCSMS1\Desktop\images\set_tab.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672" y="2996952"/>
            <a:ext cx="5832648" cy="37223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868700"/>
      </p:ext>
    </p:extLst>
  </p:cSld>
  <p:clrMapOvr>
    <a:masterClrMapping/>
  </p:clrMapOvr>
  <p:transition>
    <p:fade/>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Moving a Tab</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r>
              <a:rPr lang="en-GB" sz="2800" b="1" dirty="0">
                <a:solidFill>
                  <a:srgbClr val="FF0000"/>
                </a:solidFill>
              </a:rPr>
              <a:t>Step 1</a:t>
            </a:r>
            <a:endParaRPr lang="en-GB" sz="2800" b="1" dirty="0" smtClean="0">
              <a:solidFill>
                <a:srgbClr val="FF0000"/>
              </a:solidFill>
            </a:endParaRPr>
          </a:p>
          <a:p>
            <a:pPr algn="just"/>
            <a:r>
              <a:rPr lang="en-GB" sz="2000" b="1" dirty="0"/>
              <a:t>Click just before the line for which you want to change the tab setting. Drag the tab sign available at the ruler to the left or </a:t>
            </a:r>
            <a:r>
              <a:rPr lang="en-GB" sz="2000" b="1" dirty="0" smtClean="0"/>
              <a:t>right.</a:t>
            </a:r>
          </a:p>
          <a:p>
            <a:pPr algn="just"/>
            <a:endParaRPr lang="en-GB" sz="2400" b="1" dirty="0" smtClean="0"/>
          </a:p>
        </p:txBody>
      </p:sp>
      <p:pic>
        <p:nvPicPr>
          <p:cNvPr id="41986" name="Picture 2" descr="C:\Users\UCCSMS1\Desktop\images\move_tab.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1916832"/>
            <a:ext cx="6624736" cy="47251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723103"/>
      </p:ext>
    </p:extLst>
  </p:cSld>
  <p:clrMapOvr>
    <a:masterClrMapping/>
  </p:clrMapOvr>
  <p:transition>
    <p:fade/>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Moving a Tab</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r>
              <a:rPr lang="en-GB" sz="2800" b="1" dirty="0">
                <a:solidFill>
                  <a:srgbClr val="FF0000"/>
                </a:solidFill>
              </a:rPr>
              <a:t>Step </a:t>
            </a:r>
            <a:r>
              <a:rPr lang="en-GB" sz="2800" b="1" dirty="0" smtClean="0">
                <a:solidFill>
                  <a:srgbClr val="FF0000"/>
                </a:solidFill>
              </a:rPr>
              <a:t>2</a:t>
            </a:r>
          </a:p>
          <a:p>
            <a:pPr algn="just"/>
            <a:r>
              <a:rPr lang="en-GB" sz="2400" b="1" dirty="0"/>
              <a:t>A vertical line marks its position as you drag and when you click and drag a tab, the text moves with the </a:t>
            </a:r>
            <a:r>
              <a:rPr lang="en-GB" sz="2400" b="1" dirty="0" smtClean="0"/>
              <a:t>tab.</a:t>
            </a:r>
          </a:p>
          <a:p>
            <a:pPr algn="just"/>
            <a:endParaRPr lang="en-GB" sz="2400" b="1" dirty="0" smtClean="0"/>
          </a:p>
        </p:txBody>
      </p:sp>
      <p:pic>
        <p:nvPicPr>
          <p:cNvPr id="43010" name="Picture 2" descr="C:\Users\UCCSMS1\Desktop\images\moved_tab.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648" y="2276872"/>
            <a:ext cx="6696744" cy="4484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3355905"/>
      </p:ext>
    </p:extLst>
  </p:cSld>
  <p:clrMapOvr>
    <a:masterClrMapping/>
  </p:clrMapOvr>
  <p:transition>
    <p:fade/>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Copy and Apply Text Formatting</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r>
              <a:rPr lang="en-GB" sz="2800" b="1" dirty="0">
                <a:solidFill>
                  <a:srgbClr val="FF0000"/>
                </a:solidFill>
              </a:rPr>
              <a:t>Step 1</a:t>
            </a:r>
            <a:endParaRPr lang="en-GB" sz="2800" b="1" dirty="0" smtClean="0">
              <a:solidFill>
                <a:srgbClr val="FF0000"/>
              </a:solidFill>
            </a:endParaRPr>
          </a:p>
          <a:p>
            <a:pPr algn="just"/>
            <a:r>
              <a:rPr lang="en-GB" sz="2000" b="1" dirty="0"/>
              <a:t>Select the portion of text containing the formatting that you want to copy. I have selected a text which has </a:t>
            </a:r>
            <a:r>
              <a:rPr lang="en-GB" sz="2000" b="1" dirty="0">
                <a:solidFill>
                  <a:srgbClr val="FF0000"/>
                </a:solidFill>
              </a:rPr>
              <a:t>bold</a:t>
            </a:r>
            <a:r>
              <a:rPr lang="en-GB" sz="2000" b="1" dirty="0"/>
              <a:t> and </a:t>
            </a:r>
            <a:r>
              <a:rPr lang="en-GB" sz="2000" b="1" dirty="0">
                <a:solidFill>
                  <a:srgbClr val="FF0000"/>
                </a:solidFill>
              </a:rPr>
              <a:t>underlined font </a:t>
            </a:r>
            <a:r>
              <a:rPr lang="en-GB" sz="2000" b="1" dirty="0"/>
              <a:t>as shown below</a:t>
            </a:r>
            <a:r>
              <a:rPr lang="en-GB" sz="2000" b="1" dirty="0" smtClean="0"/>
              <a:t>.</a:t>
            </a:r>
          </a:p>
          <a:p>
            <a:pPr algn="just"/>
            <a:endParaRPr lang="en-GB" sz="2000" b="1" dirty="0"/>
          </a:p>
        </p:txBody>
      </p:sp>
      <p:pic>
        <p:nvPicPr>
          <p:cNvPr id="44034" name="Picture 2" descr="C:\Users\UCCSMS1\Desktop\images\formatted_tex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632" y="2204864"/>
            <a:ext cx="6120680" cy="43319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8396819"/>
      </p:ext>
    </p:extLst>
  </p:cSld>
  <p:clrMapOvr>
    <a:masterClrMapping/>
  </p:clrMapOvr>
  <p:transition>
    <p:fade/>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Copy and Apply Text Formatting</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r>
              <a:rPr lang="en-GB" sz="2800" b="1" dirty="0">
                <a:solidFill>
                  <a:srgbClr val="FF0000"/>
                </a:solidFill>
              </a:rPr>
              <a:t>Step </a:t>
            </a:r>
            <a:r>
              <a:rPr lang="en-GB" sz="2800" b="1" dirty="0" smtClean="0">
                <a:solidFill>
                  <a:srgbClr val="FF0000"/>
                </a:solidFill>
              </a:rPr>
              <a:t>2</a:t>
            </a:r>
          </a:p>
          <a:p>
            <a:pPr algn="just"/>
            <a:r>
              <a:rPr lang="en-GB" sz="2000" b="1" dirty="0" smtClean="0"/>
              <a:t>Click </a:t>
            </a:r>
            <a:r>
              <a:rPr lang="en-GB" sz="2000" b="1" dirty="0"/>
              <a:t>the Home tab and click the Format Painter button to copy the format of the selected text. As soon as you click the format painter button, the mouse pointer changes to a paint brush when you move the mouse over your </a:t>
            </a:r>
            <a:r>
              <a:rPr lang="en-GB" sz="2000" b="1" dirty="0" smtClean="0"/>
              <a:t>document.</a:t>
            </a:r>
          </a:p>
          <a:p>
            <a:pPr algn="just"/>
            <a:endParaRPr lang="en-GB" sz="2000" b="1" dirty="0"/>
          </a:p>
          <a:p>
            <a:pPr algn="just"/>
            <a:endParaRPr lang="en-GB" sz="2000" b="1" dirty="0" smtClean="0"/>
          </a:p>
          <a:p>
            <a:pPr algn="just"/>
            <a:endParaRPr lang="en-GB" sz="2000" b="1" dirty="0"/>
          </a:p>
        </p:txBody>
      </p:sp>
      <p:pic>
        <p:nvPicPr>
          <p:cNvPr id="45058" name="Picture 2" descr="C:\Users\UCCSMS1\Desktop\images\copy_format_tex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672" y="2420888"/>
            <a:ext cx="6768752" cy="4276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3999256"/>
      </p:ext>
    </p:extLst>
  </p:cSld>
  <p:clrMapOvr>
    <a:masterClrMapping/>
  </p:clrMapOvr>
  <p:transition>
    <p:fade/>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027"/>
          <p:cNvSpPr>
            <a:spLocks noGrp="1" noChangeArrowheads="1"/>
          </p:cNvSpPr>
          <p:nvPr>
            <p:ph type="body" idx="1"/>
          </p:nvPr>
        </p:nvSpPr>
        <p:spPr>
          <a:xfrm>
            <a:off x="0" y="357188"/>
            <a:ext cx="9429750" cy="6500812"/>
          </a:xfrm>
        </p:spPr>
        <p:txBody>
          <a:bodyPr lIns="90488" tIns="44450" rIns="90488" bIns="44450"/>
          <a:lstStyle/>
          <a:p>
            <a:pPr algn="ctr">
              <a:buFont typeface="Arial" charset="0"/>
              <a:buNone/>
            </a:pPr>
            <a:endParaRPr lang="en-US" sz="3200" b="1" smtClean="0"/>
          </a:p>
          <a:p>
            <a:pPr algn="ctr">
              <a:buFont typeface="Arial" charset="0"/>
              <a:buNone/>
            </a:pPr>
            <a:endParaRPr lang="en-US" b="1" smtClean="0"/>
          </a:p>
          <a:p>
            <a:pPr algn="ctr">
              <a:buFont typeface="Arial" charset="0"/>
              <a:buNone/>
            </a:pPr>
            <a:endParaRPr lang="en-US" sz="3200" b="1" smtClean="0"/>
          </a:p>
        </p:txBody>
      </p:sp>
      <p:pic>
        <p:nvPicPr>
          <p:cNvPr id="4" name="Google Shape;273;p46"/>
          <p:cNvPicPr preferRelativeResize="0"/>
          <p:nvPr/>
        </p:nvPicPr>
        <p:blipFill rotWithShape="1">
          <a:blip r:embed="rId3">
            <a:alphaModFix/>
          </a:blip>
          <a:srcRect b="4789"/>
          <a:stretch/>
        </p:blipFill>
        <p:spPr>
          <a:xfrm>
            <a:off x="2339752" y="1340768"/>
            <a:ext cx="5256584" cy="4104456"/>
          </a:xfrm>
          <a:prstGeom prst="rect">
            <a:avLst/>
          </a:prstGeom>
          <a:noFill/>
          <a:ln>
            <a:noFill/>
          </a:ln>
        </p:spPr>
      </p:pic>
    </p:spTree>
    <p:extLst>
      <p:ext uri="{BB962C8B-B14F-4D97-AF65-F5344CB8AC3E}">
        <p14:creationId xmlns:p14="http://schemas.microsoft.com/office/powerpoint/2010/main" val="4041472022"/>
      </p:ext>
    </p:extLst>
  </p:cSld>
  <p:clrMapOvr>
    <a:masterClrMapping/>
  </p:clrMapOvr>
  <p:transition spd="slow"/>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027"/>
          <p:cNvSpPr>
            <a:spLocks noGrp="1" noChangeArrowheads="1"/>
          </p:cNvSpPr>
          <p:nvPr>
            <p:ph type="body" idx="1"/>
          </p:nvPr>
        </p:nvSpPr>
        <p:spPr>
          <a:xfrm>
            <a:off x="0" y="357188"/>
            <a:ext cx="9429750" cy="6500812"/>
          </a:xfrm>
        </p:spPr>
        <p:txBody>
          <a:bodyPr lIns="90488" tIns="44450" rIns="90488" bIns="44450"/>
          <a:lstStyle/>
          <a:p>
            <a:pPr algn="ctr">
              <a:buFont typeface="Arial" charset="0"/>
              <a:buNone/>
            </a:pPr>
            <a:endParaRPr lang="en-US" sz="3200" b="1" smtClean="0"/>
          </a:p>
          <a:p>
            <a:pPr algn="ctr">
              <a:buFont typeface="Arial" charset="0"/>
              <a:buNone/>
            </a:pPr>
            <a:endParaRPr lang="en-US" b="1" smtClean="0"/>
          </a:p>
          <a:p>
            <a:pPr algn="ctr">
              <a:buFont typeface="Arial" charset="0"/>
              <a:buNone/>
            </a:pPr>
            <a:endParaRPr lang="en-US" sz="3200" b="1" smtClean="0"/>
          </a:p>
        </p:txBody>
      </p:sp>
      <p:sp>
        <p:nvSpPr>
          <p:cNvPr id="5" name="Rectangle 4"/>
          <p:cNvSpPr/>
          <p:nvPr/>
        </p:nvSpPr>
        <p:spPr>
          <a:xfrm>
            <a:off x="2071670" y="2967335"/>
            <a:ext cx="5143536" cy="923330"/>
          </a:xfrm>
          <a:prstGeom prst="rect">
            <a:avLst/>
          </a:prstGeom>
          <a:noFill/>
        </p:spPr>
        <p:txBody>
          <a:bodyPr>
            <a:spAutoFit/>
          </a:bodyPr>
          <a:lstStyle/>
          <a:p>
            <a:pPr algn="ctr">
              <a:defRPr/>
            </a:pPr>
            <a:r>
              <a:rPr lang="en-US" sz="5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THANK YOU</a:t>
            </a:r>
            <a:endParaRPr lang="en-GB" sz="5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Tree>
    <p:extLst>
      <p:ext uri="{BB962C8B-B14F-4D97-AF65-F5344CB8AC3E}">
        <p14:creationId xmlns:p14="http://schemas.microsoft.com/office/powerpoint/2010/main" val="152359839"/>
      </p:ext>
    </p:extLst>
  </p:cSld>
  <p:clrMapOvr>
    <a:masterClrMapping/>
  </p:clrMapOvr>
  <p:transition spd="slow"/>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7239</TotalTime>
  <Words>3035</Words>
  <Application>Microsoft Office PowerPoint</Application>
  <PresentationFormat>On-screen Show (4:3)</PresentationFormat>
  <Paragraphs>472</Paragraphs>
  <Slides>69</Slides>
  <Notes>69</Notes>
  <HiddenSlides>0</HiddenSlides>
  <MMClips>0</MMClips>
  <ScaleCrop>false</ScaleCrop>
  <HeadingPairs>
    <vt:vector size="4" baseType="variant">
      <vt:variant>
        <vt:lpstr>Theme</vt:lpstr>
      </vt:variant>
      <vt:variant>
        <vt:i4>1</vt:i4>
      </vt:variant>
      <vt:variant>
        <vt:lpstr>Slide Titles</vt:lpstr>
      </vt:variant>
      <vt:variant>
        <vt:i4>69</vt:i4>
      </vt:variant>
    </vt:vector>
  </HeadingPairs>
  <TitlesOfParts>
    <vt:vector size="70" baseType="lpstr">
      <vt:lpstr>Office Theme</vt:lpstr>
      <vt:lpstr>PowerPoint Presentation</vt:lpstr>
      <vt:lpstr>PowerPoint Presentation</vt:lpstr>
      <vt:lpstr>Objectives Overview</vt:lpstr>
      <vt:lpstr>Objectives Overview</vt:lpstr>
      <vt:lpstr>Setting Text Fonts in Word 2010</vt:lpstr>
      <vt:lpstr>Change the Font Type &amp; Size</vt:lpstr>
      <vt:lpstr>Change the Font Type &amp; Size</vt:lpstr>
      <vt:lpstr>Change the Font Type &amp; Size</vt:lpstr>
      <vt:lpstr>Change the Font Type &amp; Size</vt:lpstr>
      <vt:lpstr>Use Shrink and Grow Buttons</vt:lpstr>
      <vt:lpstr>Clear Formatting Options</vt:lpstr>
      <vt:lpstr>Text Decoration in Word 2010</vt:lpstr>
      <vt:lpstr>Making text bold</vt:lpstr>
      <vt:lpstr>Making Text Italic</vt:lpstr>
      <vt:lpstr>Underline the Text</vt:lpstr>
      <vt:lpstr>Strikethrough the Text</vt:lpstr>
      <vt:lpstr>Change Text Case in Word 2010</vt:lpstr>
      <vt:lpstr>Change Text to Sentence Case</vt:lpstr>
      <vt:lpstr>Change Text to Lowercase</vt:lpstr>
      <vt:lpstr>Change Text to Uppercase</vt:lpstr>
      <vt:lpstr>Capitalize Text</vt:lpstr>
      <vt:lpstr>Toggle the Text</vt:lpstr>
      <vt:lpstr>Change Font Colors</vt:lpstr>
      <vt:lpstr>Highlight Text with Colors</vt:lpstr>
      <vt:lpstr>Apply Text Effects</vt:lpstr>
      <vt:lpstr>Text Alignments in Word 2010</vt:lpstr>
      <vt:lpstr>Left-Aligned Text</vt:lpstr>
      <vt:lpstr>Center Aligned Text</vt:lpstr>
      <vt:lpstr>Right-Aligned Text</vt:lpstr>
      <vt:lpstr>Justified Text</vt:lpstr>
      <vt:lpstr>Indent Paragraphs in Word 2010</vt:lpstr>
      <vt:lpstr>Left Indentation</vt:lpstr>
      <vt:lpstr>Left Indentation</vt:lpstr>
      <vt:lpstr>Right Indentation</vt:lpstr>
      <vt:lpstr>Right Indentation</vt:lpstr>
      <vt:lpstr>First Line Indentation</vt:lpstr>
      <vt:lpstr>First Line Indentation</vt:lpstr>
      <vt:lpstr>First Line Indentation</vt:lpstr>
      <vt:lpstr>Create Bullets in Word 2010</vt:lpstr>
      <vt:lpstr>Create a List from Existing Text</vt:lpstr>
      <vt:lpstr>Create a List from Existing Text</vt:lpstr>
      <vt:lpstr>Create a List from Existing Text</vt:lpstr>
      <vt:lpstr>Create a List as You Type</vt:lpstr>
      <vt:lpstr>Create a List as You Type</vt:lpstr>
      <vt:lpstr>Set Line Spacing in Word 2010</vt:lpstr>
      <vt:lpstr>Spacing between Lines</vt:lpstr>
      <vt:lpstr>Spacing between Lines</vt:lpstr>
      <vt:lpstr>Spacing between Paragraphs</vt:lpstr>
      <vt:lpstr>Spacing between Paragraphs</vt:lpstr>
      <vt:lpstr>Borders and Shades in Word 2010</vt:lpstr>
      <vt:lpstr>Add Borders to Text</vt:lpstr>
      <vt:lpstr>Add Borders to Text</vt:lpstr>
      <vt:lpstr>Add Borders to Text</vt:lpstr>
      <vt:lpstr>Add Borders to Page</vt:lpstr>
      <vt:lpstr>Add Borders to Page</vt:lpstr>
      <vt:lpstr>Add Borders to Page</vt:lpstr>
      <vt:lpstr>Add Borders to Page</vt:lpstr>
      <vt:lpstr>Add Shades to Text</vt:lpstr>
      <vt:lpstr>Add Shades to Text</vt:lpstr>
      <vt:lpstr>Add Shades to Text</vt:lpstr>
      <vt:lpstr>Setting a Tab</vt:lpstr>
      <vt:lpstr>Setting a Tab</vt:lpstr>
      <vt:lpstr>Setting a Tab</vt:lpstr>
      <vt:lpstr>Moving a Tab</vt:lpstr>
      <vt:lpstr>Moving a Tab</vt:lpstr>
      <vt:lpstr>Copy and Apply Text Formatting</vt:lpstr>
      <vt:lpstr>Copy and Apply Text Formatting</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steven</dc:creator>
  <cp:lastModifiedBy>UCCSMS1</cp:lastModifiedBy>
  <cp:revision>289</cp:revision>
  <dcterms:created xsi:type="dcterms:W3CDTF">2008-12-18T17:11:12Z</dcterms:created>
  <dcterms:modified xsi:type="dcterms:W3CDTF">2021-02-12T13:13:18Z</dcterms:modified>
</cp:coreProperties>
</file>