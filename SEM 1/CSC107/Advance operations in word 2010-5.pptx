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2"/>
  </p:notesMasterIdLst>
  <p:sldIdLst>
    <p:sldId id="260" r:id="rId2"/>
    <p:sldId id="385" r:id="rId3"/>
    <p:sldId id="294" r:id="rId4"/>
    <p:sldId id="514" r:id="rId5"/>
    <p:sldId id="473" r:id="rId6"/>
    <p:sldId id="474" r:id="rId7"/>
    <p:sldId id="475" r:id="rId8"/>
    <p:sldId id="476" r:id="rId9"/>
    <p:sldId id="515" r:id="rId10"/>
    <p:sldId id="516" r:id="rId11"/>
    <p:sldId id="517" r:id="rId12"/>
    <p:sldId id="518" r:id="rId13"/>
    <p:sldId id="519" r:id="rId14"/>
    <p:sldId id="520" r:id="rId15"/>
    <p:sldId id="521" r:id="rId16"/>
    <p:sldId id="522" r:id="rId17"/>
    <p:sldId id="523" r:id="rId18"/>
    <p:sldId id="524" r:id="rId19"/>
    <p:sldId id="525" r:id="rId20"/>
    <p:sldId id="527" r:id="rId21"/>
    <p:sldId id="528" r:id="rId22"/>
    <p:sldId id="529" r:id="rId23"/>
    <p:sldId id="530" r:id="rId24"/>
    <p:sldId id="531" r:id="rId25"/>
    <p:sldId id="532" r:id="rId26"/>
    <p:sldId id="533" r:id="rId27"/>
    <p:sldId id="534" r:id="rId28"/>
    <p:sldId id="535" r:id="rId29"/>
    <p:sldId id="536" r:id="rId30"/>
    <p:sldId id="538" r:id="rId31"/>
    <p:sldId id="539" r:id="rId32"/>
    <p:sldId id="540" r:id="rId33"/>
    <p:sldId id="541" r:id="rId34"/>
    <p:sldId id="542" r:id="rId35"/>
    <p:sldId id="543" r:id="rId36"/>
    <p:sldId id="544" r:id="rId37"/>
    <p:sldId id="545" r:id="rId38"/>
    <p:sldId id="546" r:id="rId39"/>
    <p:sldId id="547" r:id="rId40"/>
    <p:sldId id="548" r:id="rId41"/>
    <p:sldId id="549" r:id="rId42"/>
    <p:sldId id="550" r:id="rId43"/>
    <p:sldId id="551" r:id="rId44"/>
    <p:sldId id="552" r:id="rId45"/>
    <p:sldId id="553" r:id="rId46"/>
    <p:sldId id="554" r:id="rId47"/>
    <p:sldId id="555" r:id="rId48"/>
    <p:sldId id="556" r:id="rId49"/>
    <p:sldId id="557" r:id="rId50"/>
    <p:sldId id="558" r:id="rId51"/>
    <p:sldId id="559" r:id="rId52"/>
    <p:sldId id="560" r:id="rId53"/>
    <p:sldId id="561" r:id="rId54"/>
    <p:sldId id="562" r:id="rId55"/>
    <p:sldId id="563" r:id="rId56"/>
    <p:sldId id="564" r:id="rId57"/>
    <p:sldId id="565" r:id="rId58"/>
    <p:sldId id="566" r:id="rId59"/>
    <p:sldId id="567" r:id="rId60"/>
    <p:sldId id="568" r:id="rId61"/>
    <p:sldId id="569" r:id="rId62"/>
    <p:sldId id="570" r:id="rId63"/>
    <p:sldId id="571" r:id="rId64"/>
    <p:sldId id="572" r:id="rId65"/>
    <p:sldId id="573" r:id="rId66"/>
    <p:sldId id="574" r:id="rId67"/>
    <p:sldId id="575" r:id="rId68"/>
    <p:sldId id="576" r:id="rId69"/>
    <p:sldId id="577" r:id="rId70"/>
    <p:sldId id="578" r:id="rId71"/>
    <p:sldId id="579" r:id="rId72"/>
    <p:sldId id="580" r:id="rId73"/>
    <p:sldId id="581" r:id="rId74"/>
    <p:sldId id="582" r:id="rId75"/>
    <p:sldId id="583" r:id="rId76"/>
    <p:sldId id="584" r:id="rId77"/>
    <p:sldId id="585" r:id="rId78"/>
    <p:sldId id="586" r:id="rId79"/>
    <p:sldId id="587" r:id="rId80"/>
    <p:sldId id="588" r:id="rId81"/>
    <p:sldId id="589" r:id="rId82"/>
    <p:sldId id="590" r:id="rId83"/>
    <p:sldId id="591" r:id="rId84"/>
    <p:sldId id="592" r:id="rId85"/>
    <p:sldId id="593" r:id="rId86"/>
    <p:sldId id="594" r:id="rId87"/>
    <p:sldId id="595" r:id="rId88"/>
    <p:sldId id="605" r:id="rId89"/>
    <p:sldId id="606" r:id="rId90"/>
    <p:sldId id="604" r:id="rId91"/>
    <p:sldId id="596" r:id="rId92"/>
    <p:sldId id="597" r:id="rId93"/>
    <p:sldId id="598" r:id="rId94"/>
    <p:sldId id="599" r:id="rId95"/>
    <p:sldId id="600" r:id="rId96"/>
    <p:sldId id="601" r:id="rId97"/>
    <p:sldId id="602" r:id="rId98"/>
    <p:sldId id="603" r:id="rId99"/>
    <p:sldId id="440" r:id="rId100"/>
    <p:sldId id="384" r:id="rId10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135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1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Microsoft word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 smtClean="0"/>
            <a:t>Advance Operations in Word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use quick styles in  word 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use templates in word 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use Graphics in word 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use auto correction  in word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use auto formatting in word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insert Table of content in word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preview documents  </a:t>
          </a:r>
          <a:r>
            <a:rPr lang="en-GB" dirty="0"/>
            <a:t>in word</a:t>
          </a:r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print documents in  word 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email documents in word 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translate in word 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compare documents  in word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add security to a word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set Watermark in word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perform mail merge  </a:t>
          </a:r>
          <a:r>
            <a:rPr lang="en-GB" dirty="0"/>
            <a:t>in </a:t>
          </a:r>
          <a:r>
            <a:rPr lang="en-GB" dirty="0" smtClean="0"/>
            <a:t>word</a:t>
          </a:r>
          <a:endParaRPr lang="en-GB" dirty="0"/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885917A-A76E-46C8-A934-FFB02DF17AFB}" type="presOf" srcId="{3DE9E547-3C66-4E5D-9D07-0515EED2B913}" destId="{46A1C575-DE29-4021-A28C-E1E7FA78085E}" srcOrd="0" destOrd="0" presId="urn:microsoft.com/office/officeart/2005/8/layout/default#1"/>
    <dgm:cxn modelId="{E9756D19-ED19-416C-8F45-17D747260467}" type="presOf" srcId="{F9022B54-68C2-4973-9A00-460029290542}" destId="{E43CDCF3-D5B2-4556-A6FF-1FBA940E878F}" srcOrd="0" destOrd="0" presId="urn:microsoft.com/office/officeart/2005/8/layout/default#1"/>
    <dgm:cxn modelId="{7E941B86-27B2-4D7B-BF88-2028964D604E}" type="presOf" srcId="{0C2A3C5A-0AE4-41C1-AA5D-5BC4E760C57F}" destId="{D944875E-4200-44D3-9F4D-D995865E5F68}" srcOrd="0" destOrd="0" presId="urn:microsoft.com/office/officeart/2005/8/layout/default#1"/>
    <dgm:cxn modelId="{D219CAF1-362B-414A-AE60-25FABE4493AB}" type="presOf" srcId="{B9D2FC92-ECB4-4D54-9508-F43A91E7E65C}" destId="{4F3BB94F-726F-42B1-B2C9-9077543F3D05}" srcOrd="0" destOrd="0" presId="urn:microsoft.com/office/officeart/2005/8/layout/default#1"/>
    <dgm:cxn modelId="{3DCB9552-338F-4B90-A4AF-76067D08014F}" type="presOf" srcId="{C11B75ED-B46B-4BF2-80F2-DA583A75044E}" destId="{D32AB574-D896-42B8-809A-74BD322B19E9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45D75CA2-7605-4908-A890-8F4F5305ED42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F4BE5921-3047-40AB-9078-2DCE7704DDC8}" type="presOf" srcId="{D032DDD3-5BE8-4773-89B2-68CD8965B3E6}" destId="{A0EFA616-1553-4077-9D32-88AE20AC0552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B7FA793B-D212-4610-A779-D63FA2DFFE88}" type="presOf" srcId="{23F2D5E2-61FA-40AD-9F7D-BF405C8CDFAE}" destId="{126D987F-03E4-4E3A-BED9-08B6BA3A15AB}" srcOrd="0" destOrd="0" presId="urn:microsoft.com/office/officeart/2005/8/layout/default#1"/>
    <dgm:cxn modelId="{7B9F11C9-75CA-47E5-9A77-DD49CB7CABF7}" type="presParOf" srcId="{46A1C575-DE29-4021-A28C-E1E7FA78085E}" destId="{E43CDCF3-D5B2-4556-A6FF-1FBA940E878F}" srcOrd="0" destOrd="0" presId="urn:microsoft.com/office/officeart/2005/8/layout/default#1"/>
    <dgm:cxn modelId="{E189821B-A10A-4619-A39A-64DE48AAF910}" type="presParOf" srcId="{46A1C575-DE29-4021-A28C-E1E7FA78085E}" destId="{54066D3B-676A-41CA-98B3-C0905E22B6EF}" srcOrd="1" destOrd="0" presId="urn:microsoft.com/office/officeart/2005/8/layout/default#1"/>
    <dgm:cxn modelId="{23AFDA67-EBAB-47B2-B20C-1D6CA0D05041}" type="presParOf" srcId="{46A1C575-DE29-4021-A28C-E1E7FA78085E}" destId="{08678D36-F832-48B7-8548-C43AEE1F6A43}" srcOrd="2" destOrd="0" presId="urn:microsoft.com/office/officeart/2005/8/layout/default#1"/>
    <dgm:cxn modelId="{12294CB8-99C8-4331-9190-FCE114B73F2E}" type="presParOf" srcId="{46A1C575-DE29-4021-A28C-E1E7FA78085E}" destId="{94E3CC2B-92E4-4B0C-B930-B4411572BF9F}" srcOrd="3" destOrd="0" presId="urn:microsoft.com/office/officeart/2005/8/layout/default#1"/>
    <dgm:cxn modelId="{EEE45F57-FB3E-4531-A100-70BEF0F39B56}" type="presParOf" srcId="{46A1C575-DE29-4021-A28C-E1E7FA78085E}" destId="{D32AB574-D896-42B8-809A-74BD322B19E9}" srcOrd="4" destOrd="0" presId="urn:microsoft.com/office/officeart/2005/8/layout/default#1"/>
    <dgm:cxn modelId="{91EE40CF-45FF-4FD2-BA04-7C0A2BC68EB9}" type="presParOf" srcId="{46A1C575-DE29-4021-A28C-E1E7FA78085E}" destId="{8FCDC96A-B844-4560-9827-3799EB37A607}" srcOrd="5" destOrd="0" presId="urn:microsoft.com/office/officeart/2005/8/layout/default#1"/>
    <dgm:cxn modelId="{AC2966C7-904D-47C4-A3B8-B09C5F34FC32}" type="presParOf" srcId="{46A1C575-DE29-4021-A28C-E1E7FA78085E}" destId="{126D987F-03E4-4E3A-BED9-08B6BA3A15AB}" srcOrd="6" destOrd="0" presId="urn:microsoft.com/office/officeart/2005/8/layout/default#1"/>
    <dgm:cxn modelId="{69559B0E-BAD0-4703-8EB8-687AFE56E035}" type="presParOf" srcId="{46A1C575-DE29-4021-A28C-E1E7FA78085E}" destId="{E35D6D9B-6CD2-4458-885A-62ADB7B92653}" srcOrd="7" destOrd="0" presId="urn:microsoft.com/office/officeart/2005/8/layout/default#1"/>
    <dgm:cxn modelId="{874451CA-1DC8-41CF-BB67-206691005B24}" type="presParOf" srcId="{46A1C575-DE29-4021-A28C-E1E7FA78085E}" destId="{A0EFA616-1553-4077-9D32-88AE20AC0552}" srcOrd="8" destOrd="0" presId="urn:microsoft.com/office/officeart/2005/8/layout/default#1"/>
    <dgm:cxn modelId="{BB8EC133-32AB-42BC-9D76-9211B46EED91}" type="presParOf" srcId="{46A1C575-DE29-4021-A28C-E1E7FA78085E}" destId="{4543EDFD-DAD7-4CC1-8700-DF379CC38E62}" srcOrd="9" destOrd="0" presId="urn:microsoft.com/office/officeart/2005/8/layout/default#1"/>
    <dgm:cxn modelId="{B6E37832-2559-4AB7-850E-8CFA76EAA3E3}" type="presParOf" srcId="{46A1C575-DE29-4021-A28C-E1E7FA78085E}" destId="{D944875E-4200-44D3-9F4D-D995865E5F68}" srcOrd="10" destOrd="0" presId="urn:microsoft.com/office/officeart/2005/8/layout/default#1"/>
    <dgm:cxn modelId="{1DBB8646-1231-444D-9F4E-2135D3F4680A}" type="presParOf" srcId="{46A1C575-DE29-4021-A28C-E1E7FA78085E}" destId="{78CB8F77-3CF7-4A24-AB1C-13517BFF6342}" srcOrd="11" destOrd="0" presId="urn:microsoft.com/office/officeart/2005/8/layout/default#1"/>
    <dgm:cxn modelId="{C821456E-4711-46E9-8485-3536C30EA719}" type="presParOf" srcId="{46A1C575-DE29-4021-A28C-E1E7FA78085E}" destId="{4F3BB94F-726F-42B1-B2C9-9077543F3D05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Introduction 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to </a:t>
          </a:r>
          <a:endParaRPr lang="en-US" sz="6500" kern="1200" dirty="0" smtClean="0"/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Microsoft word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Advance Operations in Word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How to use quick styles in  word </a:t>
          </a:r>
          <a:endParaRPr lang="en-US" sz="2900" kern="1200" dirty="0"/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9426"/>
                <a:satOff val="-728"/>
                <a:lumOff val="416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9426"/>
                <a:satOff val="-728"/>
                <a:lumOff val="416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9426"/>
                <a:satOff val="-728"/>
                <a:lumOff val="41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How to use templates in word </a:t>
          </a:r>
          <a:endParaRPr lang="en-US" sz="2900" kern="1200" dirty="0"/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How to use Graphics in word </a:t>
          </a:r>
          <a:endParaRPr lang="en-US" sz="2900" kern="1200" dirty="0"/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How to use auto correction  in word</a:t>
          </a:r>
          <a:endParaRPr lang="en-US" sz="2900" kern="1200" dirty="0"/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How to use auto formatting in word</a:t>
          </a:r>
          <a:endParaRPr lang="en-US" sz="2900" kern="1200" dirty="0"/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7131"/>
                <a:satOff val="-3638"/>
                <a:lumOff val="2082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7131"/>
                <a:satOff val="-3638"/>
                <a:lumOff val="2082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7131"/>
                <a:satOff val="-3638"/>
                <a:lumOff val="2082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How to insert Table of content in word</a:t>
          </a:r>
          <a:endParaRPr lang="en-US" sz="2900" kern="1200" dirty="0"/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308810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 dirty="0"/>
            <a:t>How to </a:t>
          </a:r>
          <a:r>
            <a:rPr lang="en-GB" sz="2900" kern="1200" dirty="0" smtClean="0"/>
            <a:t>preview documents  </a:t>
          </a:r>
          <a:r>
            <a:rPr lang="en-GB" sz="2900" kern="1200" dirty="0"/>
            <a:t>in word</a:t>
          </a:r>
        </a:p>
      </dsp:txBody>
      <dsp:txXfrm>
        <a:off x="3088109" y="3729488"/>
        <a:ext cx="2662981" cy="159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print documents in  word </a:t>
          </a:r>
          <a:endParaRPr lang="en-US" sz="2800" kern="1200" dirty="0"/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9426"/>
                <a:satOff val="-728"/>
                <a:lumOff val="416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9426"/>
                <a:satOff val="-728"/>
                <a:lumOff val="416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9426"/>
                <a:satOff val="-728"/>
                <a:lumOff val="41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email documents in word </a:t>
          </a:r>
          <a:endParaRPr lang="en-US" sz="2800" kern="1200" dirty="0"/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translate in word </a:t>
          </a:r>
          <a:endParaRPr lang="en-US" sz="2800" kern="1200" dirty="0"/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compare documents  in word</a:t>
          </a:r>
          <a:endParaRPr lang="en-US" sz="2800" kern="1200" dirty="0"/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add security to a word</a:t>
          </a:r>
          <a:endParaRPr lang="en-US" sz="2800" kern="1200" dirty="0"/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7131"/>
                <a:satOff val="-3638"/>
                <a:lumOff val="2082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7131"/>
                <a:satOff val="-3638"/>
                <a:lumOff val="2082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7131"/>
                <a:satOff val="-3638"/>
                <a:lumOff val="2082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set Watermark in word</a:t>
          </a:r>
          <a:endParaRPr lang="en-US" sz="2800" kern="1200" dirty="0"/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308810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/>
            <a:t>How to </a:t>
          </a:r>
          <a:r>
            <a:rPr lang="en-GB" sz="2800" kern="1200" dirty="0" smtClean="0"/>
            <a:t>perform mail merge  </a:t>
          </a:r>
          <a:r>
            <a:rPr lang="en-GB" sz="2800" kern="1200" dirty="0"/>
            <a:t>in </a:t>
          </a:r>
          <a:r>
            <a:rPr lang="en-GB" sz="2800" kern="1200" dirty="0" smtClean="0"/>
            <a:t>word</a:t>
          </a:r>
          <a:endParaRPr lang="en-GB" sz="2800" kern="1200" dirty="0"/>
        </a:p>
      </dsp:txBody>
      <dsp:txXfrm>
        <a:off x="3088109" y="3729488"/>
        <a:ext cx="2662981" cy="159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99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100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933177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947998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740883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976304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06428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Apply Quick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Select a portion of text to which you want to apply some style. </a:t>
            </a:r>
            <a:endParaRPr lang="en-GB" sz="2800" dirty="0" smtClean="0"/>
          </a:p>
          <a:p>
            <a:pPr algn="just"/>
            <a:r>
              <a:rPr lang="en-GB" sz="2800" dirty="0" smtClean="0"/>
              <a:t>Using </a:t>
            </a:r>
            <a:r>
              <a:rPr lang="en-GB" sz="2800" dirty="0"/>
              <a:t>style, you can change the selected portion of text as a heading or subheading or title of the document.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Home tab </a:t>
            </a:r>
            <a:r>
              <a:rPr lang="en-GB" sz="2800" dirty="0"/>
              <a:t>and then move your mouse pointer over the available styles in the Style Gallery. </a:t>
            </a:r>
            <a:endParaRPr lang="en-GB" sz="2800" dirty="0" smtClean="0"/>
          </a:p>
          <a:p>
            <a:pPr algn="just"/>
            <a:r>
              <a:rPr lang="en-GB" sz="2800" dirty="0" smtClean="0"/>
              <a:t>You </a:t>
            </a:r>
            <a:r>
              <a:rPr lang="en-GB" sz="2800" dirty="0"/>
              <a:t>will see that the selected portion of text will change its style based on the selected style. </a:t>
            </a:r>
            <a:endParaRPr lang="en-GB" sz="2800" dirty="0" smtClean="0"/>
          </a:p>
          <a:p>
            <a:pPr algn="just"/>
            <a:r>
              <a:rPr lang="en-GB" sz="2800" dirty="0"/>
              <a:t>You can display more available styles by clicking the </a:t>
            </a:r>
            <a:r>
              <a:rPr lang="en-GB" sz="2800" b="1" dirty="0"/>
              <a:t>More Style button</a:t>
            </a:r>
            <a:r>
              <a:rPr lang="en-GB" sz="2800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9480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Apply Quick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1026" name="Picture 2" descr="C:\Users\UCCSMS1\Desktop\images\style_galle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8136904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5972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Apply Quick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 </a:t>
            </a:r>
          </a:p>
          <a:p>
            <a:pPr algn="just"/>
            <a:r>
              <a:rPr lang="en-GB" sz="2800" dirty="0"/>
              <a:t>Finally, to apply a selected style, click over the style and you will find that it is has been applied on the selected portion of </a:t>
            </a:r>
            <a:r>
              <a:rPr lang="en-GB" sz="2800" dirty="0" smtClean="0"/>
              <a:t>text.</a:t>
            </a:r>
          </a:p>
          <a:p>
            <a:pPr algn="just"/>
            <a:endParaRPr lang="en-GB" sz="2800" dirty="0"/>
          </a:p>
        </p:txBody>
      </p:sp>
      <p:pic>
        <p:nvPicPr>
          <p:cNvPr id="2050" name="Picture 2" descr="C:\Users\UCCSMS1\Desktop\images\applied_style_tex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455952"/>
            <a:ext cx="655272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5651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Change Style function allows you to change the default font, </a:t>
            </a:r>
            <a:r>
              <a:rPr lang="en-GB" sz="2800" dirty="0" smtClean="0"/>
              <a:t>colour, </a:t>
            </a:r>
            <a:r>
              <a:rPr lang="en-GB" sz="2800" dirty="0"/>
              <a:t>paragraph spacing and style set for a document</a:t>
            </a:r>
            <a:r>
              <a:rPr lang="en-GB" sz="2800" dirty="0" smtClean="0"/>
              <a:t>.</a:t>
            </a: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Home tab </a:t>
            </a:r>
            <a:r>
              <a:rPr lang="en-GB" sz="2800" dirty="0"/>
              <a:t>and then click the </a:t>
            </a:r>
            <a:r>
              <a:rPr lang="en-GB" sz="2800" b="1" dirty="0"/>
              <a:t>Change Styles button</a:t>
            </a:r>
            <a:r>
              <a:rPr lang="en-GB" sz="2800" dirty="0"/>
              <a:t>; this will show you all the options that can be changed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You can change the Style, the Font, the </a:t>
            </a:r>
            <a:r>
              <a:rPr lang="en-GB" sz="2800" dirty="0" smtClean="0"/>
              <a:t>Colour </a:t>
            </a:r>
            <a:r>
              <a:rPr lang="en-GB" sz="2800" dirty="0"/>
              <a:t>and the Spacing of the paragraph.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46969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3074" name="Picture 2" descr="C:\Users\UCCSMS1\Desktop\images\change_style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0"/>
            <a:ext cx="8064896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6140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800" dirty="0"/>
              <a:t>If the style set needs to be changed, </a:t>
            </a:r>
            <a:endParaRPr lang="en-GB" sz="2800" dirty="0" smtClean="0"/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Style Set option</a:t>
            </a:r>
            <a:r>
              <a:rPr lang="en-GB" sz="2800" dirty="0"/>
              <a:t>; this will display a submenu to select any of the available style set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/>
              <a:t>When you move your mouse over the different </a:t>
            </a:r>
            <a:r>
              <a:rPr lang="en-GB" sz="2800" b="1" dirty="0"/>
              <a:t>style sets</a:t>
            </a:r>
            <a:r>
              <a:rPr lang="en-GB" sz="2800" dirty="0"/>
              <a:t>, you will get real time text preview to give an idea about the final result.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4098" name="Picture 2" descr="C:\Users\UCCSMS1\Desktop\images\set_style_men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463752"/>
            <a:ext cx="5334000" cy="334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08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 </a:t>
            </a:r>
          </a:p>
          <a:p>
            <a:pPr algn="just"/>
            <a:r>
              <a:rPr lang="en-GB" sz="2800" dirty="0"/>
              <a:t>To apply a selected style set, </a:t>
            </a:r>
            <a:endParaRPr lang="en-GB" sz="2800" dirty="0" smtClean="0"/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over the </a:t>
            </a:r>
            <a:r>
              <a:rPr lang="en-GB" sz="2800" b="1" dirty="0"/>
              <a:t>style set</a:t>
            </a:r>
            <a:r>
              <a:rPr lang="en-GB" sz="2800" dirty="0"/>
              <a:t> and you will find that it is has been applied on your document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5122" name="Picture 2" descr="C:\Users\UCCSMS1\Desktop\images\applied_style_s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616" y="2492896"/>
            <a:ext cx="609176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0096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Existing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To start a new document, click the </a:t>
            </a:r>
            <a:r>
              <a:rPr lang="en-GB" sz="2800" b="1" dirty="0"/>
              <a:t>File </a:t>
            </a:r>
            <a:r>
              <a:rPr lang="en-GB" sz="2800" b="1" dirty="0" smtClean="0"/>
              <a:t>tab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 smtClean="0"/>
              <a:t> Click </a:t>
            </a:r>
            <a:r>
              <a:rPr lang="en-GB" sz="2800" dirty="0"/>
              <a:t>the </a:t>
            </a:r>
            <a:r>
              <a:rPr lang="en-GB" sz="2800" b="1" dirty="0"/>
              <a:t>New option</a:t>
            </a:r>
            <a:r>
              <a:rPr lang="en-GB" sz="2800" dirty="0"/>
              <a:t>; this will display the </a:t>
            </a:r>
            <a:r>
              <a:rPr lang="en-GB" sz="2800" b="1" dirty="0"/>
              <a:t>Available Templates</a:t>
            </a:r>
            <a:r>
              <a:rPr lang="en-GB" sz="2800" dirty="0"/>
              <a:t>.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6146" name="Picture 2" descr="C:\Users\UCCSMS1\Desktop\images\available_templat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420888"/>
            <a:ext cx="6624736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3787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Existing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Microsoft Word provides a list of templates arranged under Sample Templates or you can download hundreds of templates from </a:t>
            </a:r>
            <a:r>
              <a:rPr lang="en-GB" sz="2800" b="1" dirty="0"/>
              <a:t>office.com</a:t>
            </a:r>
            <a:r>
              <a:rPr lang="en-GB" sz="2800" dirty="0"/>
              <a:t> which are arranged in different categories. </a:t>
            </a:r>
            <a:endParaRPr lang="en-GB" sz="2800" dirty="0" smtClean="0"/>
          </a:p>
          <a:p>
            <a:pPr algn="just"/>
            <a:r>
              <a:rPr lang="en-GB" sz="2800" dirty="0"/>
              <a:t>We will use </a:t>
            </a:r>
            <a:r>
              <a:rPr lang="en-GB" sz="2800" b="1" dirty="0"/>
              <a:t>Sample Templates </a:t>
            </a:r>
            <a:r>
              <a:rPr lang="en-GB" sz="2800" dirty="0"/>
              <a:t>for our document. </a:t>
            </a:r>
            <a:endParaRPr lang="en-GB" sz="2800" dirty="0" smtClean="0"/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7170" name="Picture 2" descr="C:\Users\UCCSMS1\Desktop\images\sample_templat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56992"/>
            <a:ext cx="561662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9495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Existing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 smtClean="0"/>
              <a:t>Select </a:t>
            </a:r>
            <a:r>
              <a:rPr lang="en-GB" sz="2800" b="1" dirty="0"/>
              <a:t>Equity Report template </a:t>
            </a:r>
            <a:r>
              <a:rPr lang="en-GB" sz="2800" dirty="0"/>
              <a:t>for our report requirement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 smtClean="0"/>
              <a:t>Select </a:t>
            </a:r>
            <a:r>
              <a:rPr lang="en-GB" sz="2800" dirty="0"/>
              <a:t>the </a:t>
            </a:r>
            <a:r>
              <a:rPr lang="en-GB" sz="2800" b="1" dirty="0"/>
              <a:t>Document Option </a:t>
            </a:r>
            <a:r>
              <a:rPr lang="en-GB" sz="2800" dirty="0"/>
              <a:t>available in the third column.</a:t>
            </a:r>
            <a:endParaRPr lang="en-GB" sz="2800" dirty="0" smtClean="0"/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8194" name="Picture 2" descr="C:\Users\UCCSMS1\Desktop\images\selected_templa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04864"/>
            <a:ext cx="6624736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3519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New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To create a new template using an existing template, click the </a:t>
            </a:r>
            <a:r>
              <a:rPr lang="en-GB" sz="2800" b="1" dirty="0"/>
              <a:t>File tab </a:t>
            </a:r>
            <a:r>
              <a:rPr lang="en-GB" sz="2800" dirty="0"/>
              <a:t>and then click the </a:t>
            </a:r>
            <a:r>
              <a:rPr lang="en-GB" sz="2800" b="1" dirty="0"/>
              <a:t>New option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r>
              <a:rPr lang="en-GB" sz="2800" dirty="0"/>
              <a:t> A Microsoft Word template file has an extension of </a:t>
            </a:r>
            <a:r>
              <a:rPr lang="en-GB" sz="2800" b="1" dirty="0">
                <a:solidFill>
                  <a:srgbClr val="FF0000"/>
                </a:solidFill>
              </a:rPr>
              <a:t>.</a:t>
            </a:r>
            <a:r>
              <a:rPr lang="en-GB" sz="2800" b="1" dirty="0" err="1">
                <a:solidFill>
                  <a:srgbClr val="FF0000"/>
                </a:solidFill>
              </a:rPr>
              <a:t>dotx</a:t>
            </a:r>
            <a:r>
              <a:rPr lang="en-GB" sz="2800" dirty="0"/>
              <a:t>.</a:t>
            </a:r>
            <a:endParaRPr lang="en-GB" sz="2800" dirty="0" smtClean="0"/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9218" name="Picture 2" descr="C:\Users\UCCSMS1\Desktop\images\template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36912"/>
            <a:ext cx="6696744" cy="405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8988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New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You can now modify an open template as per your requirements and once you are done</a:t>
            </a:r>
            <a:r>
              <a:rPr lang="en-GB" sz="2800" dirty="0" smtClean="0"/>
              <a:t>,</a:t>
            </a:r>
          </a:p>
          <a:p>
            <a:pPr algn="just"/>
            <a:r>
              <a:rPr lang="en-GB" sz="2800" dirty="0" smtClean="0"/>
              <a:t> </a:t>
            </a:r>
            <a:r>
              <a:rPr lang="en-GB" sz="2800" dirty="0"/>
              <a:t>you can save this template with a </a:t>
            </a:r>
            <a:r>
              <a:rPr lang="en-GB" sz="2800" b="1" dirty="0"/>
              <a:t>.</a:t>
            </a:r>
            <a:r>
              <a:rPr lang="en-GB" sz="2800" b="1" dirty="0" err="1"/>
              <a:t>dotx</a:t>
            </a:r>
            <a:r>
              <a:rPr lang="en-GB" sz="2800" b="1" dirty="0"/>
              <a:t> </a:t>
            </a:r>
            <a:r>
              <a:rPr lang="en-GB" sz="2800" dirty="0"/>
              <a:t>extension which is a standard extension for Microsoft Word Templates..</a:t>
            </a:r>
            <a:endParaRPr lang="en-GB" sz="2800" dirty="0" smtClean="0"/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10242" name="Picture 2" descr="C:\Users\UCCSMS1\Desktop\images\modified_templa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24944"/>
            <a:ext cx="533400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5671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Picture in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on your document where you want to add a picture</a:t>
            </a:r>
            <a:r>
              <a:rPr lang="en-GB" sz="2800" dirty="0" smtClean="0"/>
              <a:t>.</a:t>
            </a: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Insert tab </a:t>
            </a:r>
            <a:endParaRPr lang="en-GB" sz="2800" b="1" dirty="0" smtClean="0"/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Picture option </a:t>
            </a:r>
            <a:r>
              <a:rPr lang="en-GB" sz="2800" dirty="0"/>
              <a:t>available in illustrations group, which will display the </a:t>
            </a:r>
            <a:r>
              <a:rPr lang="en-GB" sz="2800" b="1" dirty="0"/>
              <a:t>Insert Picture dialog box</a:t>
            </a:r>
            <a:r>
              <a:rPr lang="en-GB" sz="2800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91259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Picture in Document</a:t>
            </a:r>
            <a:endParaRPr lang="en-US" dirty="0"/>
          </a:p>
        </p:txBody>
      </p:sp>
      <p:pic>
        <p:nvPicPr>
          <p:cNvPr id="11266" name="Picture 2" descr="C:\Users\UCCSMS1\Desktop\images\insert_picture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52736"/>
            <a:ext cx="6768752" cy="477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8874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Picture in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You can select a required picture using the Insert Picture dialog box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/>
              <a:t>When you will click the Insert button, selected picture will be inserted in your document. </a:t>
            </a:r>
            <a:endParaRPr lang="en-GB" sz="2800" dirty="0" smtClean="0"/>
          </a:p>
          <a:p>
            <a:pPr marL="0" indent="0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12290" name="Picture 2" descr="C:\Users\UCCSMS1\Desktop\images\format_pic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852936"/>
            <a:ext cx="5334000" cy="381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9335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WordArt in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in your document where you want to add </a:t>
            </a:r>
            <a:r>
              <a:rPr lang="en-GB" sz="2800" dirty="0" smtClean="0"/>
              <a:t>WordArt.</a:t>
            </a: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 Click the </a:t>
            </a:r>
            <a:r>
              <a:rPr lang="en-GB" sz="2800" b="1" dirty="0"/>
              <a:t>Insert tab </a:t>
            </a:r>
            <a:r>
              <a:rPr lang="en-GB" sz="2800" b="1" dirty="0" smtClean="0"/>
              <a:t> </a:t>
            </a:r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the </a:t>
            </a:r>
            <a:r>
              <a:rPr lang="en-GB" sz="2800" b="1" dirty="0"/>
              <a:t>WordArt option </a:t>
            </a:r>
            <a:r>
              <a:rPr lang="en-GB" sz="2800" dirty="0"/>
              <a:t>available in the Text group; this will display a gallery of WordArt.</a:t>
            </a:r>
          </a:p>
        </p:txBody>
      </p:sp>
      <p:pic>
        <p:nvPicPr>
          <p:cNvPr id="13314" name="Picture 2" descr="C:\Users\UCCSMS1\Desktop\images\insert_wordar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12" y="3501008"/>
            <a:ext cx="533400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2558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WordArt in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You can select any of the </a:t>
            </a:r>
            <a:r>
              <a:rPr lang="en-GB" sz="2800" b="1" dirty="0"/>
              <a:t>WordArt style </a:t>
            </a:r>
            <a:r>
              <a:rPr lang="en-GB" sz="2800" dirty="0"/>
              <a:t>from the displayed gallery by clicking on </a:t>
            </a:r>
            <a:r>
              <a:rPr lang="en-GB" sz="2800" dirty="0" smtClean="0"/>
              <a:t>it.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Now you can modify the inserted text as per your requirement and you can make it further beautiful by using different options available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b="1" dirty="0" smtClean="0"/>
              <a:t>Double-click</a:t>
            </a:r>
            <a:r>
              <a:rPr lang="en-GB" sz="2800" dirty="0" smtClean="0"/>
              <a:t> </a:t>
            </a:r>
            <a:r>
              <a:rPr lang="en-GB" sz="2800" dirty="0"/>
              <a:t>your inserted </a:t>
            </a:r>
            <a:r>
              <a:rPr lang="en-GB" sz="2800" b="1" dirty="0"/>
              <a:t>WordArt </a:t>
            </a:r>
            <a:r>
              <a:rPr lang="en-GB" sz="2800" dirty="0"/>
              <a:t>and Word will give you numerous options available from the </a:t>
            </a:r>
            <a:r>
              <a:rPr lang="en-GB" sz="2800" b="1" dirty="0"/>
              <a:t>Format tab </a:t>
            </a:r>
            <a:r>
              <a:rPr lang="en-GB" sz="2800" dirty="0"/>
              <a:t>to format your image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Most frequently used options are </a:t>
            </a:r>
            <a:r>
              <a:rPr lang="en-GB" sz="2800" b="1" dirty="0"/>
              <a:t>Shape Styles </a:t>
            </a:r>
            <a:r>
              <a:rPr lang="en-GB" sz="2800" dirty="0"/>
              <a:t>and </a:t>
            </a:r>
            <a:r>
              <a:rPr lang="en-GB" sz="2800" b="1" dirty="0"/>
              <a:t>WordArt Styles</a:t>
            </a:r>
            <a:r>
              <a:rPr lang="en-GB" sz="2800" dirty="0"/>
              <a:t>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6623517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WordArt in Document</a:t>
            </a:r>
            <a:endParaRPr lang="en-US" dirty="0"/>
          </a:p>
        </p:txBody>
      </p:sp>
      <p:pic>
        <p:nvPicPr>
          <p:cNvPr id="14338" name="Picture 2" descr="C:\Users\UCCSMS1\Desktop\images\format_wordar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568952" cy="604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2146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File tab</a:t>
            </a:r>
            <a:r>
              <a:rPr lang="en-GB" sz="2800" dirty="0" smtClean="0"/>
              <a:t>, and then  Click </a:t>
            </a:r>
            <a:r>
              <a:rPr lang="en-GB" sz="2800" b="1" dirty="0"/>
              <a:t>Options</a:t>
            </a:r>
            <a:r>
              <a:rPr lang="en-GB" sz="2800" dirty="0" smtClean="0"/>
              <a:t>, </a:t>
            </a:r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the </a:t>
            </a:r>
            <a:r>
              <a:rPr lang="en-GB" sz="2800" b="1" dirty="0"/>
              <a:t>Proofing option</a:t>
            </a:r>
            <a:r>
              <a:rPr lang="en-GB" sz="2800" dirty="0"/>
              <a:t> available in the left most column, it will display the </a:t>
            </a:r>
            <a:r>
              <a:rPr lang="en-GB" sz="2800" b="1" dirty="0" smtClean="0"/>
              <a:t>Word </a:t>
            </a:r>
            <a:r>
              <a:rPr lang="en-GB" sz="2800" b="1" dirty="0"/>
              <a:t>Options dialog box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15362" name="Picture 2" descr="C:\Users\UCCSMS1\Desktop\images\word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64904"/>
            <a:ext cx="5334000" cy="398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6102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AutoCorrect Options button </a:t>
            </a:r>
            <a:r>
              <a:rPr lang="en-GB" sz="2800" dirty="0"/>
              <a:t>which will display the </a:t>
            </a:r>
            <a:r>
              <a:rPr lang="en-GB" sz="2800" b="1" dirty="0"/>
              <a:t>AutoCorrect dialog </a:t>
            </a:r>
            <a:r>
              <a:rPr lang="en-GB" sz="2800" b="1" dirty="0" smtClean="0"/>
              <a:t>box. </a:t>
            </a:r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the </a:t>
            </a:r>
            <a:r>
              <a:rPr lang="en-GB" sz="2800" b="1" dirty="0"/>
              <a:t>AutoCorrect tab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/>
              <a:t>Now you have to make sure all the options are enabled, especially the </a:t>
            </a:r>
            <a:r>
              <a:rPr lang="en-GB" sz="2800" b="1" dirty="0"/>
              <a:t>Replace Text as you type option</a:t>
            </a:r>
            <a:r>
              <a:rPr lang="en-GB" sz="2800" dirty="0"/>
              <a:t>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753580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16386" name="Picture 2" descr="C:\Users\UCCSMS1\Desktop\images\autocorrect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8784976" cy="594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6341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000" dirty="0"/>
              <a:t>Select from among the following options, depending on your preferences.</a:t>
            </a:r>
            <a:endParaRPr lang="en-GB" sz="2000" dirty="0" smtClean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496944" cy="544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26537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000" dirty="0"/>
              <a:t>Select from among the following options, depending on your preferences.</a:t>
            </a:r>
            <a:endParaRPr lang="en-GB" sz="2000" dirty="0" smtClean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820471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7170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Although Word comes preconfigured with hundreds of AutoCorrect entries, you can also manually add entries using the following dialog box and use the </a:t>
            </a:r>
            <a:r>
              <a:rPr lang="en-GB" sz="2800" b="1" dirty="0"/>
              <a:t>Replace </a:t>
            </a:r>
            <a:r>
              <a:rPr lang="en-GB" sz="2800" dirty="0"/>
              <a:t>and </a:t>
            </a:r>
            <a:r>
              <a:rPr lang="en-GB" sz="2800" b="1" dirty="0"/>
              <a:t>With</a:t>
            </a:r>
            <a:r>
              <a:rPr lang="en-GB" sz="2800" dirty="0"/>
              <a:t> text boxes to add more entries</a:t>
            </a:r>
            <a:r>
              <a:rPr lang="en-GB" sz="2800" dirty="0" smtClean="0"/>
              <a:t>.</a:t>
            </a:r>
          </a:p>
          <a:p>
            <a:pPr algn="just"/>
            <a:endParaRPr lang="en-GB" sz="2800" b="1" dirty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I added an entry for </a:t>
            </a:r>
            <a:r>
              <a:rPr lang="en-GB" sz="2800" b="1" dirty="0" err="1"/>
              <a:t>Markiting</a:t>
            </a:r>
            <a:r>
              <a:rPr lang="en-GB" sz="2800" dirty="0"/>
              <a:t> which should be replaced with </a:t>
            </a:r>
            <a:r>
              <a:rPr lang="en-GB" sz="2800" b="1" dirty="0"/>
              <a:t>Marketing</a:t>
            </a:r>
            <a:r>
              <a:rPr lang="en-GB" sz="2800" dirty="0"/>
              <a:t>. 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35322819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AutoCorrect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800" dirty="0"/>
              <a:t> Click </a:t>
            </a:r>
            <a:r>
              <a:rPr lang="en-GB" sz="2800" b="1" dirty="0"/>
              <a:t>OK </a:t>
            </a:r>
            <a:r>
              <a:rPr lang="en-GB" sz="2800" dirty="0"/>
              <a:t>to close the </a:t>
            </a:r>
            <a:r>
              <a:rPr lang="en-GB" sz="2800" b="1" dirty="0"/>
              <a:t>AutoCorrect Options dialog box </a:t>
            </a:r>
            <a:endParaRPr lang="en-GB" sz="2800" b="1" dirty="0" smtClean="0"/>
          </a:p>
          <a:p>
            <a:pPr algn="just"/>
            <a:endParaRPr lang="en-GB" sz="2800" b="1" dirty="0" smtClean="0"/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b="1" dirty="0"/>
              <a:t>OK </a:t>
            </a:r>
            <a:r>
              <a:rPr lang="en-GB" sz="2800" dirty="0"/>
              <a:t>to close the </a:t>
            </a:r>
            <a:r>
              <a:rPr lang="en-GB" sz="2800" b="1" dirty="0"/>
              <a:t>Word Options dialog box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Now try to type </a:t>
            </a:r>
            <a:r>
              <a:rPr lang="en-GB" sz="2800" b="1" dirty="0" err="1"/>
              <a:t>Markiting</a:t>
            </a:r>
            <a:r>
              <a:rPr lang="en-GB" sz="2800" dirty="0"/>
              <a:t> and as soon as you type this word, Microsoft Word </a:t>
            </a:r>
            <a:r>
              <a:rPr lang="en-GB" sz="2800" b="1" dirty="0"/>
              <a:t>autocorrects</a:t>
            </a:r>
            <a:r>
              <a:rPr lang="en-GB" sz="2800" dirty="0"/>
              <a:t> it with the correct word </a:t>
            </a:r>
            <a:r>
              <a:rPr lang="en-GB" sz="2800" b="1" dirty="0"/>
              <a:t>Marketing</a:t>
            </a:r>
            <a:r>
              <a:rPr lang="en-GB" sz="2800" dirty="0"/>
              <a:t> word.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5932850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File tab</a:t>
            </a:r>
            <a:r>
              <a:rPr lang="en-GB" sz="2800" dirty="0" smtClean="0"/>
              <a:t>, and then  Click </a:t>
            </a:r>
            <a:r>
              <a:rPr lang="en-GB" sz="2800" b="1" dirty="0"/>
              <a:t>Options</a:t>
            </a:r>
            <a:r>
              <a:rPr lang="en-GB" sz="2800" dirty="0" smtClean="0"/>
              <a:t>, </a:t>
            </a:r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the </a:t>
            </a:r>
            <a:r>
              <a:rPr lang="en-GB" sz="2800" b="1" dirty="0"/>
              <a:t>Proofing option</a:t>
            </a:r>
            <a:r>
              <a:rPr lang="en-GB" sz="2800" dirty="0"/>
              <a:t> available in the left most column, it will display the </a:t>
            </a:r>
            <a:r>
              <a:rPr lang="en-GB" sz="2800" b="1" dirty="0" smtClean="0"/>
              <a:t>Word </a:t>
            </a:r>
            <a:r>
              <a:rPr lang="en-GB" sz="2800" b="1" dirty="0"/>
              <a:t>Options dialog box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15362" name="Picture 2" descr="C:\Users\UCCSMS1\Desktop\images\word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64904"/>
            <a:ext cx="5334000" cy="398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0314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 smtClean="0"/>
              <a:t>AutoCorrect </a:t>
            </a:r>
            <a:r>
              <a:rPr lang="en-GB" sz="2400" b="1" dirty="0"/>
              <a:t>Options button</a:t>
            </a:r>
            <a:r>
              <a:rPr lang="en-GB" sz="2400" dirty="0"/>
              <a:t>; this will display the </a:t>
            </a:r>
            <a:r>
              <a:rPr lang="en-GB" sz="2400" b="1" dirty="0"/>
              <a:t>AutoCorrect dialog </a:t>
            </a:r>
            <a:r>
              <a:rPr lang="en-GB" sz="2400" b="1" dirty="0" smtClean="0"/>
              <a:t>box</a:t>
            </a:r>
            <a:r>
              <a:rPr lang="en-GB" sz="2400" dirty="0" smtClean="0"/>
              <a:t>. </a:t>
            </a:r>
          </a:p>
          <a:p>
            <a:pPr algn="just"/>
            <a:r>
              <a:rPr lang="en-GB" sz="2400" dirty="0" smtClean="0"/>
              <a:t>click </a:t>
            </a:r>
            <a:r>
              <a:rPr lang="en-GB" sz="2400" dirty="0"/>
              <a:t>the </a:t>
            </a:r>
            <a:r>
              <a:rPr lang="en-GB" sz="2400" b="1" dirty="0"/>
              <a:t>AutoFormat As You Type </a:t>
            </a:r>
            <a:r>
              <a:rPr lang="en-GB" sz="2400" dirty="0"/>
              <a:t>tab to determine what items Word will automatically </a:t>
            </a:r>
            <a:r>
              <a:rPr lang="en-GB" sz="2400" dirty="0" smtClean="0"/>
              <a:t>format </a:t>
            </a:r>
            <a:r>
              <a:rPr lang="en-GB" sz="2400" dirty="0"/>
              <a:t>for you as you type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 smtClean="0"/>
          </a:p>
        </p:txBody>
      </p:sp>
      <p:pic>
        <p:nvPicPr>
          <p:cNvPr id="19458" name="Picture 2" descr="C:\Users\UCCSMS1\Desktop\images\autoformat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692544"/>
            <a:ext cx="533400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4176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Select from among the following options, depending on your </a:t>
            </a:r>
            <a:r>
              <a:rPr lang="en-GB" sz="2400" dirty="0" smtClean="0"/>
              <a:t>preferences.</a:t>
            </a:r>
          </a:p>
          <a:p>
            <a:pPr algn="just"/>
            <a:endParaRPr lang="en-GB" sz="2400" dirty="0" smtClean="0"/>
          </a:p>
          <a:p>
            <a:pPr algn="just"/>
            <a:endParaRPr lang="en-GB" sz="2400" dirty="0" smtClean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44" y="1916832"/>
            <a:ext cx="835292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9678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Select from among the following options, depending on your </a:t>
            </a:r>
            <a:r>
              <a:rPr lang="en-GB" sz="2400" dirty="0" smtClean="0"/>
              <a:t>preferences.</a:t>
            </a:r>
          </a:p>
          <a:p>
            <a:pPr algn="just"/>
            <a:endParaRPr lang="en-GB" sz="2400" dirty="0" smtClean="0"/>
          </a:p>
          <a:p>
            <a:pPr algn="just"/>
            <a:endParaRPr lang="en-GB" sz="2400" dirty="0" smtClean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064895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3471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Setting AutoFormat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Select from among the following options, depending on your </a:t>
            </a:r>
            <a:r>
              <a:rPr lang="en-GB" sz="2400" dirty="0" smtClean="0"/>
              <a:t>preferences.</a:t>
            </a:r>
          </a:p>
          <a:p>
            <a:pPr algn="just"/>
            <a:endParaRPr lang="en-GB" sz="2400" dirty="0" smtClean="0"/>
          </a:p>
          <a:p>
            <a:pPr algn="just"/>
            <a:endParaRPr lang="en-GB" sz="2400" dirty="0" smtClean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32" y="1796128"/>
            <a:ext cx="8964488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7525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A table of contents (or TOC) is a list of headings in the order in which they appear in the document.</a:t>
            </a:r>
          </a:p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Consider a document having different levels of headings..</a:t>
            </a:r>
            <a:endParaRPr lang="en-GB" sz="2400" dirty="0" smtClean="0"/>
          </a:p>
          <a:p>
            <a:pPr algn="just"/>
            <a:endParaRPr lang="en-GB" sz="2400" dirty="0" smtClean="0"/>
          </a:p>
          <a:p>
            <a:pPr algn="just"/>
            <a:endParaRPr lang="en-GB" sz="2400" dirty="0" smtClean="0"/>
          </a:p>
        </p:txBody>
      </p:sp>
      <p:pic>
        <p:nvPicPr>
          <p:cNvPr id="23554" name="Picture 2" descr="C:\Users\UCCSMS1\Desktop\images\heading_leve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6336704" cy="409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7994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</a:t>
            </a:r>
            <a:r>
              <a:rPr lang="en-GB" sz="2800" b="1" dirty="0">
                <a:solidFill>
                  <a:srgbClr val="FF0000"/>
                </a:solidFill>
              </a:rPr>
              <a:t>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You can insert a table of content anywhere in the document, but the best place is always at the beginning of the </a:t>
            </a:r>
            <a:r>
              <a:rPr lang="en-GB" sz="2400" dirty="0" smtClean="0"/>
              <a:t>document.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 smtClean="0"/>
              <a:t>Bring </a:t>
            </a:r>
            <a:r>
              <a:rPr lang="en-GB" sz="2400" dirty="0"/>
              <a:t>your </a:t>
            </a:r>
            <a:r>
              <a:rPr lang="en-GB" sz="2400" b="1" dirty="0"/>
              <a:t>insertion point </a:t>
            </a:r>
            <a:r>
              <a:rPr lang="en-GB" sz="2400" dirty="0"/>
              <a:t>at the beginning of the document and then click the </a:t>
            </a:r>
            <a:r>
              <a:rPr lang="en-GB" sz="2400" b="1" dirty="0" smtClean="0"/>
              <a:t>References </a:t>
            </a:r>
            <a:r>
              <a:rPr lang="en-GB" sz="2400" b="1" dirty="0"/>
              <a:t>tab </a:t>
            </a:r>
            <a:r>
              <a:rPr lang="en-GB" sz="2400" dirty="0"/>
              <a:t>followed by the Table of Content button</a:t>
            </a:r>
            <a:r>
              <a:rPr lang="en-GB" sz="2400" dirty="0" smtClean="0"/>
              <a:t>;</a:t>
            </a:r>
          </a:p>
          <a:p>
            <a:pPr algn="just"/>
            <a:endParaRPr lang="en-GB" sz="2400" dirty="0" smtClean="0"/>
          </a:p>
        </p:txBody>
      </p:sp>
      <p:pic>
        <p:nvPicPr>
          <p:cNvPr id="24578" name="Picture 2" descr="C:\Users\UCCSMS1\Desktop\images\toc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12976"/>
            <a:ext cx="5976664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9161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Select any of the displayed options by simply clicking on it. A table of content will be inserted at the selected location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 smtClean="0"/>
          </a:p>
        </p:txBody>
      </p:sp>
      <p:pic>
        <p:nvPicPr>
          <p:cNvPr id="25602" name="Picture 2" descr="C:\Users\UCCSMS1\Desktop\images\table_of_cont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88840"/>
            <a:ext cx="7632848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0124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400" dirty="0"/>
              <a:t>Select any of the displayed options by simply clicking on it. A table of content will be inserted at the selected location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/>
              <a:t>If you click on the </a:t>
            </a:r>
            <a:r>
              <a:rPr lang="en-GB" sz="2400" b="1" dirty="0"/>
              <a:t>Insert Table of Content option </a:t>
            </a:r>
            <a:r>
              <a:rPr lang="en-GB" sz="2400" dirty="0"/>
              <a:t>available in the option menu, then it will show you a </a:t>
            </a:r>
            <a:r>
              <a:rPr lang="en-GB" sz="2400" b="1" dirty="0"/>
              <a:t>dialog box </a:t>
            </a:r>
            <a:r>
              <a:rPr lang="en-GB" sz="2400" dirty="0"/>
              <a:t>where you can select the </a:t>
            </a:r>
            <a:r>
              <a:rPr lang="en-GB" sz="2400" b="1" dirty="0"/>
              <a:t>number of levels </a:t>
            </a:r>
            <a:r>
              <a:rPr lang="en-GB" sz="2400" dirty="0"/>
              <a:t>you want to have in your table of content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You can </a:t>
            </a:r>
            <a:r>
              <a:rPr lang="en-GB" sz="2400" b="1" dirty="0"/>
              <a:t>turn ON </a:t>
            </a:r>
            <a:r>
              <a:rPr lang="en-GB" sz="2400" dirty="0"/>
              <a:t>or </a:t>
            </a:r>
            <a:r>
              <a:rPr lang="en-GB" sz="2400" b="1" dirty="0"/>
              <a:t>turn OFF</a:t>
            </a:r>
            <a:r>
              <a:rPr lang="en-GB" sz="2400" dirty="0"/>
              <a:t> the Show Page Numbers option. Once done, click the OK button to apply the options.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38797432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26626" name="Picture 2" descr="C:\Users\UCCSMS1\Desktop\images\levels_in_to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7"/>
            <a:ext cx="842493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8781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Update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r>
              <a:rPr lang="en-GB" sz="2400" dirty="0"/>
              <a:t>Consider you already have a table of content as shown </a:t>
            </a:r>
            <a:r>
              <a:rPr lang="en-GB" sz="2400" dirty="0" smtClean="0"/>
              <a:t>below.</a:t>
            </a:r>
          </a:p>
          <a:p>
            <a:r>
              <a:rPr lang="en-GB" sz="2400" dirty="0" smtClean="0"/>
              <a:t> </a:t>
            </a:r>
            <a:r>
              <a:rPr lang="en-GB" sz="2400" dirty="0"/>
              <a:t>Click the </a:t>
            </a:r>
            <a:r>
              <a:rPr lang="en-GB" sz="2400" b="1" dirty="0"/>
              <a:t>References tab </a:t>
            </a:r>
            <a:r>
              <a:rPr lang="en-GB" sz="2400" dirty="0"/>
              <a:t>followed by the </a:t>
            </a:r>
            <a:r>
              <a:rPr lang="en-GB" sz="2400" b="1" dirty="0"/>
              <a:t>Update Table button</a:t>
            </a:r>
            <a:r>
              <a:rPr lang="en-GB" sz="2400" dirty="0"/>
              <a:t>; this will display the Update Table of Contents dialog box with two options.</a:t>
            </a:r>
          </a:p>
          <a:p>
            <a:endParaRPr lang="en-GB" sz="2800" dirty="0" smtClean="0"/>
          </a:p>
          <a:p>
            <a:endParaRPr lang="en-GB" sz="2800" dirty="0" smtClean="0"/>
          </a:p>
        </p:txBody>
      </p:sp>
      <p:pic>
        <p:nvPicPr>
          <p:cNvPr id="27650" name="Picture 2" descr="C:\Users\UCCSMS1\Desktop\images\update_table_content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76872"/>
            <a:ext cx="6984776" cy="440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646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Update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If you want to update just the </a:t>
            </a:r>
            <a:r>
              <a:rPr lang="en-GB" sz="2400" b="1" dirty="0"/>
              <a:t>page numbers </a:t>
            </a:r>
            <a:r>
              <a:rPr lang="en-GB" sz="2400" dirty="0"/>
              <a:t>then select the first option Update page numbers only available in the dialog box </a:t>
            </a:r>
            <a:endParaRPr lang="en-GB" sz="2400" dirty="0" smtClean="0"/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S</a:t>
            </a:r>
            <a:r>
              <a:rPr lang="en-GB" sz="2400" dirty="0" smtClean="0"/>
              <a:t>elect </a:t>
            </a:r>
            <a:r>
              <a:rPr lang="en-GB" sz="2400" dirty="0"/>
              <a:t>the second option </a:t>
            </a:r>
            <a:r>
              <a:rPr lang="en-GB" sz="2400" b="1" dirty="0"/>
              <a:t>Update entire table </a:t>
            </a:r>
            <a:r>
              <a:rPr lang="en-GB" sz="2400" dirty="0"/>
              <a:t>and you will find your table of content updated with all the latest changes.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234523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References tab </a:t>
            </a:r>
            <a:r>
              <a:rPr lang="en-GB" sz="2400" dirty="0"/>
              <a:t>and next </a:t>
            </a:r>
            <a:r>
              <a:rPr lang="en-GB" sz="2400" b="1" dirty="0"/>
              <a:t>Table of Contents button </a:t>
            </a:r>
            <a:r>
              <a:rPr lang="en-GB" sz="2400" dirty="0"/>
              <a:t>which will display a list of Table of Contents options along with </a:t>
            </a:r>
            <a:r>
              <a:rPr lang="en-GB" sz="2400" b="1" dirty="0"/>
              <a:t>Remove Table of Contents option </a:t>
            </a:r>
            <a:r>
              <a:rPr lang="en-GB" sz="2400" dirty="0"/>
              <a:t>available at the bottom</a:t>
            </a:r>
            <a:r>
              <a:rPr lang="en-GB" sz="24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28674" name="Picture 2" descr="C:\Users\UCCSMS1\Desktop\images\remove_table_content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727280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8243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Preview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Open the document the preview of which you want to see.</a:t>
            </a:r>
          </a:p>
          <a:p>
            <a:pPr marL="0" indent="0" algn="just">
              <a:buNone/>
            </a:pPr>
            <a:endParaRPr lang="en-GB" sz="2400" dirty="0" smtClean="0"/>
          </a:p>
          <a:p>
            <a:pPr algn="just"/>
            <a:endParaRPr lang="en-GB" sz="2800" dirty="0" smtClean="0"/>
          </a:p>
        </p:txBody>
      </p:sp>
      <p:pic>
        <p:nvPicPr>
          <p:cNvPr id="29698" name="Picture 2" descr="C:\Users\UCCSMS1\Desktop\images\heading_leve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66967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3360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Preview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File tab </a:t>
            </a:r>
            <a:r>
              <a:rPr lang="en-GB" sz="2400" dirty="0"/>
              <a:t>followed by the </a:t>
            </a:r>
            <a:r>
              <a:rPr lang="en-GB" sz="2400" b="1" dirty="0"/>
              <a:t>Print option</a:t>
            </a:r>
            <a:r>
              <a:rPr lang="en-GB" sz="2400" dirty="0"/>
              <a:t>; this will display a preview of the </a:t>
            </a:r>
            <a:r>
              <a:rPr lang="en-GB" sz="2400" dirty="0" smtClean="0"/>
              <a:t>document </a:t>
            </a:r>
            <a:r>
              <a:rPr lang="en-GB" sz="2400" dirty="0"/>
              <a:t>in the right column</a:t>
            </a:r>
            <a:r>
              <a:rPr lang="en-GB" sz="24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30722" name="Picture 2" descr="C:\Users\UCCSMS1\Desktop\images\print_pre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88840"/>
            <a:ext cx="6552728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7289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Printing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File tab </a:t>
            </a:r>
            <a:r>
              <a:rPr lang="en-GB" sz="2400" dirty="0"/>
              <a:t>followed by the </a:t>
            </a:r>
            <a:r>
              <a:rPr lang="en-GB" sz="2400" b="1" dirty="0"/>
              <a:t>Print option</a:t>
            </a:r>
            <a:r>
              <a:rPr lang="en-GB" sz="2400" dirty="0"/>
              <a:t>; this will display a preview of the </a:t>
            </a:r>
            <a:r>
              <a:rPr lang="en-GB" sz="2400" dirty="0" smtClean="0"/>
              <a:t>document </a:t>
            </a:r>
            <a:r>
              <a:rPr lang="en-GB" sz="2400" dirty="0"/>
              <a:t>in the right column</a:t>
            </a:r>
            <a:r>
              <a:rPr lang="en-GB" sz="24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30722" name="Picture 2" descr="C:\Users\UCCSMS1\Desktop\images\print_pre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88840"/>
            <a:ext cx="6552728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7039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Printing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You can set various other </a:t>
            </a:r>
            <a:r>
              <a:rPr lang="en-GB" sz="2400" b="1" dirty="0"/>
              <a:t>printing options </a:t>
            </a:r>
            <a:r>
              <a:rPr lang="en-GB" sz="2400" dirty="0"/>
              <a:t>available. Select from among the following options, depending on your </a:t>
            </a:r>
            <a:r>
              <a:rPr lang="en-GB" sz="2400" dirty="0" smtClean="0"/>
              <a:t>preferences.</a:t>
            </a:r>
          </a:p>
          <a:p>
            <a:pPr algn="just"/>
            <a:endParaRPr lang="en-GB" sz="2800" dirty="0" smtClean="0"/>
          </a:p>
        </p:txBody>
      </p:sp>
      <p:pic>
        <p:nvPicPr>
          <p:cNvPr id="31746" name="Picture 2" descr="C:\Users\UCCSMS1\Desktop\images\print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16832"/>
            <a:ext cx="8208912" cy="474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8394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Printing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53528"/>
            <a:ext cx="8784976" cy="578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93360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Printing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0728"/>
            <a:ext cx="8640960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45460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Printing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Once you are done with your setting, click on the </a:t>
            </a:r>
            <a:r>
              <a:rPr lang="en-GB" sz="2800" b="1" dirty="0"/>
              <a:t>Print button</a:t>
            </a:r>
            <a:r>
              <a:rPr lang="en-GB" sz="2800" dirty="0"/>
              <a:t> which will send your document to the printer for final </a:t>
            </a:r>
            <a:r>
              <a:rPr lang="en-GB" sz="2800" dirty="0" smtClean="0"/>
              <a:t>printing.</a:t>
            </a:r>
          </a:p>
          <a:p>
            <a:pPr algn="just"/>
            <a:endParaRPr lang="en-GB" sz="2800" dirty="0" smtClean="0"/>
          </a:p>
        </p:txBody>
      </p:sp>
      <p:pic>
        <p:nvPicPr>
          <p:cNvPr id="34818" name="Picture 2" descr="C:\Users\UCCSMS1\Desktop\images\print_butt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64904"/>
            <a:ext cx="5334000" cy="416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0069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Mailing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Open the document you want to send using e-mail as an </a:t>
            </a:r>
            <a:r>
              <a:rPr lang="en-GB" sz="2800" dirty="0" smtClean="0"/>
              <a:t>attachment.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File </a:t>
            </a:r>
            <a:r>
              <a:rPr lang="en-GB" sz="2800" b="1" dirty="0" smtClean="0"/>
              <a:t>tab.</a:t>
            </a:r>
            <a:endParaRPr lang="en-GB" sz="2800" dirty="0" smtClean="0"/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Save &amp; Send option </a:t>
            </a:r>
            <a:r>
              <a:rPr lang="en-GB" sz="2800" dirty="0"/>
              <a:t>from the left most column; this will display a number of options to Save &amp; Send, </a:t>
            </a:r>
            <a:endParaRPr lang="en-GB" sz="2800" dirty="0" smtClean="0"/>
          </a:p>
          <a:p>
            <a:pPr algn="just"/>
            <a:r>
              <a:rPr lang="en-GB" sz="2800" dirty="0"/>
              <a:t>Y</a:t>
            </a:r>
            <a:r>
              <a:rPr lang="en-GB" sz="2800" dirty="0" smtClean="0"/>
              <a:t>ou </a:t>
            </a:r>
            <a:r>
              <a:rPr lang="en-GB" sz="2800" dirty="0"/>
              <a:t>will have to select the </a:t>
            </a:r>
            <a:r>
              <a:rPr lang="en-GB" sz="2800" b="1" dirty="0"/>
              <a:t>Send using Email option </a:t>
            </a:r>
            <a:r>
              <a:rPr lang="en-GB" sz="2800" dirty="0"/>
              <a:t>available in the middle column.</a:t>
            </a:r>
            <a:endParaRPr lang="en-GB" sz="2800" dirty="0" smtClean="0"/>
          </a:p>
          <a:p>
            <a:pPr algn="just"/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3386669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Mailing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endParaRPr lang="en-GB" sz="2800" dirty="0" smtClean="0"/>
          </a:p>
        </p:txBody>
      </p:sp>
      <p:pic>
        <p:nvPicPr>
          <p:cNvPr id="35842" name="Picture 2" descr="C:\Users\UCCSMS1\Desktop\images\send_email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8136904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9057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Mailing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The </a:t>
            </a:r>
            <a:r>
              <a:rPr lang="en-GB" sz="2800" dirty="0"/>
              <a:t>third column will have various options to send email which allows you to send your document as an attachment in </a:t>
            </a:r>
            <a:r>
              <a:rPr lang="en-GB" sz="2800" b="1" dirty="0"/>
              <a:t>DOC </a:t>
            </a:r>
            <a:r>
              <a:rPr lang="en-GB" sz="2800" b="1" dirty="0" smtClean="0"/>
              <a:t>format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 You </a:t>
            </a:r>
            <a:r>
              <a:rPr lang="en-GB" sz="2800" dirty="0"/>
              <a:t>can send your Word document in a </a:t>
            </a:r>
            <a:r>
              <a:rPr lang="en-GB" sz="2800" b="1" dirty="0"/>
              <a:t>PDF format</a:t>
            </a:r>
            <a:r>
              <a:rPr lang="en-GB" sz="2800" dirty="0"/>
              <a:t>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001054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Translate Document Using Microsoft Translator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  <a:endParaRPr lang="en-GB" sz="2800" dirty="0" smtClean="0"/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Review tab </a:t>
            </a:r>
            <a:r>
              <a:rPr lang="en-GB" sz="2800" dirty="0"/>
              <a:t>and then click the </a:t>
            </a:r>
            <a:r>
              <a:rPr lang="en-GB" sz="2800" b="1" dirty="0"/>
              <a:t>Translate button</a:t>
            </a:r>
            <a:r>
              <a:rPr lang="en-GB" sz="2800" dirty="0"/>
              <a:t>; this will display </a:t>
            </a:r>
            <a:r>
              <a:rPr lang="en-GB" sz="2800" dirty="0" smtClean="0"/>
              <a:t>different </a:t>
            </a:r>
            <a:r>
              <a:rPr lang="en-GB" sz="2800" dirty="0"/>
              <a:t>options to be selected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</p:txBody>
      </p:sp>
      <p:pic>
        <p:nvPicPr>
          <p:cNvPr id="36866" name="Picture 2" descr="C:\Users\UCCSMS1\Desktop\images\translate_docu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32856"/>
            <a:ext cx="741682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8510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Translate Document Using Microsoft Translator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  <a:endParaRPr lang="en-GB" sz="2800" dirty="0" smtClean="0"/>
          </a:p>
          <a:p>
            <a:pPr algn="just"/>
            <a:r>
              <a:rPr lang="en-GB" sz="2800" dirty="0"/>
              <a:t>Select the Choose Translation Language option simply by clicking over it.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This will display a Translation Language Options dialog box asking for selecting </a:t>
            </a:r>
            <a:r>
              <a:rPr lang="en-GB" sz="2800" b="1" dirty="0"/>
              <a:t>from</a:t>
            </a:r>
            <a:r>
              <a:rPr lang="en-GB" sz="2800" dirty="0"/>
              <a:t> and </a:t>
            </a:r>
            <a:r>
              <a:rPr lang="en-GB" sz="2800" b="1" dirty="0"/>
              <a:t>to</a:t>
            </a:r>
            <a:r>
              <a:rPr lang="en-GB" sz="2800" dirty="0"/>
              <a:t> languages.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Here </a:t>
            </a:r>
            <a:r>
              <a:rPr lang="en-GB" sz="2800" b="1" dirty="0"/>
              <a:t>From is the source document's language </a:t>
            </a:r>
            <a:r>
              <a:rPr lang="en-GB" sz="2800" dirty="0"/>
              <a:t>and </a:t>
            </a:r>
            <a:r>
              <a:rPr lang="en-GB" sz="2800" b="1" dirty="0"/>
              <a:t>To is the target document’s language</a:t>
            </a:r>
            <a:r>
              <a:rPr lang="en-GB" sz="2800" dirty="0"/>
              <a:t>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8556329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Translate Document Using Microsoft Translator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marL="0" indent="0" algn="ctr">
              <a:buNone/>
            </a:pPr>
            <a:endParaRPr lang="en-GB" sz="2800" dirty="0" smtClean="0"/>
          </a:p>
        </p:txBody>
      </p:sp>
      <p:pic>
        <p:nvPicPr>
          <p:cNvPr id="37890" name="Picture 2" descr="C:\Users\UCCSMS1\Desktop\images\translation_language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8136904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728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Translate Document Using Microsoft Translator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After selecting From Language and To Language, click </a:t>
            </a:r>
            <a:r>
              <a:rPr lang="en-GB" sz="2800" b="1" dirty="0"/>
              <a:t>OK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Now again go to </a:t>
            </a:r>
            <a:r>
              <a:rPr lang="en-GB" sz="2800" b="1" dirty="0"/>
              <a:t>Review tab </a:t>
            </a:r>
            <a:r>
              <a:rPr lang="en-GB" sz="2800" dirty="0"/>
              <a:t>and then click </a:t>
            </a:r>
            <a:r>
              <a:rPr lang="en-GB" sz="2800" b="1" dirty="0"/>
              <a:t>Translate button </a:t>
            </a:r>
            <a:r>
              <a:rPr lang="en-GB" sz="2800" dirty="0" smtClean="0"/>
              <a:t>which </a:t>
            </a:r>
            <a:r>
              <a:rPr lang="en-GB" sz="2800" dirty="0"/>
              <a:t>will display different options to be selected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8914" name="Picture 2" descr="C:\Users\UCCSMS1\Desktop\images\translate_whole_docu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852936"/>
            <a:ext cx="5832648" cy="398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3264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Translate Document Using Microsoft Translator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800" dirty="0"/>
              <a:t>To translate your document, you can click the </a:t>
            </a:r>
            <a:r>
              <a:rPr lang="en-GB" sz="2800" b="1" dirty="0"/>
              <a:t>Send </a:t>
            </a:r>
            <a:r>
              <a:rPr lang="en-GB" sz="2800" b="1" dirty="0" smtClean="0"/>
              <a:t>button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will send your document over the internet to be translated and you will have your document translated in your target language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9938" name="Picture 2" descr="C:\Users\UCCSMS1\Desktop\images\translated_docu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68960"/>
            <a:ext cx="7704856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2162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Compare Two Documents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Let us have the following two documents, </a:t>
            </a:r>
            <a:r>
              <a:rPr lang="en-GB" sz="2800" b="1" dirty="0"/>
              <a:t>(a) Original document</a:t>
            </a:r>
            <a:r>
              <a:rPr lang="en-GB" sz="2800" dirty="0"/>
              <a:t> </a:t>
            </a:r>
            <a:r>
              <a:rPr lang="en-GB" sz="2800" b="1" dirty="0"/>
              <a:t>(b) Modified version of the same document </a:t>
            </a:r>
            <a:r>
              <a:rPr lang="en-GB" sz="2800" dirty="0"/>
              <a:t>as </a:t>
            </a:r>
            <a:r>
              <a:rPr lang="en-GB" sz="2800" dirty="0" smtClean="0"/>
              <a:t>follows.</a:t>
            </a:r>
          </a:p>
          <a:p>
            <a:pPr marL="0" indent="0" algn="ctr">
              <a:buNone/>
            </a:pPr>
            <a:r>
              <a:rPr lang="en-GB" sz="2800" dirty="0" smtClean="0"/>
              <a:t> </a:t>
            </a:r>
            <a:r>
              <a:rPr lang="en-GB" sz="2800" b="1" dirty="0" smtClean="0"/>
              <a:t>Original Document</a:t>
            </a:r>
          </a:p>
          <a:p>
            <a:pPr marL="0" indent="0" algn="ctr">
              <a:buNone/>
            </a:pPr>
            <a:endParaRPr lang="en-GB" sz="2800" b="1" dirty="0" smtClean="0"/>
          </a:p>
        </p:txBody>
      </p:sp>
      <p:pic>
        <p:nvPicPr>
          <p:cNvPr id="40962" name="Picture 2" descr="C:\Users\UCCSMS1\Desktop\images\original_docu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48880"/>
            <a:ext cx="6984776" cy="398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6629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Compare Two Documents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/>
              <a:t>Modified Document</a:t>
            </a:r>
            <a:endParaRPr lang="en-GB" sz="2800" b="1" dirty="0" smtClean="0"/>
          </a:p>
        </p:txBody>
      </p:sp>
      <p:pic>
        <p:nvPicPr>
          <p:cNvPr id="41986" name="Picture 2" descr="C:\Users\UCCSMS1\Desktop\images\modified_docu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760"/>
            <a:ext cx="7632848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8405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Compare Two Documents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Review tab </a:t>
            </a:r>
            <a:r>
              <a:rPr lang="en-GB" sz="2800" dirty="0"/>
              <a:t>and then click the </a:t>
            </a:r>
            <a:r>
              <a:rPr lang="en-GB" sz="2800" b="1" dirty="0"/>
              <a:t>Compare button</a:t>
            </a:r>
            <a:r>
              <a:rPr lang="en-GB" sz="2800" dirty="0"/>
              <a:t>. This will display the </a:t>
            </a:r>
            <a:r>
              <a:rPr lang="en-GB" sz="2800" dirty="0" smtClean="0"/>
              <a:t>two </a:t>
            </a:r>
            <a:r>
              <a:rPr lang="en-GB" sz="2800" dirty="0"/>
              <a:t>options to be selected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43010" name="Picture 2" descr="C:\Users\UCCSMS1\Desktop\images\compare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36" y="1916832"/>
            <a:ext cx="7848872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6781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Compare Two Documents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Select the </a:t>
            </a:r>
            <a:r>
              <a:rPr lang="en-GB" sz="2800" b="1" dirty="0"/>
              <a:t>Compare option </a:t>
            </a:r>
            <a:r>
              <a:rPr lang="en-GB" sz="2800" dirty="0"/>
              <a:t>simply by clicking over it. </a:t>
            </a:r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will display a Compare Documents dialog box asking for the two versions of the Word document that need to be compared with each other..</a:t>
            </a:r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44034" name="Picture 2" descr="C:\Users\UCCSMS1\Desktop\images\compare_document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24944"/>
            <a:ext cx="6912768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7377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Compare Two Documents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Select the Original Document and the Revised Document and click the </a:t>
            </a:r>
            <a:r>
              <a:rPr lang="en-GB" sz="2800" b="1" dirty="0"/>
              <a:t>OK button</a:t>
            </a:r>
            <a:r>
              <a:rPr lang="en-GB" sz="2800" dirty="0"/>
              <a:t> to display the differences in two documents. </a:t>
            </a:r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45058" name="Picture 2" descr="C:\Users\UCCSMS1\Desktop\images\document_comparis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6912768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6291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Open a Word document for which you want to set a password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File </a:t>
            </a:r>
            <a:r>
              <a:rPr lang="en-GB" sz="2800" b="1" dirty="0" smtClean="0"/>
              <a:t>tab.</a:t>
            </a:r>
            <a:r>
              <a:rPr lang="en-GB" sz="2800" dirty="0" smtClean="0"/>
              <a:t> </a:t>
            </a:r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the </a:t>
            </a:r>
            <a:r>
              <a:rPr lang="en-GB" sz="2800" b="1" dirty="0"/>
              <a:t>Info </a:t>
            </a:r>
            <a:r>
              <a:rPr lang="en-GB" sz="2800" b="1" dirty="0" smtClean="0"/>
              <a:t>option.</a:t>
            </a:r>
            <a:endParaRPr lang="en-GB" sz="2800" dirty="0" smtClean="0"/>
          </a:p>
          <a:p>
            <a:pPr algn="just"/>
            <a:r>
              <a:rPr lang="en-GB" sz="2800" dirty="0" smtClean="0"/>
              <a:t>Finally click </a:t>
            </a:r>
            <a:r>
              <a:rPr lang="en-GB" sz="2800" dirty="0"/>
              <a:t>the </a:t>
            </a:r>
            <a:r>
              <a:rPr lang="en-GB" sz="2800" b="1" dirty="0"/>
              <a:t>Protect Document button </a:t>
            </a:r>
            <a:r>
              <a:rPr lang="en-GB" sz="2800" dirty="0"/>
              <a:t>which will display a list of options to be selected.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33227810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Document Password</a:t>
            </a:r>
            <a:endParaRPr lang="en-US" sz="3200" dirty="0"/>
          </a:p>
        </p:txBody>
      </p:sp>
      <p:pic>
        <p:nvPicPr>
          <p:cNvPr id="46082" name="Picture 2" descr="C:\Users\UCCSMS1\Desktop\images\protect_documen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36712"/>
            <a:ext cx="792088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6300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Select the </a:t>
            </a:r>
            <a:r>
              <a:rPr lang="en-GB" sz="2800" b="1" dirty="0"/>
              <a:t>Encrypt with Password </a:t>
            </a:r>
            <a:r>
              <a:rPr lang="en-GB" sz="2800" dirty="0"/>
              <a:t>option simply by clicking over it. </a:t>
            </a:r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will display an </a:t>
            </a:r>
            <a:r>
              <a:rPr lang="en-GB" sz="2800" b="1" dirty="0"/>
              <a:t>Encrypt Document dialog box </a:t>
            </a:r>
            <a:r>
              <a:rPr lang="en-GB" sz="2800" dirty="0"/>
              <a:t>asking for a password to encrypt the document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same </a:t>
            </a:r>
            <a:r>
              <a:rPr lang="en-GB" sz="2800" b="1" dirty="0"/>
              <a:t>dialog box </a:t>
            </a:r>
            <a:r>
              <a:rPr lang="en-GB" sz="2800" dirty="0"/>
              <a:t>will appear twice to enter the same password. After entering password each time, click the </a:t>
            </a:r>
            <a:r>
              <a:rPr lang="en-GB" sz="2800" b="1" dirty="0"/>
              <a:t>OK button</a:t>
            </a:r>
            <a:r>
              <a:rPr lang="en-GB" sz="2800" dirty="0"/>
              <a:t>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9431122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47106" name="Picture 2" descr="C:\Users\UCCSMS1\Desktop\images\encrypt_docu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52736"/>
            <a:ext cx="7776864" cy="532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175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800" dirty="0"/>
              <a:t>Save the changes, and finally you will have your document password </a:t>
            </a:r>
            <a:r>
              <a:rPr lang="en-GB" sz="2800" dirty="0" smtClean="0"/>
              <a:t>protected.</a:t>
            </a:r>
            <a:endParaRPr lang="en-GB" sz="2800" dirty="0"/>
          </a:p>
          <a:p>
            <a:pPr algn="just"/>
            <a:r>
              <a:rPr lang="en-GB" sz="2800" dirty="0"/>
              <a:t>Next time when someone tries to open this document, it will ask for the password before displaying the document </a:t>
            </a:r>
            <a:r>
              <a:rPr lang="en-GB" sz="2800" dirty="0" smtClean="0"/>
              <a:t>content.</a:t>
            </a:r>
          </a:p>
          <a:p>
            <a:pPr algn="just"/>
            <a:endParaRPr lang="en-GB" sz="2800" dirty="0" smtClean="0"/>
          </a:p>
        </p:txBody>
      </p:sp>
      <p:pic>
        <p:nvPicPr>
          <p:cNvPr id="48130" name="Picture 2" descr="C:\Users\UCCSMS1\Desktop\images\password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068960"/>
            <a:ext cx="533400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7884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Remove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Open a Word document the password of which needs to be removed. You will need the correct password to open the document</a:t>
            </a:r>
            <a:r>
              <a:rPr lang="en-GB" sz="2800" dirty="0" smtClean="0"/>
              <a:t>.</a:t>
            </a: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File tab </a:t>
            </a:r>
            <a:r>
              <a:rPr lang="en-GB" sz="2800" dirty="0"/>
              <a:t>followed by the Info option and </a:t>
            </a:r>
            <a:endParaRPr lang="en-GB" sz="2800" dirty="0" smtClean="0"/>
          </a:p>
          <a:p>
            <a:pPr algn="just"/>
            <a:r>
              <a:rPr lang="en-GB" sz="2800" dirty="0"/>
              <a:t>F</a:t>
            </a:r>
            <a:r>
              <a:rPr lang="en-GB" sz="2800" dirty="0" smtClean="0"/>
              <a:t>inally </a:t>
            </a:r>
            <a:r>
              <a:rPr lang="en-GB" sz="2800" dirty="0"/>
              <a:t>the </a:t>
            </a:r>
            <a:r>
              <a:rPr lang="en-GB" sz="2800" b="1" dirty="0"/>
              <a:t>Protect Document</a:t>
            </a:r>
            <a:r>
              <a:rPr lang="en-GB" sz="2800" dirty="0"/>
              <a:t> button which will display a list of options to be selected.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2951702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Remove Document Password</a:t>
            </a:r>
            <a:endParaRPr lang="en-US" sz="3200" dirty="0"/>
          </a:p>
        </p:txBody>
      </p:sp>
      <p:pic>
        <p:nvPicPr>
          <p:cNvPr id="49154" name="Picture 2" descr="C:\Users\UCCSMS1\Desktop\images\protect_documen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7272808" cy="540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7226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Remove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Select the Encrypt with Password option simply by clicking over it.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will display an Encrypt Document dialog box and password which will be in a dotted pattern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You need to remove this dotted pattern from the box and make it clear to remove the password from the document.</a:t>
            </a:r>
          </a:p>
          <a:p>
            <a:pPr algn="just"/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466583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Remove Document Password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  <p:pic>
        <p:nvPicPr>
          <p:cNvPr id="50178" name="Picture 2" descr="C:\Users\UCCSMS1\Desktop\images\clear_password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7920880" cy="525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8080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Editing &amp; Formatting Restrictions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Open a Word document for which you want to set editing </a:t>
            </a:r>
            <a:r>
              <a:rPr lang="en-GB" sz="2800" dirty="0" smtClean="0"/>
              <a:t>restrictions. </a:t>
            </a:r>
          </a:p>
          <a:p>
            <a:pPr algn="just"/>
            <a:endParaRPr lang="en-GB" sz="2800" dirty="0" smtClean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File tab </a:t>
            </a:r>
            <a:r>
              <a:rPr lang="en-GB" sz="2800" dirty="0"/>
              <a:t>and then click the </a:t>
            </a:r>
            <a:r>
              <a:rPr lang="en-GB" sz="2800" b="1" dirty="0"/>
              <a:t>Info </a:t>
            </a:r>
            <a:r>
              <a:rPr lang="en-GB" sz="2800" dirty="0"/>
              <a:t>option and </a:t>
            </a:r>
            <a:endParaRPr lang="en-GB" sz="2800" dirty="0" smtClean="0"/>
          </a:p>
          <a:p>
            <a:pPr algn="just"/>
            <a:r>
              <a:rPr lang="en-GB" sz="2800" dirty="0" smtClean="0"/>
              <a:t>finally </a:t>
            </a:r>
            <a:r>
              <a:rPr lang="en-GB" sz="2800" dirty="0"/>
              <a:t>the </a:t>
            </a:r>
            <a:r>
              <a:rPr lang="en-GB" sz="2800" b="1" dirty="0"/>
              <a:t>Protect Document button</a:t>
            </a:r>
            <a:r>
              <a:rPr lang="en-GB" sz="2800" dirty="0"/>
              <a:t> which will display a list of options to be selected.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320905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Editing &amp; Formatting Restrictions</a:t>
            </a:r>
            <a:endParaRPr lang="en-US" sz="3200" dirty="0"/>
          </a:p>
        </p:txBody>
      </p:sp>
      <p:pic>
        <p:nvPicPr>
          <p:cNvPr id="51202" name="Picture 2" descr="C:\Users\UCCSMS1\Desktop\images\protect_document2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836712"/>
            <a:ext cx="7056784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0115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Editing &amp; Formatting Restrictions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Select the Restrict Editing option simply by clicking over it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/>
              <a:t>This will open the actual document and it will also give you the option to set editing restrictions in the </a:t>
            </a:r>
            <a:r>
              <a:rPr lang="en-GB" sz="2400" b="1" dirty="0"/>
              <a:t>Restrict Formatting and Editing </a:t>
            </a:r>
            <a:r>
              <a:rPr lang="en-GB" sz="2400" b="1" dirty="0" smtClean="0"/>
              <a:t>area.</a:t>
            </a:r>
          </a:p>
          <a:p>
            <a:pPr algn="just"/>
            <a:endParaRPr lang="en-GB" sz="2400" b="1" dirty="0" smtClean="0"/>
          </a:p>
        </p:txBody>
      </p:sp>
      <p:pic>
        <p:nvPicPr>
          <p:cNvPr id="52226" name="Picture 2" descr="C:\Users\UCCSMS1\Desktop\images\restrict_edit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032" y="2780928"/>
            <a:ext cx="6302424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8029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Editing &amp; Formatting Restrictions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800" dirty="0" smtClean="0"/>
              <a:t>Once </a:t>
            </a:r>
            <a:r>
              <a:rPr lang="en-GB" sz="2800" dirty="0"/>
              <a:t>you are done with your </a:t>
            </a:r>
            <a:r>
              <a:rPr lang="en-GB" sz="2800" dirty="0" smtClean="0"/>
              <a:t>setting</a:t>
            </a:r>
          </a:p>
          <a:p>
            <a:pPr marL="0" indent="0" algn="just">
              <a:buNone/>
            </a:pPr>
            <a:r>
              <a:rPr lang="en-GB" sz="2800" dirty="0" smtClean="0"/>
              <a:t>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</a:t>
            </a:r>
            <a:r>
              <a:rPr lang="en-GB" sz="2800" b="1" dirty="0"/>
              <a:t>Yes,</a:t>
            </a:r>
            <a:r>
              <a:rPr lang="en-GB" sz="2800" dirty="0"/>
              <a:t> Start </a:t>
            </a:r>
            <a:r>
              <a:rPr lang="en-GB" sz="2800" b="1" dirty="0"/>
              <a:t>Enforcing Protection button </a:t>
            </a:r>
            <a:r>
              <a:rPr lang="en-GB" sz="2800" dirty="0"/>
              <a:t>which will display a </a:t>
            </a:r>
            <a:r>
              <a:rPr lang="en-GB" sz="2800" b="1" dirty="0"/>
              <a:t>Start Enforcing Protection dialog box </a:t>
            </a:r>
            <a:r>
              <a:rPr lang="en-GB" sz="2800" dirty="0"/>
              <a:t>asking for password so that no one else can change the setting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You can enter the password or you can leave it simply blank which means there is no password setting for this protection.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1584103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Editing &amp; Formatting Restrictions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5</a:t>
            </a:r>
          </a:p>
          <a:p>
            <a:pPr algn="just"/>
            <a:r>
              <a:rPr lang="en-GB" sz="2400" dirty="0"/>
              <a:t>Finally click the OK button and you will find that your document is editing (or formatting if you applied) protected.</a:t>
            </a:r>
            <a:endParaRPr lang="en-GB" sz="2400" dirty="0" smtClean="0"/>
          </a:p>
        </p:txBody>
      </p:sp>
      <p:pic>
        <p:nvPicPr>
          <p:cNvPr id="53250" name="Picture 2" descr="C:\Users\UCCSMS1\Desktop\images\password_dialog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20688"/>
            <a:ext cx="720080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39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Watermark in Word 2010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3500" dirty="0" smtClean="0"/>
          </a:p>
          <a:p>
            <a:pPr algn="just"/>
            <a:r>
              <a:rPr lang="en-GB" sz="3500" dirty="0" smtClean="0"/>
              <a:t>A </a:t>
            </a:r>
            <a:r>
              <a:rPr lang="en-GB" sz="3500" dirty="0"/>
              <a:t>watermark is a picture that shows up </a:t>
            </a:r>
            <a:r>
              <a:rPr lang="en-GB" sz="3500" b="1" dirty="0"/>
              <a:t>faintly behind the text on a Word document page</a:t>
            </a:r>
            <a:r>
              <a:rPr lang="en-GB" sz="3500" dirty="0" smtClean="0"/>
              <a:t>.</a:t>
            </a:r>
          </a:p>
          <a:p>
            <a:pPr algn="just"/>
            <a:endParaRPr lang="en-GB" sz="3500" dirty="0"/>
          </a:p>
          <a:p>
            <a:pPr algn="just"/>
            <a:r>
              <a:rPr lang="en-GB" sz="3500" dirty="0"/>
              <a:t>When you draft a document, you can watermark the document with Draft Copy stamp, or you can watermark a duplicate document with the Duplicate stamp. </a:t>
            </a:r>
            <a:endParaRPr lang="en-GB" sz="3500" dirty="0" smtClean="0"/>
          </a:p>
          <a:p>
            <a:pPr marL="0" indent="0" algn="just">
              <a:buNone/>
            </a:pPr>
            <a:endParaRPr lang="en-GB" sz="3500" dirty="0" smtClean="0"/>
          </a:p>
          <a:p>
            <a:pPr marL="0" indent="0" algn="just">
              <a:buNone/>
            </a:pPr>
            <a:endParaRPr lang="en-GB" sz="3500" dirty="0"/>
          </a:p>
          <a:p>
            <a:pPr marL="0" indent="0" algn="just">
              <a:buNone/>
            </a:pPr>
            <a:endParaRPr lang="en-GB" sz="35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GB" sz="35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GB" sz="35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93343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Standard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  <a:r>
              <a:rPr lang="en-GB" sz="2800" dirty="0"/>
              <a:t> </a:t>
            </a:r>
            <a:endParaRPr lang="en-GB" sz="2800" dirty="0" smtClean="0"/>
          </a:p>
          <a:p>
            <a:pPr algn="just"/>
            <a:r>
              <a:rPr lang="en-GB" sz="2800" dirty="0" smtClean="0"/>
              <a:t>Open </a:t>
            </a:r>
            <a:r>
              <a:rPr lang="en-GB" sz="2800" dirty="0"/>
              <a:t>a word document in which you want to add a watermark.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r>
              <a:rPr lang="en-GB" sz="2800" dirty="0"/>
              <a:t> </a:t>
            </a:r>
            <a:endParaRPr lang="en-GB" sz="2800" dirty="0" smtClean="0"/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Page Layout tab and then click the Watermark button to display a list of standard watermark options.</a:t>
            </a: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1285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Standard Watermark</a:t>
            </a:r>
            <a:endParaRPr lang="en-US" sz="3200" dirty="0"/>
          </a:p>
        </p:txBody>
      </p:sp>
      <p:pic>
        <p:nvPicPr>
          <p:cNvPr id="54274" name="Picture 2" descr="C:\Users\UCCSMS1\Desktop\images\standard_watermark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8280920" cy="5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089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Standard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dirty="0" smtClean="0"/>
          </a:p>
          <a:p>
            <a:pPr algn="just"/>
            <a:r>
              <a:rPr lang="en-GB" sz="2400" dirty="0"/>
              <a:t>You can select any of the available standard watermarks by simply clicking over it. </a:t>
            </a:r>
            <a:endParaRPr lang="en-GB" sz="2400" dirty="0" smtClean="0"/>
          </a:p>
          <a:p>
            <a:pPr algn="just"/>
            <a:r>
              <a:rPr lang="en-GB" sz="2400" dirty="0" smtClean="0"/>
              <a:t>This </a:t>
            </a:r>
            <a:r>
              <a:rPr lang="en-GB" sz="2400" dirty="0"/>
              <a:t>will be applied to all the pages of the word. Assume we select the </a:t>
            </a:r>
            <a:r>
              <a:rPr lang="en-GB" sz="2400" b="1" dirty="0"/>
              <a:t>Confidential watermark</a:t>
            </a:r>
            <a:r>
              <a:rPr lang="en-GB" sz="2400" dirty="0"/>
              <a:t>.</a:t>
            </a:r>
          </a:p>
        </p:txBody>
      </p:sp>
      <p:pic>
        <p:nvPicPr>
          <p:cNvPr id="55298" name="Picture 2" descr="C:\Users\UCCSMS1\Desktop\images\confidential_water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00264"/>
            <a:ext cx="6624736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4075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Custom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  <a:endParaRPr lang="en-GB" sz="2800" dirty="0" smtClean="0"/>
          </a:p>
          <a:p>
            <a:pPr algn="just"/>
            <a:r>
              <a:rPr lang="en-GB" sz="2400" dirty="0"/>
              <a:t>Open a Word document in which you want to add a watermark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 smtClean="0"/>
              <a:t>Click </a:t>
            </a:r>
            <a:r>
              <a:rPr lang="en-GB" sz="2400" dirty="0"/>
              <a:t>the </a:t>
            </a:r>
            <a:r>
              <a:rPr lang="en-GB" sz="2400" b="1" dirty="0"/>
              <a:t>Page Layout tab </a:t>
            </a:r>
            <a:r>
              <a:rPr lang="en-GB" sz="2400" dirty="0"/>
              <a:t>and then </a:t>
            </a:r>
            <a:endParaRPr lang="en-GB" sz="2400" dirty="0" smtClean="0"/>
          </a:p>
          <a:p>
            <a:pPr algn="just"/>
            <a:r>
              <a:rPr lang="en-GB" sz="2400" dirty="0"/>
              <a:t>C</a:t>
            </a:r>
            <a:r>
              <a:rPr lang="en-GB" sz="2400" dirty="0" smtClean="0"/>
              <a:t>lick </a:t>
            </a:r>
            <a:r>
              <a:rPr lang="en-GB" sz="2400" dirty="0"/>
              <a:t>the </a:t>
            </a:r>
            <a:r>
              <a:rPr lang="en-GB" sz="2400" b="1" dirty="0"/>
              <a:t>Watermark button </a:t>
            </a:r>
            <a:r>
              <a:rPr lang="en-GB" sz="2400" dirty="0"/>
              <a:t>to display a list of standard watermark options. At the bottom, you will find the </a:t>
            </a:r>
            <a:r>
              <a:rPr lang="en-GB" sz="2400" b="1" dirty="0"/>
              <a:t>Custom Watermark option</a:t>
            </a:r>
            <a:r>
              <a:rPr lang="en-GB" sz="2400" dirty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56322" name="Picture 2" descr="C:\Users\UCCSMS1\Desktop\images\custom_water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144" y="3639784"/>
            <a:ext cx="5482168" cy="306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217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Custom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dirty="0" smtClean="0"/>
          </a:p>
          <a:p>
            <a:pPr algn="just"/>
            <a:r>
              <a:rPr lang="en-GB" sz="2400" dirty="0"/>
              <a:t>Click over the </a:t>
            </a:r>
            <a:r>
              <a:rPr lang="en-GB" sz="2400" b="1" dirty="0"/>
              <a:t>Custom Watermark option</a:t>
            </a:r>
            <a:r>
              <a:rPr lang="en-GB" sz="2400" dirty="0"/>
              <a:t>; this will display the </a:t>
            </a:r>
            <a:r>
              <a:rPr lang="en-GB" sz="2400" b="1" dirty="0"/>
              <a:t>Printed Watermark dialog box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57346" name="Picture 2" descr="C:\Users\UCCSMS1\Desktop\images\printed_water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060848"/>
            <a:ext cx="53340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14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Custom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4</a:t>
            </a:r>
            <a:endParaRPr lang="en-GB" sz="2800" dirty="0" smtClean="0"/>
          </a:p>
          <a:p>
            <a:pPr algn="just"/>
            <a:r>
              <a:rPr lang="en-GB" sz="2400" dirty="0"/>
              <a:t>Now you can set a picture as watermark or you can set predefined </a:t>
            </a:r>
            <a:r>
              <a:rPr lang="en-GB" sz="2400" b="1" dirty="0"/>
              <a:t>text</a:t>
            </a:r>
            <a:r>
              <a:rPr lang="en-GB" sz="2400" dirty="0"/>
              <a:t> as watermark; you can also type your text in the Text box available at </a:t>
            </a:r>
            <a:r>
              <a:rPr lang="en-GB" sz="2400" b="1" dirty="0"/>
              <a:t>Printed Watermark dialog box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We will set text watermark as </a:t>
            </a:r>
            <a:r>
              <a:rPr lang="en-GB" sz="2400" b="1" dirty="0"/>
              <a:t>DUPLICATE</a:t>
            </a:r>
            <a:r>
              <a:rPr lang="en-GB" sz="2400" dirty="0"/>
              <a:t> and also set its font </a:t>
            </a:r>
            <a:r>
              <a:rPr lang="en-GB" sz="2400" dirty="0" smtClean="0"/>
              <a:t>colour </a:t>
            </a:r>
            <a:r>
              <a:rPr lang="en-GB" sz="2400" dirty="0"/>
              <a:t>and font size. </a:t>
            </a:r>
            <a:endParaRPr lang="en-GB" sz="2400" dirty="0" smtClean="0"/>
          </a:p>
          <a:p>
            <a:pPr algn="just"/>
            <a:endParaRPr lang="en-GB" sz="2400" dirty="0"/>
          </a:p>
          <a:p>
            <a:pPr algn="just"/>
            <a:r>
              <a:rPr lang="en-GB" sz="2400" dirty="0" smtClean="0"/>
              <a:t>Once </a:t>
            </a:r>
            <a:r>
              <a:rPr lang="en-GB" sz="2400" dirty="0"/>
              <a:t>all the parameters are set, click the </a:t>
            </a:r>
            <a:r>
              <a:rPr lang="en-GB" sz="2400" b="1" dirty="0"/>
              <a:t>OK</a:t>
            </a:r>
            <a:r>
              <a:rPr lang="en-GB" sz="2400" dirty="0"/>
              <a:t> button to set the parameters.</a:t>
            </a:r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141660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Set Custom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4</a:t>
            </a:r>
          </a:p>
          <a:p>
            <a:pPr marL="0" indent="0" algn="ctr">
              <a:buNone/>
            </a:pPr>
            <a:endParaRPr lang="en-GB" sz="2800" dirty="0" smtClean="0"/>
          </a:p>
        </p:txBody>
      </p:sp>
      <p:pic>
        <p:nvPicPr>
          <p:cNvPr id="58370" name="Picture 2" descr="C:\Users\UCCSMS1\Desktop\images\printed_watermark_res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7848872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2057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Remove Watermark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  <a:endParaRPr lang="en-GB" sz="2800" dirty="0" smtClean="0"/>
          </a:p>
          <a:p>
            <a:pPr algn="just"/>
            <a:r>
              <a:rPr lang="en-GB" sz="2400" dirty="0"/>
              <a:t>Open a Word document the watermark of which needs to be deleted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 smtClean="0"/>
              <a:t>Click </a:t>
            </a:r>
            <a:r>
              <a:rPr lang="en-GB" sz="2400" dirty="0"/>
              <a:t>the </a:t>
            </a:r>
            <a:r>
              <a:rPr lang="en-GB" sz="2400" b="1" dirty="0"/>
              <a:t>Page Layout tab </a:t>
            </a:r>
            <a:r>
              <a:rPr lang="en-GB" sz="2400" dirty="0"/>
              <a:t>followed by the </a:t>
            </a:r>
            <a:r>
              <a:rPr lang="en-GB" sz="2400" b="1" dirty="0"/>
              <a:t>Watermark button </a:t>
            </a:r>
            <a:r>
              <a:rPr lang="en-GB" sz="2400" dirty="0"/>
              <a:t>to display a list of standard watermark options. </a:t>
            </a:r>
            <a:endParaRPr lang="en-GB" sz="2400" dirty="0" smtClean="0"/>
          </a:p>
          <a:p>
            <a:pPr algn="just"/>
            <a:r>
              <a:rPr lang="en-GB" sz="2400" dirty="0" smtClean="0"/>
              <a:t>At </a:t>
            </a:r>
            <a:r>
              <a:rPr lang="en-GB" sz="2400" dirty="0"/>
              <a:t>the bottom, you will find the </a:t>
            </a:r>
            <a:r>
              <a:rPr lang="en-GB" sz="2400" b="1" dirty="0"/>
              <a:t>Remove Watermark option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</a:t>
            </a:r>
            <a:r>
              <a:rPr lang="en-GB" sz="2400" dirty="0"/>
              <a:t> </a:t>
            </a:r>
            <a:endParaRPr lang="en-GB" sz="2400" dirty="0" smtClean="0"/>
          </a:p>
          <a:p>
            <a:pPr algn="just"/>
            <a:r>
              <a:rPr lang="en-GB" sz="2400" dirty="0" smtClean="0"/>
              <a:t>Click </a:t>
            </a:r>
            <a:r>
              <a:rPr lang="en-GB" sz="2400" dirty="0"/>
              <a:t>Remove Watermark option; this will delete the existing watermark from the document.</a:t>
            </a:r>
          </a:p>
        </p:txBody>
      </p:sp>
    </p:spTree>
    <p:extLst>
      <p:ext uri="{BB962C8B-B14F-4D97-AF65-F5344CB8AC3E}">
        <p14:creationId xmlns:p14="http://schemas.microsoft.com/office/powerpoint/2010/main" val="2258255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Remove Watermark</a:t>
            </a:r>
            <a:endParaRPr lang="en-US" sz="3200" dirty="0"/>
          </a:p>
        </p:txBody>
      </p:sp>
      <p:pic>
        <p:nvPicPr>
          <p:cNvPr id="59394" name="Picture 2" descr="C:\Users\UCCSMS1\Desktop\images\remove_watermark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20"/>
            <a:ext cx="734481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355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785794"/>
            <a:ext cx="8839200" cy="5883566"/>
          </a:xfrm>
        </p:spPr>
        <p:txBody>
          <a:bodyPr/>
          <a:lstStyle/>
          <a:p>
            <a:pPr marL="0" indent="0" algn="just">
              <a:buNone/>
            </a:pPr>
            <a:r>
              <a:rPr lang="en-GB" b="1" dirty="0"/>
              <a:t>Mail </a:t>
            </a:r>
            <a:r>
              <a:rPr lang="en-GB" b="1" dirty="0" smtClean="0"/>
              <a:t>Merge </a:t>
            </a:r>
            <a:r>
              <a:rPr lang="en-GB" dirty="0" smtClean="0"/>
              <a:t>is feature in Microsoft </a:t>
            </a:r>
            <a:r>
              <a:rPr lang="en-GB" dirty="0"/>
              <a:t>W</a:t>
            </a:r>
            <a:r>
              <a:rPr lang="en-GB" dirty="0" smtClean="0"/>
              <a:t>ord  that allows </a:t>
            </a:r>
            <a:r>
              <a:rPr lang="en-GB" dirty="0"/>
              <a:t>the user to create multiple e-mails for different recipients at once</a:t>
            </a:r>
            <a:r>
              <a:rPr lang="en-GB" dirty="0" smtClean="0"/>
              <a:t>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dirty="0" smtClean="0"/>
              <a:t>Mail Merge is a feature in MS Word that takes data from a data source and inserts it into a main document containing similar information.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dirty="0" smtClean="0"/>
              <a:t>One specific type of information is to be addressed to different individuals  with different addresses.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8274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Features of Mail Merge in word 2010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785794"/>
            <a:ext cx="8839200" cy="5883566"/>
          </a:xfrm>
        </p:spPr>
        <p:txBody>
          <a:bodyPr/>
          <a:lstStyle/>
          <a:p>
            <a:pPr algn="just"/>
            <a:r>
              <a:rPr lang="en-GB" b="1" dirty="0" smtClean="0">
                <a:solidFill>
                  <a:srgbClr val="FF0000"/>
                </a:solidFill>
              </a:rPr>
              <a:t>Data</a:t>
            </a:r>
            <a:r>
              <a:rPr lang="en-GB" b="1" u="sng" dirty="0" smtClean="0"/>
              <a:t> </a:t>
            </a:r>
          </a:p>
          <a:p>
            <a:pPr algn="just"/>
            <a:r>
              <a:rPr lang="en-GB" dirty="0" smtClean="0"/>
              <a:t>Data is any number or text that is to be used as information. Example: Name, address, Pin code.</a:t>
            </a:r>
          </a:p>
          <a:p>
            <a:pPr algn="just"/>
            <a:endParaRPr lang="en-GB" dirty="0"/>
          </a:p>
          <a:p>
            <a:pPr algn="just"/>
            <a:r>
              <a:rPr lang="en-GB" b="1" dirty="0" smtClean="0">
                <a:solidFill>
                  <a:srgbClr val="FF0000"/>
                </a:solidFill>
              </a:rPr>
              <a:t>Data source</a:t>
            </a:r>
          </a:p>
          <a:p>
            <a:pPr algn="just"/>
            <a:r>
              <a:rPr lang="en-GB" dirty="0" smtClean="0"/>
              <a:t>It is the location where data that is used in mail merge is stored. Example a table that contains data from where data is taken and used.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54896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Features of Mail Merge in word 2010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785794"/>
            <a:ext cx="8839200" cy="5883566"/>
          </a:xfrm>
        </p:spPr>
        <p:txBody>
          <a:bodyPr/>
          <a:lstStyle/>
          <a:p>
            <a:pPr algn="just"/>
            <a:r>
              <a:rPr lang="en-GB" b="1" dirty="0" smtClean="0">
                <a:solidFill>
                  <a:srgbClr val="FF0000"/>
                </a:solidFill>
              </a:rPr>
              <a:t>Main document</a:t>
            </a:r>
            <a:endParaRPr lang="en-GB" b="1" u="sng" dirty="0" smtClean="0"/>
          </a:p>
          <a:p>
            <a:pPr algn="just"/>
            <a:r>
              <a:rPr lang="en-GB" dirty="0" smtClean="0"/>
              <a:t>It consists of text or information that we wish to send to all the recipients. Example Letter.</a:t>
            </a:r>
          </a:p>
          <a:p>
            <a:pPr algn="just"/>
            <a:endParaRPr lang="en-GB" dirty="0"/>
          </a:p>
          <a:p>
            <a:pPr algn="just"/>
            <a:r>
              <a:rPr lang="en-GB" b="1" dirty="0" smtClean="0">
                <a:solidFill>
                  <a:srgbClr val="FF0000"/>
                </a:solidFill>
              </a:rPr>
              <a:t>Merge Field</a:t>
            </a:r>
          </a:p>
          <a:p>
            <a:pPr algn="just"/>
            <a:r>
              <a:rPr lang="en-GB" dirty="0" smtClean="0"/>
              <a:t>It is data item that is to be taken from a data source and inserted into the main document. Example: Name, Address, City, etc. that is to be inserted to the main document.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37562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785794"/>
            <a:ext cx="8839200" cy="5883566"/>
          </a:xfrm>
        </p:spPr>
        <p:txBody>
          <a:bodyPr/>
          <a:lstStyle/>
          <a:p>
            <a:pPr algn="just"/>
            <a:endParaRPr lang="en-GB" dirty="0"/>
          </a:p>
          <a:p>
            <a:pPr algn="just"/>
            <a:endParaRPr lang="en-GB" dirty="0"/>
          </a:p>
        </p:txBody>
      </p:sp>
      <p:pic>
        <p:nvPicPr>
          <p:cNvPr id="1026" name="Picture 2" descr="C:\Users\UCCSMS1\Desktop\aid1386990-v4-728px-Perform-a-Mail-Merge-in-Word-2010-Step-2-Version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896"/>
            <a:ext cx="914400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7928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C:\Users\UCCSMS1\Desktop\aid1386990-v4-728px-Perform-a-Mail-Merge-in-Word-2010-Step-3-Version-2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9144000" cy="587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2483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 descr="C:\Users\UCCSMS1\Desktop\aid1386990-v4-728px-Perform-a-Mail-Merge-in-Word-2010-Step-4-Version-2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4" y="1052736"/>
            <a:ext cx="9120336" cy="58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8703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3" name="Picture 3" descr="C:\Users\UCCSMS1\Desktop\HRIS\aid1386990-v4-728px-Perform-a-Mail-Merge-in-Word-2010-Step-6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" t="533" r="-29" b="-533"/>
          <a:stretch/>
        </p:blipFill>
        <p:spPr bwMode="auto">
          <a:xfrm>
            <a:off x="13142" y="1268760"/>
            <a:ext cx="9130858" cy="519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3482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 descr="C:\Users\UCCSMS1\Desktop\HRIS\7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3675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170" name="Picture 2" descr="C:\Users\UCCSMS1\Desktop\HRIS\8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7000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 descr="C:\Users\UCCSMS1\Desktop\HRIS\9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9144000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7256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218" name="Picture 2" descr="C:\Users\UCCSMS1\Desktop\HRIS\10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9074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 smtClean="0"/>
              <a:t>Mail Merge in word 2010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 descr="C:\Users\UCCSMS1\Desktop\HRIS\11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9144000" cy="551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5766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8656</TotalTime>
  <Words>3177</Words>
  <Application>Microsoft Office PowerPoint</Application>
  <PresentationFormat>On-screen Show (4:3)</PresentationFormat>
  <Paragraphs>520</Paragraphs>
  <Slides>100</Slides>
  <Notes>100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1" baseType="lpstr">
      <vt:lpstr>Office Theme</vt:lpstr>
      <vt:lpstr>PowerPoint Presentation</vt:lpstr>
      <vt:lpstr>PowerPoint Presentation</vt:lpstr>
      <vt:lpstr>Objectives Overview</vt:lpstr>
      <vt:lpstr>Objectives Overview</vt:lpstr>
      <vt:lpstr>Apply Quick Styles</vt:lpstr>
      <vt:lpstr>Apply Quick Styles</vt:lpstr>
      <vt:lpstr>Apply Quick Styles</vt:lpstr>
      <vt:lpstr>Change Styles</vt:lpstr>
      <vt:lpstr>Change Styles</vt:lpstr>
      <vt:lpstr>Change Styles</vt:lpstr>
      <vt:lpstr>Change Styles</vt:lpstr>
      <vt:lpstr>Using Existing Template</vt:lpstr>
      <vt:lpstr>Using Existing Template</vt:lpstr>
      <vt:lpstr>Using Existing Template</vt:lpstr>
      <vt:lpstr>Create New Template</vt:lpstr>
      <vt:lpstr>Create New Template</vt:lpstr>
      <vt:lpstr>Adding Picture in Document</vt:lpstr>
      <vt:lpstr>Adding Picture in Document</vt:lpstr>
      <vt:lpstr>Adding Picture in Document</vt:lpstr>
      <vt:lpstr>Adding WordArt in Document</vt:lpstr>
      <vt:lpstr>Adding WordArt in Document</vt:lpstr>
      <vt:lpstr>Adding WordArt in Document</vt:lpstr>
      <vt:lpstr>Setting AutoCorrect</vt:lpstr>
      <vt:lpstr>Setting AutoCorrect</vt:lpstr>
      <vt:lpstr>Setting AutoCorrect</vt:lpstr>
      <vt:lpstr>Setting AutoCorrect</vt:lpstr>
      <vt:lpstr>Setting AutoCorrect</vt:lpstr>
      <vt:lpstr>Setting AutoCorrect</vt:lpstr>
      <vt:lpstr>Setting AutoCorrect</vt:lpstr>
      <vt:lpstr>Setting AutoFormat</vt:lpstr>
      <vt:lpstr>Setting AutoFormat</vt:lpstr>
      <vt:lpstr>Setting AutoFormat</vt:lpstr>
      <vt:lpstr>Setting AutoFormat</vt:lpstr>
      <vt:lpstr>Setting AutoFormat</vt:lpstr>
      <vt:lpstr>Create Table of Contents</vt:lpstr>
      <vt:lpstr>Create Table of Contents</vt:lpstr>
      <vt:lpstr>Create Table of Contents</vt:lpstr>
      <vt:lpstr>Create Table of Contents</vt:lpstr>
      <vt:lpstr>Create Table of Contents</vt:lpstr>
      <vt:lpstr>Update Table of Contents</vt:lpstr>
      <vt:lpstr>Update Table of Contents</vt:lpstr>
      <vt:lpstr>Delete Table of Contents</vt:lpstr>
      <vt:lpstr>Preview Documents</vt:lpstr>
      <vt:lpstr>Preview Documents</vt:lpstr>
      <vt:lpstr>Printing Documents</vt:lpstr>
      <vt:lpstr>Printing Documents</vt:lpstr>
      <vt:lpstr>Printing Documents</vt:lpstr>
      <vt:lpstr>Printing Documents</vt:lpstr>
      <vt:lpstr>Printing Documents</vt:lpstr>
      <vt:lpstr>Mailing Documents</vt:lpstr>
      <vt:lpstr>Mailing Documents</vt:lpstr>
      <vt:lpstr>Mailing Documents</vt:lpstr>
      <vt:lpstr>Translate Document Using Microsoft Translator</vt:lpstr>
      <vt:lpstr>Translate Document Using Microsoft Translator</vt:lpstr>
      <vt:lpstr>Translate Document Using Microsoft Translator</vt:lpstr>
      <vt:lpstr>Translate Document Using Microsoft Translator</vt:lpstr>
      <vt:lpstr>Translate Document Using Microsoft Translator</vt:lpstr>
      <vt:lpstr>Compare Two Documents</vt:lpstr>
      <vt:lpstr>Compare Two Documents</vt:lpstr>
      <vt:lpstr>Compare Two Documents</vt:lpstr>
      <vt:lpstr>Compare Two Documents</vt:lpstr>
      <vt:lpstr>Compare Two Documents</vt:lpstr>
      <vt:lpstr>Set Document Password</vt:lpstr>
      <vt:lpstr>Set Document Password</vt:lpstr>
      <vt:lpstr>Set Document Password</vt:lpstr>
      <vt:lpstr>Set Document Password</vt:lpstr>
      <vt:lpstr>Set Document Password</vt:lpstr>
      <vt:lpstr>Remove Document Password</vt:lpstr>
      <vt:lpstr>Remove Document Password</vt:lpstr>
      <vt:lpstr>Remove Document Password</vt:lpstr>
      <vt:lpstr>Remove Document Password</vt:lpstr>
      <vt:lpstr>Set Editing &amp; Formatting Restrictions</vt:lpstr>
      <vt:lpstr>Set Editing &amp; Formatting Restrictions</vt:lpstr>
      <vt:lpstr>Set Editing &amp; Formatting Restrictions</vt:lpstr>
      <vt:lpstr>Set Editing &amp; Formatting Restrictions</vt:lpstr>
      <vt:lpstr>Set Editing &amp; Formatting Restrictions</vt:lpstr>
      <vt:lpstr>Set Watermark in Word 2010</vt:lpstr>
      <vt:lpstr>Set Standard Watermark</vt:lpstr>
      <vt:lpstr>Set Standard Watermark</vt:lpstr>
      <vt:lpstr>Set Standard Watermark</vt:lpstr>
      <vt:lpstr>Set Custom Watermark</vt:lpstr>
      <vt:lpstr>Set Custom Watermark</vt:lpstr>
      <vt:lpstr>Set Custom Watermark</vt:lpstr>
      <vt:lpstr>Set Custom Watermark</vt:lpstr>
      <vt:lpstr>Remove Watermark</vt:lpstr>
      <vt:lpstr>Remove Watermark</vt:lpstr>
      <vt:lpstr>Mail Merge in word 2010</vt:lpstr>
      <vt:lpstr>Features of Mail Merge in word 2010</vt:lpstr>
      <vt:lpstr>Features of Mail Merge in word 2010</vt:lpstr>
      <vt:lpstr>Mail Merge in word 2010</vt:lpstr>
      <vt:lpstr>Mail Merge in word 2010</vt:lpstr>
      <vt:lpstr>Mail Merge in word 2010</vt:lpstr>
      <vt:lpstr>Mail Merge in word 2010</vt:lpstr>
      <vt:lpstr>Mail Merge in word 2010</vt:lpstr>
      <vt:lpstr>Mail Merge in word 2010</vt:lpstr>
      <vt:lpstr>Mail Merge in word 2010</vt:lpstr>
      <vt:lpstr>Mail Merge in word 2010</vt:lpstr>
      <vt:lpstr>Mail Merge in word 2010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313</cp:revision>
  <dcterms:created xsi:type="dcterms:W3CDTF">2008-12-18T17:11:12Z</dcterms:created>
  <dcterms:modified xsi:type="dcterms:W3CDTF">2021-03-03T18:49:17Z</dcterms:modified>
</cp:coreProperties>
</file>