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8"/>
  </p:notesMasterIdLst>
  <p:sldIdLst>
    <p:sldId id="260" r:id="rId2"/>
    <p:sldId id="385" r:id="rId3"/>
    <p:sldId id="294" r:id="rId4"/>
    <p:sldId id="261" r:id="rId5"/>
    <p:sldId id="264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88" r:id="rId23"/>
    <p:sldId id="489" r:id="rId24"/>
    <p:sldId id="490" r:id="rId25"/>
    <p:sldId id="491" r:id="rId26"/>
    <p:sldId id="492" r:id="rId27"/>
    <p:sldId id="493" r:id="rId28"/>
    <p:sldId id="494" r:id="rId29"/>
    <p:sldId id="495" r:id="rId30"/>
    <p:sldId id="496" r:id="rId31"/>
    <p:sldId id="497" r:id="rId32"/>
    <p:sldId id="498" r:id="rId33"/>
    <p:sldId id="499" r:id="rId34"/>
    <p:sldId id="500" r:id="rId35"/>
    <p:sldId id="501" r:id="rId36"/>
    <p:sldId id="502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510" r:id="rId45"/>
    <p:sldId id="511" r:id="rId46"/>
    <p:sldId id="512" r:id="rId47"/>
    <p:sldId id="513" r:id="rId48"/>
    <p:sldId id="514" r:id="rId49"/>
    <p:sldId id="515" r:id="rId50"/>
    <p:sldId id="516" r:id="rId51"/>
    <p:sldId id="517" r:id="rId52"/>
    <p:sldId id="518" r:id="rId53"/>
    <p:sldId id="519" r:id="rId54"/>
    <p:sldId id="520" r:id="rId55"/>
    <p:sldId id="521" r:id="rId56"/>
    <p:sldId id="522" r:id="rId57"/>
    <p:sldId id="523" r:id="rId58"/>
    <p:sldId id="524" r:id="rId59"/>
    <p:sldId id="525" r:id="rId60"/>
    <p:sldId id="526" r:id="rId61"/>
    <p:sldId id="527" r:id="rId62"/>
    <p:sldId id="528" r:id="rId63"/>
    <p:sldId id="529" r:id="rId64"/>
    <p:sldId id="530" r:id="rId65"/>
    <p:sldId id="531" r:id="rId66"/>
    <p:sldId id="532" r:id="rId67"/>
    <p:sldId id="533" r:id="rId68"/>
    <p:sldId id="535" r:id="rId69"/>
    <p:sldId id="536" r:id="rId70"/>
    <p:sldId id="537" r:id="rId71"/>
    <p:sldId id="538" r:id="rId72"/>
    <p:sldId id="539" r:id="rId73"/>
    <p:sldId id="540" r:id="rId74"/>
    <p:sldId id="541" r:id="rId75"/>
    <p:sldId id="440" r:id="rId76"/>
    <p:sldId id="384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>
        <p:scale>
          <a:sx n="70" d="100"/>
          <a:sy n="70" d="100"/>
        </p:scale>
        <p:origin x="-1386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8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PowerPoint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 smtClean="0"/>
            <a:t>MS PowerPoint  2010 Basics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Explore Windows in  PowerPoint 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Backstage View in </a:t>
          </a:r>
          <a:r>
            <a:rPr lang="en-GB" dirty="0" smtClean="0"/>
            <a:t>PowerPoint </a:t>
          </a:r>
        </a:p>
        <a:p>
          <a:r>
            <a:rPr lang="en-US" dirty="0" smtClean="0"/>
            <a:t> 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Create Presentation in </a:t>
          </a:r>
          <a:r>
            <a:rPr lang="en-GB" dirty="0" smtClean="0"/>
            <a:t>PowerPoint </a:t>
          </a:r>
        </a:p>
        <a:p>
          <a:r>
            <a:rPr lang="en-US" dirty="0" smtClean="0"/>
            <a:t> 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add new slides in </a:t>
          </a:r>
          <a:r>
            <a:rPr lang="en-GB" dirty="0" smtClean="0"/>
            <a:t>PowerPoint </a:t>
          </a:r>
        </a:p>
        <a:p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add text in boxes in </a:t>
          </a:r>
          <a:r>
            <a:rPr lang="en-GB" dirty="0" smtClean="0"/>
            <a:t>PowerPoint </a:t>
          </a:r>
        </a:p>
        <a:p>
          <a:endParaRPr lang="en-GB" dirty="0" smtClean="0"/>
        </a:p>
        <a:p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add new text boxes in </a:t>
          </a:r>
          <a:r>
            <a:rPr lang="en-GB" dirty="0" smtClean="0"/>
            <a:t>PowerPoint </a:t>
          </a:r>
        </a:p>
        <a:p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 smtClean="0"/>
            <a:t>How to delete existing slide in </a:t>
          </a:r>
          <a:r>
            <a:rPr lang="en-GB" dirty="0" smtClean="0"/>
            <a:t>PowerPoint </a:t>
          </a:r>
        </a:p>
        <a:p>
          <a:endParaRPr lang="en-US" dirty="0"/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F8464089-4A9A-4F75-86F6-AE885BB86749}">
      <dgm:prSet/>
      <dgm:spPr/>
      <dgm:t>
        <a:bodyPr/>
        <a:lstStyle/>
        <a:p>
          <a:r>
            <a:rPr lang="en-US" dirty="0" smtClean="0"/>
            <a:t>How to rearrange slides in </a:t>
          </a:r>
          <a:r>
            <a:rPr lang="en-GB" dirty="0" smtClean="0"/>
            <a:t>PowerPoint </a:t>
          </a:r>
        </a:p>
        <a:p>
          <a:endParaRPr lang="en-US" dirty="0"/>
        </a:p>
      </dgm:t>
    </dgm:pt>
    <dgm:pt modelId="{B77C631E-A362-4A79-AC78-2B45AF12F6C1}" type="parTrans" cxnId="{988CD545-9795-4210-BE41-3F19DD5C02A9}">
      <dgm:prSet/>
      <dgm:spPr/>
      <dgm:t>
        <a:bodyPr/>
        <a:lstStyle/>
        <a:p>
          <a:endParaRPr lang="en-US"/>
        </a:p>
      </dgm:t>
    </dgm:pt>
    <dgm:pt modelId="{739A434B-58A9-4ED4-9CC0-D6FB560B3715}" type="sibTrans" cxnId="{988CD545-9795-4210-BE41-3F19DD5C02A9}">
      <dgm:prSet/>
      <dgm:spPr/>
      <dgm:t>
        <a:bodyPr/>
        <a:lstStyle/>
        <a:p>
          <a:endParaRPr lang="en-US"/>
        </a:p>
      </dgm:t>
    </dgm:pt>
    <dgm:pt modelId="{37C4EC0F-9771-46D3-AC43-504983863832}">
      <dgm:prSet/>
      <dgm:spPr/>
      <dgm:t>
        <a:bodyPr/>
        <a:lstStyle/>
        <a:p>
          <a:r>
            <a:rPr lang="en-US" dirty="0" smtClean="0"/>
            <a:t>How to add new slide notes in </a:t>
          </a:r>
          <a:r>
            <a:rPr lang="en-GB" dirty="0" smtClean="0"/>
            <a:t>PowerPoint </a:t>
          </a:r>
        </a:p>
        <a:p>
          <a:r>
            <a:rPr lang="en-US" dirty="0" smtClean="0"/>
            <a:t> </a:t>
          </a:r>
          <a:endParaRPr lang="en-US" dirty="0"/>
        </a:p>
      </dgm:t>
    </dgm:pt>
    <dgm:pt modelId="{8E0343A0-E2DE-43EC-AD17-7D72A3575FC7}" type="parTrans" cxnId="{E4773F63-0D8C-4097-8EEB-938B06EB2B86}">
      <dgm:prSet/>
      <dgm:spPr/>
      <dgm:t>
        <a:bodyPr/>
        <a:lstStyle/>
        <a:p>
          <a:endParaRPr lang="en-US"/>
        </a:p>
      </dgm:t>
    </dgm:pt>
    <dgm:pt modelId="{904F759B-3B01-405E-BB0F-927C9B2C9C2B}" type="sibTrans" cxnId="{E4773F63-0D8C-4097-8EEB-938B06EB2B86}">
      <dgm:prSet/>
      <dgm:spPr/>
      <dgm:t>
        <a:bodyPr/>
        <a:lstStyle/>
        <a:p>
          <a:endParaRPr lang="en-US"/>
        </a:p>
      </dgm:t>
    </dgm:pt>
    <dgm:pt modelId="{10F34BB3-F7A7-4010-BA50-7796EE393FA7}">
      <dgm:prSet/>
      <dgm:spPr/>
      <dgm:t>
        <a:bodyPr/>
        <a:lstStyle/>
        <a:p>
          <a:r>
            <a:rPr lang="en-US" dirty="0" smtClean="0"/>
            <a:t>How to manage sections  in </a:t>
          </a:r>
          <a:r>
            <a:rPr lang="en-GB" dirty="0" smtClean="0"/>
            <a:t>PowerPoint </a:t>
          </a:r>
        </a:p>
        <a:p>
          <a:endParaRPr lang="en-US" dirty="0"/>
        </a:p>
      </dgm:t>
    </dgm:pt>
    <dgm:pt modelId="{3D9645E2-1626-42A6-A7A8-0890EF9B288F}" type="parTrans" cxnId="{25039054-E572-4533-BDAA-AD143A4368FF}">
      <dgm:prSet/>
      <dgm:spPr/>
      <dgm:t>
        <a:bodyPr/>
        <a:lstStyle/>
        <a:p>
          <a:endParaRPr lang="en-US"/>
        </a:p>
      </dgm:t>
    </dgm:pt>
    <dgm:pt modelId="{C95EE4EA-F9D9-4AD5-8E4B-31BFB0A4AD0C}" type="sibTrans" cxnId="{25039054-E572-4533-BDAA-AD143A4368FF}">
      <dgm:prSet/>
      <dgm:spPr/>
      <dgm:t>
        <a:bodyPr/>
        <a:lstStyle/>
        <a:p>
          <a:endParaRPr lang="en-US"/>
        </a:p>
      </dgm:t>
    </dgm:pt>
    <dgm:pt modelId="{7C78F67E-DE05-4986-8026-E07D3D702A17}">
      <dgm:prSet/>
      <dgm:spPr/>
      <dgm:t>
        <a:bodyPr/>
        <a:lstStyle/>
        <a:p>
          <a:r>
            <a:rPr lang="en-US" dirty="0" smtClean="0"/>
            <a:t>How to work outlines in </a:t>
          </a:r>
          <a:r>
            <a:rPr lang="en-GB" dirty="0" smtClean="0"/>
            <a:t>PowerPoint </a:t>
          </a:r>
        </a:p>
        <a:p>
          <a:r>
            <a:rPr lang="en-US" dirty="0" smtClean="0"/>
            <a:t> </a:t>
          </a:r>
          <a:endParaRPr lang="en-US" dirty="0"/>
        </a:p>
      </dgm:t>
    </dgm:pt>
    <dgm:pt modelId="{C8FA6969-7144-4B17-ACA7-F53B2F099274}" type="parTrans" cxnId="{226AF6C4-44BC-455C-B6E7-45F9EEFDEF54}">
      <dgm:prSet/>
      <dgm:spPr/>
      <dgm:t>
        <a:bodyPr/>
        <a:lstStyle/>
        <a:p>
          <a:endParaRPr lang="en-US"/>
        </a:p>
      </dgm:t>
    </dgm:pt>
    <dgm:pt modelId="{48568347-6EDD-4F0F-B018-58D3201CB691}" type="sibTrans" cxnId="{226AF6C4-44BC-455C-B6E7-45F9EEFDEF54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C05064A-AF3B-4300-BA44-77588901B427}" type="pres">
      <dgm:prSet presAssocID="{D106D101-98E2-4ADD-B050-08FB6FD9C7E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DCDCE41-86BA-475A-A518-EA8E02F91814}" type="pres">
      <dgm:prSet presAssocID="{1B976BB2-06E8-4BEE-A370-A1865A421EA8}" presName="sibTrans" presStyleCnt="0"/>
      <dgm:spPr/>
    </dgm:pt>
    <dgm:pt modelId="{78E50E59-2D61-469F-90EB-61D50540AF76}" type="pres">
      <dgm:prSet presAssocID="{F8464089-4A9A-4F75-86F6-AE885BB86749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E375F89-EB64-42AA-AADD-FC4D73FD6AB3}" type="pres">
      <dgm:prSet presAssocID="{739A434B-58A9-4ED4-9CC0-D6FB560B3715}" presName="sibTrans" presStyleCnt="0"/>
      <dgm:spPr/>
    </dgm:pt>
    <dgm:pt modelId="{CA6D4895-767A-41FC-AA1D-E44C43383021}" type="pres">
      <dgm:prSet presAssocID="{37C4EC0F-9771-46D3-AC43-50498386383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1C0A361-2D24-4CA8-BA9D-3BF46B644A30}" type="pres">
      <dgm:prSet presAssocID="{904F759B-3B01-405E-BB0F-927C9B2C9C2B}" presName="sibTrans" presStyleCnt="0"/>
      <dgm:spPr/>
    </dgm:pt>
    <dgm:pt modelId="{6CE1FDA2-9B33-4C87-8A66-B5121E5141DD}" type="pres">
      <dgm:prSet presAssocID="{10F34BB3-F7A7-4010-BA50-7796EE393FA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9E975FC-DD05-447A-B816-16F20628025C}" type="pres">
      <dgm:prSet presAssocID="{C95EE4EA-F9D9-4AD5-8E4B-31BFB0A4AD0C}" presName="sibTrans" presStyleCnt="0"/>
      <dgm:spPr/>
    </dgm:pt>
    <dgm:pt modelId="{A3CFB6C1-AB2E-4C26-9483-C7BA772609A7}" type="pres">
      <dgm:prSet presAssocID="{7C78F67E-DE05-4986-8026-E07D3D702A1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988CD545-9795-4210-BE41-3F19DD5C02A9}" srcId="{3DBC15C7-9BC5-433D-92A7-BCC39A2CC830}" destId="{F8464089-4A9A-4F75-86F6-AE885BB86749}" srcOrd="1" destOrd="0" parTransId="{B77C631E-A362-4A79-AC78-2B45AF12F6C1}" sibTransId="{739A434B-58A9-4ED4-9CC0-D6FB560B3715}"/>
    <dgm:cxn modelId="{226AF6C4-44BC-455C-B6E7-45F9EEFDEF54}" srcId="{3DBC15C7-9BC5-433D-92A7-BCC39A2CC830}" destId="{7C78F67E-DE05-4986-8026-E07D3D702A17}" srcOrd="4" destOrd="0" parTransId="{C8FA6969-7144-4B17-ACA7-F53B2F099274}" sibTransId="{48568347-6EDD-4F0F-B018-58D3201CB691}"/>
    <dgm:cxn modelId="{25039054-E572-4533-BDAA-AD143A4368FF}" srcId="{3DBC15C7-9BC5-433D-92A7-BCC39A2CC830}" destId="{10F34BB3-F7A7-4010-BA50-7796EE393FA7}" srcOrd="3" destOrd="0" parTransId="{3D9645E2-1626-42A6-A7A8-0890EF9B288F}" sibTransId="{C95EE4EA-F9D9-4AD5-8E4B-31BFB0A4AD0C}"/>
    <dgm:cxn modelId="{CA15C842-B547-4D3A-8822-D41A9B421CFB}" type="presOf" srcId="{D106D101-98E2-4ADD-B050-08FB6FD9C7E3}" destId="{2C05064A-AF3B-4300-BA44-77588901B427}" srcOrd="0" destOrd="0" presId="urn:microsoft.com/office/officeart/2005/8/layout/default#2"/>
    <dgm:cxn modelId="{BD78C274-E5DE-4488-B7C4-787EE208A1F6}" type="presOf" srcId="{F8464089-4A9A-4F75-86F6-AE885BB86749}" destId="{78E50E59-2D61-469F-90EB-61D50540AF76}" srcOrd="0" destOrd="0" presId="urn:microsoft.com/office/officeart/2005/8/layout/default#2"/>
    <dgm:cxn modelId="{CDBCAF59-7884-42E2-B8B1-CCAA45AECC3B}" type="presOf" srcId="{3DBC15C7-9BC5-433D-92A7-BCC39A2CC830}" destId="{0283AAF8-8E6B-4228-934C-18F9A9076AC0}" srcOrd="0" destOrd="0" presId="urn:microsoft.com/office/officeart/2005/8/layout/default#2"/>
    <dgm:cxn modelId="{E4773F63-0D8C-4097-8EEB-938B06EB2B86}" srcId="{3DBC15C7-9BC5-433D-92A7-BCC39A2CC830}" destId="{37C4EC0F-9771-46D3-AC43-504983863832}" srcOrd="2" destOrd="0" parTransId="{8E0343A0-E2DE-43EC-AD17-7D72A3575FC7}" sibTransId="{904F759B-3B01-405E-BB0F-927C9B2C9C2B}"/>
    <dgm:cxn modelId="{D8D9816A-7BF3-46BF-868E-62EAEA30E5A0}" type="presOf" srcId="{37C4EC0F-9771-46D3-AC43-504983863832}" destId="{CA6D4895-767A-41FC-AA1D-E44C43383021}" srcOrd="0" destOrd="0" presId="urn:microsoft.com/office/officeart/2005/8/layout/default#2"/>
    <dgm:cxn modelId="{B0834A1F-488C-4EE4-A415-028B418296C8}" type="presOf" srcId="{10F34BB3-F7A7-4010-BA50-7796EE393FA7}" destId="{6CE1FDA2-9B33-4C87-8A66-B5121E5141DD}" srcOrd="0" destOrd="0" presId="urn:microsoft.com/office/officeart/2005/8/layout/default#2"/>
    <dgm:cxn modelId="{07B630B5-8840-46EA-AFA5-52FE1D9C4FD7}" type="presOf" srcId="{7C78F67E-DE05-4986-8026-E07D3D702A17}" destId="{A3CFB6C1-AB2E-4C26-9483-C7BA772609A7}" srcOrd="0" destOrd="0" presId="urn:microsoft.com/office/officeart/2005/8/layout/default#2"/>
    <dgm:cxn modelId="{45F311B3-9358-4F34-B290-F0CB16687AD3}" type="presParOf" srcId="{0283AAF8-8E6B-4228-934C-18F9A9076AC0}" destId="{2C05064A-AF3B-4300-BA44-77588901B427}" srcOrd="0" destOrd="0" presId="urn:microsoft.com/office/officeart/2005/8/layout/default#2"/>
    <dgm:cxn modelId="{FDF9C3D1-3609-4267-A39B-BF28287C7B68}" type="presParOf" srcId="{0283AAF8-8E6B-4228-934C-18F9A9076AC0}" destId="{EDCDCE41-86BA-475A-A518-EA8E02F91814}" srcOrd="1" destOrd="0" presId="urn:microsoft.com/office/officeart/2005/8/layout/default#2"/>
    <dgm:cxn modelId="{2D078E56-070A-41EB-9050-A8BFF09D29E0}" type="presParOf" srcId="{0283AAF8-8E6B-4228-934C-18F9A9076AC0}" destId="{78E50E59-2D61-469F-90EB-61D50540AF76}" srcOrd="2" destOrd="0" presId="urn:microsoft.com/office/officeart/2005/8/layout/default#2"/>
    <dgm:cxn modelId="{B5DE1CFF-3B1C-45DD-86A5-BF09369C4D6D}" type="presParOf" srcId="{0283AAF8-8E6B-4228-934C-18F9A9076AC0}" destId="{EE375F89-EB64-42AA-AADD-FC4D73FD6AB3}" srcOrd="3" destOrd="0" presId="urn:microsoft.com/office/officeart/2005/8/layout/default#2"/>
    <dgm:cxn modelId="{EF5AC752-814D-48ED-BDBF-3D097E811F2B}" type="presParOf" srcId="{0283AAF8-8E6B-4228-934C-18F9A9076AC0}" destId="{CA6D4895-767A-41FC-AA1D-E44C43383021}" srcOrd="4" destOrd="0" presId="urn:microsoft.com/office/officeart/2005/8/layout/default#2"/>
    <dgm:cxn modelId="{F684310A-8477-435E-9197-DB3562E02134}" type="presParOf" srcId="{0283AAF8-8E6B-4228-934C-18F9A9076AC0}" destId="{41C0A361-2D24-4CA8-BA9D-3BF46B644A30}" srcOrd="5" destOrd="0" presId="urn:microsoft.com/office/officeart/2005/8/layout/default#2"/>
    <dgm:cxn modelId="{B14B96E5-FD6D-403E-A764-C2C25AFBF917}" type="presParOf" srcId="{0283AAF8-8E6B-4228-934C-18F9A9076AC0}" destId="{6CE1FDA2-9B33-4C87-8A66-B5121E5141DD}" srcOrd="6" destOrd="0" presId="urn:microsoft.com/office/officeart/2005/8/layout/default#2"/>
    <dgm:cxn modelId="{AA94FA8F-0CF4-4B68-907A-F60FC2552C1C}" type="presParOf" srcId="{0283AAF8-8E6B-4228-934C-18F9A9076AC0}" destId="{A9E975FC-DD05-447A-B816-16F20628025C}" srcOrd="7" destOrd="0" presId="urn:microsoft.com/office/officeart/2005/8/layout/default#2"/>
    <dgm:cxn modelId="{65C06170-EE53-479E-8357-B626A2BD702D}" type="presParOf" srcId="{0283AAF8-8E6B-4228-934C-18F9A9076AC0}" destId="{A3CFB6C1-AB2E-4C26-9483-C7BA772609A7}" srcOrd="8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Introduction 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to </a:t>
          </a:r>
          <a:endParaRPr lang="en-US" sz="6500" kern="1200" dirty="0" smtClean="0"/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PowerPoint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MS PowerPoint  2010 Basics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Explore Windows in  PowerPoint </a:t>
          </a:r>
          <a:endParaRPr lang="en-US" sz="2200" kern="1200" dirty="0"/>
        </a:p>
      </dsp:txBody>
      <dsp:txXfrm>
        <a:off x="0" y="528637"/>
        <a:ext cx="2762250" cy="1657349"/>
      </dsp:txXfrm>
    </dsp:sp>
    <dsp:sp modelId="{08678D36-F832-48B7-8548-C43AEE1F6A43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Backstage View in </a:t>
          </a:r>
          <a:r>
            <a:rPr lang="en-GB" sz="2200" kern="1200" dirty="0" smtClean="0"/>
            <a:t>PowerPoint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 </a:t>
          </a:r>
          <a:endParaRPr lang="en-US" sz="2200" kern="1200" dirty="0"/>
        </a:p>
      </dsp:txBody>
      <dsp:txXfrm>
        <a:off x="3038474" y="528637"/>
        <a:ext cx="2762250" cy="1657349"/>
      </dsp:txXfrm>
    </dsp:sp>
    <dsp:sp modelId="{D32AB574-D896-42B8-809A-74BD322B19E9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How to Create Presentation in </a:t>
          </a:r>
          <a:r>
            <a:rPr lang="en-GB" sz="2200" kern="1200" dirty="0" smtClean="0"/>
            <a:t>PowerPoint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 </a:t>
          </a:r>
          <a:endParaRPr lang="en-US" sz="2200" kern="1200" dirty="0"/>
        </a:p>
      </dsp:txBody>
      <dsp:txXfrm>
        <a:off x="6076950" y="528637"/>
        <a:ext cx="2762250" cy="1657349"/>
      </dsp:txXfrm>
    </dsp:sp>
    <dsp:sp modelId="{126D987F-03E4-4E3A-BED9-08B6BA3A15AB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How to add new slides in </a:t>
          </a:r>
          <a:r>
            <a:rPr lang="en-GB" sz="2200" kern="1200" dirty="0" smtClean="0"/>
            <a:t>PowerPoint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 dirty="0"/>
        </a:p>
      </dsp:txBody>
      <dsp:txXfrm>
        <a:off x="0" y="2462212"/>
        <a:ext cx="2762250" cy="1657349"/>
      </dsp:txXfrm>
    </dsp:sp>
    <dsp:sp modelId="{A0EFA616-1553-4077-9D32-88AE20AC0552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How to add text in boxes in </a:t>
          </a:r>
          <a:r>
            <a:rPr lang="en-GB" sz="2200" kern="1200" dirty="0" smtClean="0"/>
            <a:t>PowerPoint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200" kern="1200" dirty="0" smtClean="0"/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 dirty="0"/>
        </a:p>
      </dsp:txBody>
      <dsp:txXfrm>
        <a:off x="3038474" y="2462212"/>
        <a:ext cx="2762250" cy="1657349"/>
      </dsp:txXfrm>
    </dsp:sp>
    <dsp:sp modelId="{D944875E-4200-44D3-9F4D-D995865E5F68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How to add new text boxes in </a:t>
          </a:r>
          <a:r>
            <a:rPr lang="en-GB" sz="2200" kern="1200" dirty="0" smtClean="0"/>
            <a:t>PowerPoint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 dirty="0"/>
        </a:p>
      </dsp:txBody>
      <dsp:txXfrm>
        <a:off x="6076950" y="2462212"/>
        <a:ext cx="2762250" cy="1657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delete existing slide in </a:t>
          </a:r>
          <a:r>
            <a:rPr lang="en-GB" sz="2400" kern="1200" dirty="0" smtClean="0"/>
            <a:t>PowerPoint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0" y="528637"/>
        <a:ext cx="2762250" cy="1657349"/>
      </dsp:txXfrm>
    </dsp:sp>
    <dsp:sp modelId="{78E50E59-2D61-469F-90EB-61D50540AF76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rearrange slides in </a:t>
          </a:r>
          <a:r>
            <a:rPr lang="en-GB" sz="2400" kern="1200" dirty="0" smtClean="0"/>
            <a:t>PowerPoint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3038474" y="528637"/>
        <a:ext cx="2762250" cy="1657349"/>
      </dsp:txXfrm>
    </dsp:sp>
    <dsp:sp modelId="{CA6D4895-767A-41FC-AA1D-E44C43383021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add new slide notes in </a:t>
          </a:r>
          <a:r>
            <a:rPr lang="en-GB" sz="2400" kern="1200" dirty="0" smtClean="0"/>
            <a:t>PowerPoint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 </a:t>
          </a:r>
          <a:endParaRPr lang="en-US" sz="2400" kern="1200" dirty="0"/>
        </a:p>
      </dsp:txBody>
      <dsp:txXfrm>
        <a:off x="6076950" y="528637"/>
        <a:ext cx="2762250" cy="1657349"/>
      </dsp:txXfrm>
    </dsp:sp>
    <dsp:sp modelId="{6CE1FDA2-9B33-4C87-8A66-B5121E5141DD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manage sections  in </a:t>
          </a:r>
          <a:r>
            <a:rPr lang="en-GB" sz="2400" kern="1200" dirty="0" smtClean="0"/>
            <a:t>PowerPoint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1519237" y="2462212"/>
        <a:ext cx="2762250" cy="1657349"/>
      </dsp:txXfrm>
    </dsp:sp>
    <dsp:sp modelId="{A3CFB6C1-AB2E-4C26-9483-C7BA772609A7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work outlines in </a:t>
          </a:r>
          <a:r>
            <a:rPr lang="en-GB" sz="2400" kern="1200" dirty="0" smtClean="0"/>
            <a:t>PowerPoint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 </a:t>
          </a:r>
          <a:endParaRPr lang="en-US" sz="2400" kern="1200" dirty="0"/>
        </a:p>
      </dsp:txBody>
      <dsp:txXfrm>
        <a:off x="4557712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75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76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793194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453250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8292103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467634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8E50E59-2D61-469F-90EB-61D50540A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8E50E59-2D61-469F-90EB-61D50540AF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6D4895-767A-41FC-AA1D-E44C43383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A6D4895-767A-41FC-AA1D-E44C43383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E1FDA2-9B33-4C87-8A66-B5121E5141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CE1FDA2-9B33-4C87-8A66-B5121E5141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CFB6C1-AB2E-4C26-9483-C7BA772609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3CFB6C1-AB2E-4C26-9483-C7BA772609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 smtClean="0"/>
              <a:t>Introduction to PowerPoint </a:t>
            </a:r>
            <a:r>
              <a:rPr lang="en-GB" dirty="0"/>
              <a:t>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/>
              <a:t>Microsoft </a:t>
            </a:r>
            <a:r>
              <a:rPr lang="en-GB" dirty="0"/>
              <a:t>PowerPoint is a presentation tool that supports </a:t>
            </a:r>
            <a:r>
              <a:rPr lang="en-GB" b="1" dirty="0"/>
              <a:t>text</a:t>
            </a:r>
            <a:r>
              <a:rPr lang="en-GB" dirty="0"/>
              <a:t>, </a:t>
            </a:r>
            <a:r>
              <a:rPr lang="en-GB" b="1" dirty="0"/>
              <a:t>shapes</a:t>
            </a:r>
            <a:r>
              <a:rPr lang="en-GB" dirty="0"/>
              <a:t>, </a:t>
            </a:r>
            <a:r>
              <a:rPr lang="en-GB" b="1" dirty="0"/>
              <a:t>graphics</a:t>
            </a:r>
            <a:r>
              <a:rPr lang="en-GB" dirty="0"/>
              <a:t>, </a:t>
            </a:r>
            <a:r>
              <a:rPr lang="en-GB" b="1" dirty="0"/>
              <a:t>pictures</a:t>
            </a:r>
            <a:r>
              <a:rPr lang="en-GB" dirty="0"/>
              <a:t> and </a:t>
            </a:r>
            <a:r>
              <a:rPr lang="en-GB" b="1" dirty="0"/>
              <a:t>multimedia</a:t>
            </a:r>
            <a:r>
              <a:rPr lang="en-GB" dirty="0"/>
              <a:t> along with integration with other Microsoft Office products like Excel</a:t>
            </a:r>
            <a:r>
              <a:rPr lang="en-GB" dirty="0" smtClean="0"/>
              <a:t>.</a:t>
            </a:r>
          </a:p>
          <a:p>
            <a:pPr algn="just"/>
            <a:endParaRPr lang="en-GB" sz="3600" dirty="0">
              <a:solidFill>
                <a:srgbClr val="FF0000"/>
              </a:solidFill>
            </a:endParaRPr>
          </a:p>
          <a:p>
            <a:pPr algn="just"/>
            <a:r>
              <a:rPr lang="en-GB" sz="3600" dirty="0"/>
              <a:t>By default, documents saved in PowerPoint 2010 are saved with the </a:t>
            </a:r>
            <a:r>
              <a:rPr lang="en-GB" sz="3600" b="1" dirty="0">
                <a:solidFill>
                  <a:srgbClr val="FF0000"/>
                </a:solidFill>
              </a:rPr>
              <a:t>.</a:t>
            </a:r>
            <a:r>
              <a:rPr lang="en-GB" sz="3600" b="1" dirty="0" err="1">
                <a:solidFill>
                  <a:srgbClr val="FF0000"/>
                </a:solidFill>
              </a:rPr>
              <a:t>pptx</a:t>
            </a:r>
            <a:r>
              <a:rPr lang="en-GB" sz="3600" b="1" dirty="0">
                <a:solidFill>
                  <a:srgbClr val="FF0000"/>
                </a:solidFill>
              </a:rPr>
              <a:t> </a:t>
            </a:r>
            <a:r>
              <a:rPr lang="en-GB" sz="3600" dirty="0"/>
              <a:t>extension whereas, the file extension of the prior PowerPoint versions is </a:t>
            </a:r>
            <a:r>
              <a:rPr lang="en-GB" sz="3600" b="1" dirty="0">
                <a:solidFill>
                  <a:srgbClr val="FF0000"/>
                </a:solidFill>
              </a:rPr>
              <a:t>.ppt</a:t>
            </a:r>
            <a:r>
              <a:rPr lang="en-GB" sz="3600" dirty="0"/>
              <a:t>.</a:t>
            </a:r>
            <a:endParaRPr lang="en-US" sz="3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 smtClean="0"/>
              <a:t>Introduction to PowerPoint </a:t>
            </a:r>
            <a:r>
              <a:rPr lang="en-GB" dirty="0"/>
              <a:t>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endParaRPr lang="en-GB" dirty="0"/>
          </a:p>
          <a:p>
            <a:pPr algn="just"/>
            <a:r>
              <a:rPr lang="en-GB" dirty="0" smtClean="0"/>
              <a:t>Microsoft PowerPoint </a:t>
            </a:r>
            <a:r>
              <a:rPr lang="en-GB" dirty="0"/>
              <a:t>is a</a:t>
            </a:r>
            <a:r>
              <a:rPr lang="en-GB" sz="2800" dirty="0"/>
              <a:t> </a:t>
            </a:r>
            <a:r>
              <a:rPr lang="en-GB" dirty="0"/>
              <a:t>commercial presentation application written and distributed by Microsoft for Microsoft Windows and Mac OS X.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407089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Getting Started with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805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 </a:t>
            </a:r>
            <a:endParaRPr lang="en-GB" b="1" dirty="0" smtClean="0">
              <a:solidFill>
                <a:srgbClr val="FF0000"/>
              </a:solidFill>
            </a:endParaRPr>
          </a:p>
          <a:p>
            <a:pPr algn="just"/>
            <a:r>
              <a:rPr lang="en-GB" dirty="0" smtClean="0"/>
              <a:t>Click </a:t>
            </a:r>
            <a:r>
              <a:rPr lang="en-GB" dirty="0"/>
              <a:t>the </a:t>
            </a:r>
            <a:r>
              <a:rPr lang="en-GB" b="1" dirty="0"/>
              <a:t>Start button</a:t>
            </a:r>
            <a:r>
              <a:rPr lang="en-GB" dirty="0" smtClean="0"/>
              <a:t>.</a:t>
            </a:r>
          </a:p>
          <a:p>
            <a:pPr algn="just"/>
            <a:endParaRPr lang="en-US" sz="3600" dirty="0"/>
          </a:p>
        </p:txBody>
      </p:sp>
      <p:pic>
        <p:nvPicPr>
          <p:cNvPr id="1026" name="Picture 2" descr="C:\Users\UCCSMS1\Desktop\images\star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48880"/>
            <a:ext cx="7200800" cy="421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5591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Getting Started with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805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 </a:t>
            </a:r>
          </a:p>
          <a:p>
            <a:pPr algn="just"/>
            <a:r>
              <a:rPr lang="en-GB" dirty="0"/>
              <a:t>Click </a:t>
            </a:r>
            <a:r>
              <a:rPr lang="en-GB" b="1" dirty="0"/>
              <a:t>All Programs </a:t>
            </a:r>
            <a:r>
              <a:rPr lang="en-GB" dirty="0"/>
              <a:t>option from the </a:t>
            </a:r>
            <a:r>
              <a:rPr lang="en-GB" dirty="0" smtClean="0"/>
              <a:t>menu.</a:t>
            </a:r>
          </a:p>
          <a:p>
            <a:pPr algn="just"/>
            <a:endParaRPr lang="en-US" sz="3600" dirty="0"/>
          </a:p>
        </p:txBody>
      </p:sp>
      <p:pic>
        <p:nvPicPr>
          <p:cNvPr id="2050" name="Picture 2" descr="C:\Users\UCCSMS1\Desktop\images\all_progra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20888"/>
            <a:ext cx="6768752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9570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Getting Started with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805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dirty="0"/>
              <a:t>Search for </a:t>
            </a:r>
            <a:r>
              <a:rPr lang="en-GB" b="1" dirty="0"/>
              <a:t>Microsoft Office </a:t>
            </a:r>
            <a:r>
              <a:rPr lang="en-GB" dirty="0"/>
              <a:t>from the sub menu and click it</a:t>
            </a:r>
            <a:r>
              <a:rPr lang="en-GB" dirty="0" smtClean="0"/>
              <a:t>.</a:t>
            </a:r>
          </a:p>
          <a:p>
            <a:pPr algn="just"/>
            <a:endParaRPr lang="en-US" sz="3600" dirty="0"/>
          </a:p>
        </p:txBody>
      </p:sp>
      <p:pic>
        <p:nvPicPr>
          <p:cNvPr id="3074" name="Picture 2" descr="C:\Users\UCCSMS1\Desktop\images\microsoft_offi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08920"/>
            <a:ext cx="6336704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0204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Getting Started with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805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4 </a:t>
            </a:r>
          </a:p>
          <a:p>
            <a:pPr algn="just"/>
            <a:r>
              <a:rPr lang="en-GB" dirty="0"/>
              <a:t>Search for </a:t>
            </a:r>
            <a:r>
              <a:rPr lang="en-GB" b="1" dirty="0"/>
              <a:t>Microsoft PowerPoint 2010 </a:t>
            </a:r>
            <a:r>
              <a:rPr lang="en-GB" dirty="0"/>
              <a:t>from the submenu and click it.</a:t>
            </a:r>
          </a:p>
          <a:p>
            <a:pPr marL="0" indent="0" algn="just">
              <a:buNone/>
            </a:pPr>
            <a:endParaRPr lang="en-GB" dirty="0" smtClean="0"/>
          </a:p>
          <a:p>
            <a:pPr algn="just"/>
            <a:endParaRPr lang="en-US" sz="3600" dirty="0"/>
          </a:p>
        </p:txBody>
      </p:sp>
      <p:pic>
        <p:nvPicPr>
          <p:cNvPr id="4098" name="Picture 2" descr="C:\Users\UCCSMS1\Desktop\images\powerpoi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08920"/>
            <a:ext cx="6408712" cy="379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4728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6021288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This will launch the Microsoft PowerPoint 2010 application and you will see the following presentation window.</a:t>
            </a:r>
            <a:endParaRPr lang="en-GB" dirty="0" smtClean="0"/>
          </a:p>
          <a:p>
            <a:pPr algn="just"/>
            <a:endParaRPr lang="en-US" sz="3600" dirty="0"/>
          </a:p>
        </p:txBody>
      </p:sp>
      <p:pic>
        <p:nvPicPr>
          <p:cNvPr id="5122" name="Picture 2" descr="C:\Users\UCCSMS1\Desktop\images\powerpoint_progr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564904"/>
            <a:ext cx="6840760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2301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6146" name="Picture 2" descr="C:\Users\UCCSMS1\Desktop\images\explore_window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8640960" cy="577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965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5832648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File </a:t>
            </a:r>
            <a:r>
              <a:rPr lang="en-GB" sz="4000" b="1" dirty="0" smtClean="0">
                <a:solidFill>
                  <a:srgbClr val="FF0000"/>
                </a:solidFill>
              </a:rPr>
              <a:t>Tab</a:t>
            </a:r>
          </a:p>
          <a:p>
            <a:pPr algn="just"/>
            <a:r>
              <a:rPr lang="en-GB" dirty="0"/>
              <a:t>This tab opens the </a:t>
            </a:r>
            <a:r>
              <a:rPr lang="en-GB" b="1" dirty="0"/>
              <a:t>Backstage view </a:t>
            </a:r>
            <a:r>
              <a:rPr lang="en-GB" dirty="0"/>
              <a:t>which basically allows you to manage the file and settings in PowerPoint. </a:t>
            </a:r>
            <a:endParaRPr lang="en-GB" dirty="0" smtClean="0"/>
          </a:p>
          <a:p>
            <a:pPr algn="just"/>
            <a:endParaRPr lang="en-GB" dirty="0"/>
          </a:p>
          <a:p>
            <a:pPr algn="just"/>
            <a:r>
              <a:rPr lang="en-GB" dirty="0"/>
              <a:t>You can </a:t>
            </a:r>
            <a:r>
              <a:rPr lang="en-GB" b="1" dirty="0"/>
              <a:t>save presentations</a:t>
            </a:r>
            <a:r>
              <a:rPr lang="en-GB" dirty="0"/>
              <a:t>, </a:t>
            </a:r>
            <a:r>
              <a:rPr lang="en-GB" b="1" dirty="0"/>
              <a:t>open existing ones </a:t>
            </a:r>
            <a:r>
              <a:rPr lang="en-GB" dirty="0"/>
              <a:t>and </a:t>
            </a:r>
            <a:r>
              <a:rPr lang="en-GB" b="1" dirty="0"/>
              <a:t>create new presentations </a:t>
            </a:r>
            <a:r>
              <a:rPr lang="en-GB" dirty="0"/>
              <a:t>based on blank or predefined templates.</a:t>
            </a:r>
          </a:p>
        </p:txBody>
      </p:sp>
    </p:spTree>
    <p:extLst>
      <p:ext uri="{BB962C8B-B14F-4D97-AF65-F5344CB8AC3E}">
        <p14:creationId xmlns:p14="http://schemas.microsoft.com/office/powerpoint/2010/main" val="20313457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583264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4000" b="1" dirty="0" smtClean="0">
                <a:solidFill>
                  <a:srgbClr val="FF0000"/>
                </a:solidFill>
              </a:rPr>
              <a:t>Ribbon</a:t>
            </a:r>
          </a:p>
          <a:p>
            <a:pPr marL="0" indent="0">
              <a:buNone/>
            </a:pPr>
            <a:r>
              <a:rPr lang="en-GB" dirty="0" smtClean="0"/>
              <a:t> </a:t>
            </a:r>
          </a:p>
          <a:p>
            <a:pPr algn="just"/>
            <a:endParaRPr lang="en-GB" dirty="0" smtClean="0"/>
          </a:p>
          <a:p>
            <a:pPr algn="just"/>
            <a:endParaRPr lang="en-GB" dirty="0" smtClean="0"/>
          </a:p>
          <a:p>
            <a:pPr algn="just"/>
            <a:endParaRPr lang="en-GB" dirty="0" smtClean="0"/>
          </a:p>
          <a:p>
            <a:pPr algn="just"/>
            <a:endParaRPr lang="en-GB" dirty="0"/>
          </a:p>
          <a:p>
            <a:pPr algn="just"/>
            <a:endParaRPr lang="en-GB" dirty="0" smtClean="0"/>
          </a:p>
          <a:p>
            <a:pPr algn="just"/>
            <a:endParaRPr lang="en-GB" dirty="0"/>
          </a:p>
          <a:p>
            <a:pPr marL="0" indent="0" algn="just">
              <a:buNone/>
            </a:pPr>
            <a:r>
              <a:rPr lang="en-GB" dirty="0" smtClean="0"/>
              <a:t>The </a:t>
            </a:r>
            <a:r>
              <a:rPr lang="en-GB" dirty="0"/>
              <a:t>ribbon contains </a:t>
            </a:r>
            <a:r>
              <a:rPr lang="en-GB" b="1" dirty="0" smtClean="0"/>
              <a:t>three(3)</a:t>
            </a:r>
            <a:r>
              <a:rPr lang="en-GB" dirty="0" smtClean="0"/>
              <a:t> </a:t>
            </a:r>
            <a:r>
              <a:rPr lang="en-GB" dirty="0"/>
              <a:t>components −</a:t>
            </a:r>
          </a:p>
          <a:p>
            <a:pPr algn="just"/>
            <a:endParaRPr lang="en-GB" dirty="0"/>
          </a:p>
          <a:p>
            <a:pPr marL="0" indent="0" algn="just">
              <a:buNone/>
            </a:pPr>
            <a:r>
              <a:rPr lang="en-GB" b="1" dirty="0" smtClean="0"/>
              <a:t>Tabs</a:t>
            </a:r>
            <a:r>
              <a:rPr lang="en-GB" dirty="0" smtClean="0"/>
              <a:t> </a:t>
            </a:r>
            <a:r>
              <a:rPr lang="en-GB" dirty="0"/>
              <a:t>− They appear across the top of the Ribbon and contain groups of related commands. </a:t>
            </a:r>
            <a:r>
              <a:rPr lang="en-GB" b="1" dirty="0"/>
              <a:t>Home, Insert</a:t>
            </a:r>
            <a:r>
              <a:rPr lang="en-GB" dirty="0"/>
              <a:t>, </a:t>
            </a:r>
            <a:r>
              <a:rPr lang="en-GB" b="1" dirty="0" smtClean="0"/>
              <a:t>Design,</a:t>
            </a:r>
            <a:r>
              <a:rPr lang="en-GB" dirty="0" smtClean="0"/>
              <a:t> </a:t>
            </a:r>
            <a:r>
              <a:rPr lang="en-GB" dirty="0"/>
              <a:t>are examples of ribbon tabs.</a:t>
            </a:r>
          </a:p>
          <a:p>
            <a:pPr algn="just"/>
            <a:endParaRPr lang="en-GB" dirty="0"/>
          </a:p>
          <a:p>
            <a:pPr marL="0" indent="0" algn="just">
              <a:buNone/>
            </a:pPr>
            <a:r>
              <a:rPr lang="en-GB" b="1" dirty="0" smtClean="0"/>
              <a:t>Groups</a:t>
            </a:r>
            <a:r>
              <a:rPr lang="en-GB" dirty="0" smtClean="0"/>
              <a:t> </a:t>
            </a:r>
            <a:r>
              <a:rPr lang="en-GB" dirty="0"/>
              <a:t>− They organize related commands; each group name appears below the group on the Ribbon. For example, a group of commands related to </a:t>
            </a:r>
            <a:r>
              <a:rPr lang="en-GB" b="1" dirty="0"/>
              <a:t>fonts </a:t>
            </a:r>
            <a:r>
              <a:rPr lang="en-GB" dirty="0"/>
              <a:t>or a group of commands related to </a:t>
            </a:r>
            <a:r>
              <a:rPr lang="en-GB" b="1" dirty="0" smtClean="0"/>
              <a:t>Drawing</a:t>
            </a:r>
            <a:r>
              <a:rPr lang="en-GB" dirty="0" smtClean="0"/>
              <a:t>, </a:t>
            </a:r>
            <a:r>
              <a:rPr lang="en-GB" dirty="0"/>
              <a:t>etc.</a:t>
            </a:r>
          </a:p>
          <a:p>
            <a:pPr algn="just"/>
            <a:endParaRPr lang="en-GB" dirty="0"/>
          </a:p>
          <a:p>
            <a:pPr marL="0" indent="0" algn="just">
              <a:buNone/>
            </a:pPr>
            <a:r>
              <a:rPr lang="en-GB" b="1" dirty="0" smtClean="0"/>
              <a:t>Commands</a:t>
            </a:r>
            <a:r>
              <a:rPr lang="en-GB" dirty="0" smtClean="0"/>
              <a:t> </a:t>
            </a:r>
            <a:r>
              <a:rPr lang="en-GB" dirty="0"/>
              <a:t>− Commands appear within each group as mentioned above.</a:t>
            </a:r>
          </a:p>
        </p:txBody>
      </p:sp>
      <p:pic>
        <p:nvPicPr>
          <p:cNvPr id="7170" name="Picture 2" descr="C:\Users\UCCSMS1\Desktop\images\ribb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784"/>
            <a:ext cx="8136904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887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5832648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Title </a:t>
            </a:r>
            <a:r>
              <a:rPr lang="en-GB" sz="4000" b="1" dirty="0" smtClean="0">
                <a:solidFill>
                  <a:srgbClr val="FF0000"/>
                </a:solidFill>
              </a:rPr>
              <a:t>Bar</a:t>
            </a:r>
          </a:p>
          <a:p>
            <a:pPr algn="just"/>
            <a:r>
              <a:rPr lang="en-GB" dirty="0"/>
              <a:t>This is the </a:t>
            </a:r>
            <a:r>
              <a:rPr lang="en-GB" b="1" dirty="0"/>
              <a:t>top section </a:t>
            </a:r>
            <a:r>
              <a:rPr lang="en-GB" dirty="0"/>
              <a:t>of the window</a:t>
            </a:r>
            <a:r>
              <a:rPr lang="en-GB" dirty="0" smtClean="0"/>
              <a:t>.</a:t>
            </a:r>
          </a:p>
          <a:p>
            <a:pPr marL="0" indent="0" algn="just">
              <a:buNone/>
            </a:pPr>
            <a:endParaRPr lang="en-GB" dirty="0" smtClean="0"/>
          </a:p>
          <a:p>
            <a:pPr algn="just"/>
            <a:r>
              <a:rPr lang="en-GB" dirty="0"/>
              <a:t>It shows the </a:t>
            </a:r>
            <a:r>
              <a:rPr lang="en-GB" b="1" dirty="0"/>
              <a:t>name of the file </a:t>
            </a:r>
            <a:r>
              <a:rPr lang="en-GB" dirty="0"/>
              <a:t>followed by the </a:t>
            </a:r>
            <a:r>
              <a:rPr lang="en-GB" b="1" dirty="0"/>
              <a:t>name of the program</a:t>
            </a:r>
            <a:r>
              <a:rPr lang="en-GB" dirty="0"/>
              <a:t> which in this case is Microsoft PowerPoint.</a:t>
            </a:r>
          </a:p>
        </p:txBody>
      </p:sp>
    </p:spTree>
    <p:extLst>
      <p:ext uri="{BB962C8B-B14F-4D97-AF65-F5344CB8AC3E}">
        <p14:creationId xmlns:p14="http://schemas.microsoft.com/office/powerpoint/2010/main" val="6011721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5832648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Slide </a:t>
            </a:r>
            <a:r>
              <a:rPr lang="en-GB" sz="4000" b="1" dirty="0" smtClean="0">
                <a:solidFill>
                  <a:srgbClr val="FF0000"/>
                </a:solidFill>
              </a:rPr>
              <a:t>Area</a:t>
            </a:r>
          </a:p>
          <a:p>
            <a:r>
              <a:rPr lang="en-GB" dirty="0"/>
              <a:t>This is the area where the actual slide is </a:t>
            </a:r>
            <a:r>
              <a:rPr lang="en-GB" b="1" dirty="0"/>
              <a:t>created</a:t>
            </a:r>
            <a:r>
              <a:rPr lang="en-GB" dirty="0"/>
              <a:t> and </a:t>
            </a:r>
            <a:r>
              <a:rPr lang="en-GB" b="1" dirty="0"/>
              <a:t>edited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/>
              <a:t>You can </a:t>
            </a:r>
            <a:r>
              <a:rPr lang="en-GB" b="1" dirty="0"/>
              <a:t>add</a:t>
            </a:r>
            <a:r>
              <a:rPr lang="en-GB" dirty="0"/>
              <a:t>, </a:t>
            </a:r>
            <a:r>
              <a:rPr lang="en-GB" b="1" dirty="0"/>
              <a:t>edit</a:t>
            </a:r>
            <a:r>
              <a:rPr lang="en-GB" dirty="0"/>
              <a:t> and </a:t>
            </a:r>
            <a:r>
              <a:rPr lang="en-GB" b="1" dirty="0"/>
              <a:t>delete text</a:t>
            </a:r>
            <a:r>
              <a:rPr lang="en-GB" dirty="0"/>
              <a:t>, </a:t>
            </a:r>
            <a:r>
              <a:rPr lang="en-GB" b="1" dirty="0"/>
              <a:t>images</a:t>
            </a:r>
            <a:r>
              <a:rPr lang="en-GB" dirty="0"/>
              <a:t>, </a:t>
            </a:r>
            <a:r>
              <a:rPr lang="en-GB" b="1" dirty="0"/>
              <a:t>shapes</a:t>
            </a:r>
            <a:r>
              <a:rPr lang="en-GB" dirty="0"/>
              <a:t> and </a:t>
            </a:r>
            <a:r>
              <a:rPr lang="en-GB" b="1" dirty="0"/>
              <a:t>multimedia</a:t>
            </a:r>
            <a:r>
              <a:rPr lang="en-GB" dirty="0"/>
              <a:t> in this section.</a:t>
            </a:r>
          </a:p>
        </p:txBody>
      </p:sp>
    </p:spTree>
    <p:extLst>
      <p:ext uri="{BB962C8B-B14F-4D97-AF65-F5344CB8AC3E}">
        <p14:creationId xmlns:p14="http://schemas.microsoft.com/office/powerpoint/2010/main" val="17484302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20680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 smtClean="0">
                <a:solidFill>
                  <a:srgbClr val="FF0000"/>
                </a:solidFill>
              </a:rPr>
              <a:t>Help</a:t>
            </a:r>
          </a:p>
          <a:p>
            <a:pPr algn="just"/>
            <a:r>
              <a:rPr lang="en-GB" sz="2000" b="1" dirty="0"/>
              <a:t>The Help Icon can be used to get PowerPoint related help anytime you need. </a:t>
            </a:r>
            <a:endParaRPr lang="en-GB" sz="2000" b="1" dirty="0" smtClean="0"/>
          </a:p>
          <a:p>
            <a:pPr algn="just"/>
            <a:endParaRPr lang="en-GB" sz="2000" b="1" dirty="0"/>
          </a:p>
          <a:p>
            <a:pPr algn="just"/>
            <a:r>
              <a:rPr lang="en-GB" sz="2000" b="1" dirty="0" smtClean="0"/>
              <a:t>Clicking </a:t>
            </a:r>
            <a:r>
              <a:rPr lang="en-GB" sz="2000" b="1" dirty="0"/>
              <a:t>on the "?" opens the PowerPoint Help window where you have a list of common topics to browse </a:t>
            </a:r>
            <a:r>
              <a:rPr lang="en-GB" sz="2000" b="1" dirty="0" smtClean="0"/>
              <a:t>from.</a:t>
            </a:r>
          </a:p>
          <a:p>
            <a:pPr algn="just"/>
            <a:endParaRPr lang="en-GB" sz="2000" b="1" dirty="0"/>
          </a:p>
        </p:txBody>
      </p:sp>
      <p:pic>
        <p:nvPicPr>
          <p:cNvPr id="8194" name="Picture 2" descr="C:\Users\UCCSMS1\Desktop\images\help_wind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7" y="2708920"/>
            <a:ext cx="5585991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576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20680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Zoom </a:t>
            </a:r>
            <a:r>
              <a:rPr lang="en-GB" sz="4000" b="1" dirty="0" smtClean="0">
                <a:solidFill>
                  <a:srgbClr val="FF0000"/>
                </a:solidFill>
              </a:rPr>
              <a:t>Options</a:t>
            </a:r>
          </a:p>
          <a:p>
            <a:pPr algn="just"/>
            <a:r>
              <a:rPr lang="en-GB" sz="2800" dirty="0"/>
              <a:t>The zoom control lets you zoom in for a closer look at your text.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The zoom control consists of a </a:t>
            </a:r>
            <a:r>
              <a:rPr lang="en-GB" sz="2800" b="1" dirty="0"/>
              <a:t>slider</a:t>
            </a:r>
            <a:r>
              <a:rPr lang="en-GB" sz="2800" dirty="0"/>
              <a:t> that you can slide </a:t>
            </a:r>
            <a:r>
              <a:rPr lang="en-GB" sz="2800" b="1" dirty="0"/>
              <a:t>left</a:t>
            </a:r>
            <a:r>
              <a:rPr lang="en-GB" sz="2800" dirty="0"/>
              <a:t> or </a:t>
            </a:r>
            <a:r>
              <a:rPr lang="en-GB" sz="2800" b="1" dirty="0"/>
              <a:t>right</a:t>
            </a:r>
            <a:r>
              <a:rPr lang="en-GB" sz="2800" dirty="0"/>
              <a:t> to </a:t>
            </a:r>
            <a:r>
              <a:rPr lang="en-GB" sz="2800" b="1" dirty="0"/>
              <a:t>zoom in or out</a:t>
            </a:r>
            <a:r>
              <a:rPr lang="en-GB" sz="2800" dirty="0"/>
              <a:t>, you can click on the </a:t>
            </a:r>
            <a:r>
              <a:rPr lang="en-GB" sz="3600" b="1" dirty="0">
                <a:solidFill>
                  <a:srgbClr val="FF0000"/>
                </a:solidFill>
              </a:rPr>
              <a:t>-</a:t>
            </a:r>
            <a:r>
              <a:rPr lang="en-GB" sz="36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and </a:t>
            </a:r>
            <a:r>
              <a:rPr lang="en-GB" sz="2800" b="1" dirty="0">
                <a:solidFill>
                  <a:srgbClr val="FF0000"/>
                </a:solidFill>
              </a:rPr>
              <a:t>+</a:t>
            </a:r>
            <a:r>
              <a:rPr lang="en-GB" sz="2800" dirty="0"/>
              <a:t> buttons to </a:t>
            </a:r>
            <a:r>
              <a:rPr lang="en-GB" sz="2800" b="1" dirty="0"/>
              <a:t>increase</a:t>
            </a:r>
            <a:r>
              <a:rPr lang="en-GB" sz="2800" dirty="0"/>
              <a:t> or </a:t>
            </a:r>
            <a:r>
              <a:rPr lang="en-GB" sz="2800" b="1" dirty="0"/>
              <a:t>decrease</a:t>
            </a:r>
            <a:r>
              <a:rPr lang="en-GB" sz="2800" dirty="0"/>
              <a:t> the zoom factor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maximum zoom supported by PowerPoint is </a:t>
            </a:r>
            <a:r>
              <a:rPr lang="en-GB" sz="2800" b="1" dirty="0">
                <a:solidFill>
                  <a:srgbClr val="FF0000"/>
                </a:solidFill>
              </a:rPr>
              <a:t>400%</a:t>
            </a:r>
            <a:r>
              <a:rPr lang="en-GB" sz="2800" dirty="0"/>
              <a:t> </a:t>
            </a:r>
            <a:r>
              <a:rPr lang="en-GB" sz="2800" dirty="0" smtClean="0"/>
              <a:t>and </a:t>
            </a:r>
            <a:r>
              <a:rPr lang="en-GB" sz="2800" b="1" dirty="0">
                <a:solidFill>
                  <a:srgbClr val="FF0000"/>
                </a:solidFill>
              </a:rPr>
              <a:t>100%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is indicated by the mark in the middle.</a:t>
            </a:r>
          </a:p>
        </p:txBody>
      </p:sp>
    </p:spTree>
    <p:extLst>
      <p:ext uri="{BB962C8B-B14F-4D97-AF65-F5344CB8AC3E}">
        <p14:creationId xmlns:p14="http://schemas.microsoft.com/office/powerpoint/2010/main" val="13153925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30932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Slide </a:t>
            </a:r>
            <a:r>
              <a:rPr lang="en-GB" sz="4000" b="1" dirty="0" smtClean="0">
                <a:solidFill>
                  <a:srgbClr val="FF0000"/>
                </a:solidFill>
              </a:rPr>
              <a:t>Views</a:t>
            </a:r>
          </a:p>
          <a:p>
            <a:pPr marL="0" indent="0" algn="just">
              <a:buNone/>
            </a:pPr>
            <a:r>
              <a:rPr lang="en-GB" sz="2800" dirty="0"/>
              <a:t>The group of </a:t>
            </a:r>
            <a:r>
              <a:rPr lang="en-GB" sz="2800" b="1" dirty="0" smtClean="0"/>
              <a:t>four(4) </a:t>
            </a:r>
            <a:r>
              <a:rPr lang="en-GB" sz="2800" b="1" dirty="0"/>
              <a:t>buttons</a:t>
            </a:r>
            <a:r>
              <a:rPr lang="en-GB" sz="2800" dirty="0"/>
              <a:t> located to the </a:t>
            </a:r>
            <a:r>
              <a:rPr lang="en-GB" sz="2800" b="1" dirty="0"/>
              <a:t>left </a:t>
            </a:r>
            <a:r>
              <a:rPr lang="en-GB" sz="2800" dirty="0"/>
              <a:t>of the Zoom control, near the bottom of the </a:t>
            </a:r>
            <a:r>
              <a:rPr lang="en-GB" sz="2800" dirty="0" smtClean="0"/>
              <a:t>screen.</a:t>
            </a:r>
            <a:endParaRPr lang="en-GB" sz="2800" dirty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Normal </a:t>
            </a:r>
            <a:r>
              <a:rPr lang="en-GB" sz="2800" b="1" dirty="0">
                <a:solidFill>
                  <a:srgbClr val="FF0000"/>
                </a:solidFill>
              </a:rPr>
              <a:t>Layout view </a:t>
            </a:r>
            <a:r>
              <a:rPr lang="en-GB" sz="2800" dirty="0"/>
              <a:t>− This displays page in normal view with the slide on the right and a list of thumbnails to the left. This view allows you to edit individual slides and also rearrange them.</a:t>
            </a:r>
          </a:p>
          <a:p>
            <a:pPr algn="just"/>
            <a:endParaRPr lang="en-GB" sz="2800" dirty="0"/>
          </a:p>
          <a:p>
            <a:pPr marL="0" indent="0" algn="just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Slide </a:t>
            </a:r>
            <a:r>
              <a:rPr lang="en-GB" sz="2800" b="1" dirty="0">
                <a:solidFill>
                  <a:srgbClr val="FF0000"/>
                </a:solidFill>
              </a:rPr>
              <a:t>Sorter view </a:t>
            </a:r>
            <a:r>
              <a:rPr lang="en-GB" sz="2800" dirty="0"/>
              <a:t>− This displays all the slides as a </a:t>
            </a:r>
            <a:r>
              <a:rPr lang="en-GB" sz="2800" b="1" dirty="0"/>
              <a:t>matrix</a:t>
            </a:r>
            <a:r>
              <a:rPr lang="en-GB" sz="2800" dirty="0"/>
              <a:t>. This view only allows you to </a:t>
            </a:r>
            <a:r>
              <a:rPr lang="en-GB" sz="2800" b="1" dirty="0"/>
              <a:t>rearrange</a:t>
            </a:r>
            <a:r>
              <a:rPr lang="en-GB" sz="2800" dirty="0"/>
              <a:t> the slides but </a:t>
            </a:r>
            <a:r>
              <a:rPr lang="en-GB" sz="2800" b="1" dirty="0"/>
              <a:t>not edit </a:t>
            </a:r>
            <a:r>
              <a:rPr lang="en-GB" sz="2800" dirty="0"/>
              <a:t>the contents of each slide.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marL="0" indent="0" algn="just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Reading </a:t>
            </a:r>
            <a:r>
              <a:rPr lang="en-GB" sz="2800" b="1" dirty="0">
                <a:solidFill>
                  <a:srgbClr val="FF0000"/>
                </a:solidFill>
              </a:rPr>
              <a:t>View </a:t>
            </a:r>
            <a:r>
              <a:rPr lang="en-GB" sz="2800" dirty="0"/>
              <a:t>− This view is like a slideshow with access to the </a:t>
            </a:r>
            <a:r>
              <a:rPr lang="en-GB" sz="2800" b="1" dirty="0"/>
              <a:t>Windows task bar </a:t>
            </a:r>
            <a:r>
              <a:rPr lang="en-GB" sz="2800" dirty="0"/>
              <a:t>in case you need to switch windows. </a:t>
            </a:r>
            <a:endParaRPr lang="en-GB" sz="2800" dirty="0" smtClean="0"/>
          </a:p>
          <a:p>
            <a:pPr marL="0" indent="0" algn="just">
              <a:buNone/>
            </a:pPr>
            <a:endParaRPr lang="en-GB" sz="2800" dirty="0" smtClean="0"/>
          </a:p>
          <a:p>
            <a:pPr marL="0" indent="0" algn="just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Slide Show View- </a:t>
            </a:r>
            <a:r>
              <a:rPr lang="en-GB" sz="2800" dirty="0" smtClean="0"/>
              <a:t>You cannot edit anything in this view.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7976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Notes </a:t>
            </a:r>
            <a:r>
              <a:rPr lang="en-GB" sz="4000" b="1" dirty="0" smtClean="0">
                <a:solidFill>
                  <a:srgbClr val="FF0000"/>
                </a:solidFill>
              </a:rPr>
              <a:t>Section</a:t>
            </a:r>
          </a:p>
          <a:p>
            <a:pPr algn="just"/>
            <a:r>
              <a:rPr lang="en-GB" sz="2800" dirty="0"/>
              <a:t>This sections allows you to </a:t>
            </a:r>
            <a:r>
              <a:rPr lang="en-GB" sz="2800" b="1" dirty="0"/>
              <a:t>add notes </a:t>
            </a:r>
            <a:r>
              <a:rPr lang="en-GB" sz="2800" dirty="0"/>
              <a:t>for the presentation.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These notes will not be displayed on the screen during the presentation; these are just quick reference for the presenter.</a:t>
            </a:r>
          </a:p>
        </p:txBody>
      </p:sp>
    </p:spTree>
    <p:extLst>
      <p:ext uri="{BB962C8B-B14F-4D97-AF65-F5344CB8AC3E}">
        <p14:creationId xmlns:p14="http://schemas.microsoft.com/office/powerpoint/2010/main" val="19732106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2068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4000" b="1" dirty="0">
                <a:solidFill>
                  <a:srgbClr val="FF0000"/>
                </a:solidFill>
              </a:rPr>
              <a:t>Quick Access </a:t>
            </a:r>
            <a:r>
              <a:rPr lang="en-GB" sz="4000" b="1" dirty="0" smtClean="0">
                <a:solidFill>
                  <a:srgbClr val="FF0000"/>
                </a:solidFill>
              </a:rPr>
              <a:t>Toolbar</a:t>
            </a:r>
          </a:p>
          <a:p>
            <a:pPr algn="just"/>
            <a:r>
              <a:rPr lang="en-GB" sz="2800" dirty="0"/>
              <a:t>The Quick Access Toolbar can be located in one of two places: </a:t>
            </a:r>
            <a:r>
              <a:rPr lang="en-GB" sz="2800" b="1" dirty="0"/>
              <a:t>Upper-left corner</a:t>
            </a:r>
            <a:r>
              <a:rPr lang="en-GB" sz="2800" dirty="0"/>
              <a:t>, on the </a:t>
            </a:r>
            <a:r>
              <a:rPr lang="en-GB" sz="2800" b="1" dirty="0"/>
              <a:t>title bar</a:t>
            </a:r>
            <a:r>
              <a:rPr lang="en-GB" sz="2800" dirty="0"/>
              <a:t>. </a:t>
            </a:r>
            <a:r>
              <a:rPr lang="en-GB" sz="2800" b="1" dirty="0"/>
              <a:t>(default location)</a:t>
            </a:r>
          </a:p>
          <a:p>
            <a:pPr algn="just"/>
            <a:r>
              <a:rPr lang="en-GB" sz="2800" dirty="0" smtClean="0"/>
              <a:t>The </a:t>
            </a:r>
            <a:r>
              <a:rPr lang="en-GB" sz="2800" dirty="0"/>
              <a:t>Quick Access Toolbar </a:t>
            </a:r>
            <a:r>
              <a:rPr lang="en-GB" sz="2800" dirty="0" smtClean="0"/>
              <a:t>can also be </a:t>
            </a:r>
            <a:r>
              <a:rPr lang="en-GB" sz="2800" dirty="0"/>
              <a:t>located </a:t>
            </a:r>
            <a:r>
              <a:rPr lang="en-GB" sz="2800" b="1" dirty="0" smtClean="0"/>
              <a:t>below</a:t>
            </a:r>
            <a:r>
              <a:rPr lang="en-GB" sz="2800" dirty="0" smtClean="0"/>
              <a:t> </a:t>
            </a:r>
            <a:r>
              <a:rPr lang="en-GB" sz="2800" dirty="0"/>
              <a:t>the </a:t>
            </a:r>
            <a:r>
              <a:rPr lang="en-GB" sz="2800" b="1" dirty="0"/>
              <a:t>ribbon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toolbar offers a convenient place to group the </a:t>
            </a:r>
            <a:r>
              <a:rPr lang="en-GB" sz="2800" b="1" dirty="0"/>
              <a:t>most commonly used commands</a:t>
            </a:r>
            <a:r>
              <a:rPr lang="en-GB" sz="2800" dirty="0"/>
              <a:t> in PowerPoint. </a:t>
            </a:r>
            <a:endParaRPr lang="en-GB" sz="2800" dirty="0" smtClean="0"/>
          </a:p>
          <a:p>
            <a:pPr marL="0" indent="0" algn="just">
              <a:buNone/>
            </a:pPr>
            <a:endParaRPr lang="en-GB" sz="2800" dirty="0"/>
          </a:p>
          <a:p>
            <a:pPr marL="0" indent="0" algn="just">
              <a:buNone/>
            </a:pPr>
            <a:r>
              <a:rPr lang="en-GB" sz="4000" b="1" dirty="0">
                <a:solidFill>
                  <a:srgbClr val="FF0000"/>
                </a:solidFill>
              </a:rPr>
              <a:t>Slide </a:t>
            </a:r>
            <a:r>
              <a:rPr lang="en-GB" sz="4000" b="1" dirty="0" smtClean="0">
                <a:solidFill>
                  <a:srgbClr val="FF0000"/>
                </a:solidFill>
              </a:rPr>
              <a:t>Tab</a:t>
            </a:r>
            <a:endParaRPr lang="en-GB" sz="4000" dirty="0" smtClean="0"/>
          </a:p>
          <a:p>
            <a:pPr algn="just"/>
            <a:r>
              <a:rPr lang="en-GB" sz="2800" dirty="0"/>
              <a:t>This section is available only in the </a:t>
            </a:r>
            <a:r>
              <a:rPr lang="en-GB" sz="2800" b="1" dirty="0"/>
              <a:t>Normal view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r>
              <a:rPr lang="en-GB" sz="2800" dirty="0" smtClean="0"/>
              <a:t>It </a:t>
            </a:r>
            <a:r>
              <a:rPr lang="en-GB" sz="2800" dirty="0"/>
              <a:t>displays all the slides in </a:t>
            </a:r>
            <a:r>
              <a:rPr lang="en-GB" sz="2800" b="1" dirty="0"/>
              <a:t>sequence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r>
              <a:rPr lang="en-GB" sz="2800" dirty="0" smtClean="0"/>
              <a:t>You </a:t>
            </a:r>
            <a:r>
              <a:rPr lang="en-GB" sz="2800" dirty="0"/>
              <a:t>can </a:t>
            </a:r>
            <a:r>
              <a:rPr lang="en-GB" sz="2800" b="1" dirty="0"/>
              <a:t>add</a:t>
            </a:r>
            <a:r>
              <a:rPr lang="en-GB" sz="2800" dirty="0"/>
              <a:t>, </a:t>
            </a:r>
            <a:r>
              <a:rPr lang="en-GB" sz="2800" b="1" dirty="0"/>
              <a:t>delete</a:t>
            </a:r>
            <a:r>
              <a:rPr lang="en-GB" sz="2800" dirty="0"/>
              <a:t> and </a:t>
            </a:r>
            <a:r>
              <a:rPr lang="en-GB" sz="2800" b="1" dirty="0"/>
              <a:t>reorder slides </a:t>
            </a:r>
            <a:r>
              <a:rPr lang="en-GB" sz="2800" dirty="0"/>
              <a:t>from this section.</a:t>
            </a:r>
          </a:p>
        </p:txBody>
      </p:sp>
    </p:spTree>
    <p:extLst>
      <p:ext uri="{BB962C8B-B14F-4D97-AF65-F5344CB8AC3E}">
        <p14:creationId xmlns:p14="http://schemas.microsoft.com/office/powerpoint/2010/main" val="3765779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Backstage View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20680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In </a:t>
            </a:r>
            <a:r>
              <a:rPr lang="en-GB" sz="2800" dirty="0"/>
              <a:t>Office 2010, Microsoft replaced the traditional file menu with the new </a:t>
            </a:r>
            <a:r>
              <a:rPr lang="en-GB" sz="2800" b="1" dirty="0">
                <a:solidFill>
                  <a:srgbClr val="FF0000"/>
                </a:solidFill>
              </a:rPr>
              <a:t>Backstage view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This view not only offers all the menu items under the file menu, but additional details which makes management of your files a lot easier.</a:t>
            </a:r>
          </a:p>
        </p:txBody>
      </p:sp>
    </p:spTree>
    <p:extLst>
      <p:ext uri="{BB962C8B-B14F-4D97-AF65-F5344CB8AC3E}">
        <p14:creationId xmlns:p14="http://schemas.microsoft.com/office/powerpoint/2010/main" val="13013918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Accessing Backstage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20680"/>
          </a:xfrm>
        </p:spPr>
        <p:txBody>
          <a:bodyPr>
            <a:normAutofit/>
          </a:bodyPr>
          <a:lstStyle/>
          <a:p>
            <a:endParaRPr lang="en-GB" sz="2800" dirty="0" smtClean="0"/>
          </a:p>
          <a:p>
            <a:endParaRPr lang="en-GB" sz="2800" dirty="0"/>
          </a:p>
          <a:p>
            <a:r>
              <a:rPr lang="en-GB" sz="2800" dirty="0" smtClean="0"/>
              <a:t>You </a:t>
            </a:r>
            <a:r>
              <a:rPr lang="en-GB" sz="2800" dirty="0"/>
              <a:t>can access the </a:t>
            </a:r>
            <a:r>
              <a:rPr lang="en-GB" sz="2800" b="1" dirty="0"/>
              <a:t>Backstage view </a:t>
            </a:r>
            <a:r>
              <a:rPr lang="en-GB" sz="2800" dirty="0"/>
              <a:t>simply by clicking on the </a:t>
            </a:r>
            <a:r>
              <a:rPr lang="en-GB" sz="2800" b="1" dirty="0"/>
              <a:t>File tab</a:t>
            </a:r>
            <a:r>
              <a:rPr lang="en-GB" sz="2800" dirty="0" smtClean="0"/>
              <a:t>.</a:t>
            </a:r>
          </a:p>
          <a:p>
            <a:endParaRPr lang="en-GB" sz="2800" dirty="0"/>
          </a:p>
          <a:p>
            <a:r>
              <a:rPr lang="en-GB" sz="2800" dirty="0"/>
              <a:t>You can exit this view by clicking on any tab (</a:t>
            </a:r>
            <a:r>
              <a:rPr lang="en-GB" sz="2800" b="1" dirty="0"/>
              <a:t>including the File tab again</a:t>
            </a:r>
            <a:r>
              <a:rPr lang="en-GB" sz="2800" dirty="0"/>
              <a:t>). </a:t>
            </a:r>
            <a:endParaRPr lang="en-GB" sz="2800" dirty="0" smtClean="0"/>
          </a:p>
          <a:p>
            <a:endParaRPr lang="en-GB" sz="2800" dirty="0"/>
          </a:p>
          <a:p>
            <a:r>
              <a:rPr lang="en-GB" sz="2800" dirty="0" smtClean="0"/>
              <a:t>You </a:t>
            </a:r>
            <a:r>
              <a:rPr lang="en-GB" sz="2800" dirty="0"/>
              <a:t>can also press the </a:t>
            </a:r>
            <a:r>
              <a:rPr lang="en-GB" sz="2800" b="1" dirty="0"/>
              <a:t>'Esc' button </a:t>
            </a:r>
            <a:r>
              <a:rPr lang="en-GB" sz="2800" dirty="0"/>
              <a:t>on the keyboard.</a:t>
            </a:r>
            <a:endParaRPr lang="en-GB" sz="2800" dirty="0" smtClean="0"/>
          </a:p>
          <a:p>
            <a:endParaRPr lang="en-GB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2357137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Accessing Backstage View</a:t>
            </a:r>
          </a:p>
        </p:txBody>
      </p:sp>
      <p:pic>
        <p:nvPicPr>
          <p:cNvPr id="1026" name="Picture 2" descr="C:\Users\UCCSMS1\Desktop\images\backstage_view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08720"/>
            <a:ext cx="748883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676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Organization of Backstage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976664"/>
          </a:xfrm>
        </p:spPr>
        <p:txBody>
          <a:bodyPr/>
          <a:lstStyle/>
          <a:p>
            <a:r>
              <a:rPr lang="en-GB" dirty="0"/>
              <a:t>The backstage view has </a:t>
            </a:r>
            <a:r>
              <a:rPr lang="en-GB" b="1" dirty="0" smtClean="0"/>
              <a:t>three(3)</a:t>
            </a:r>
            <a:r>
              <a:rPr lang="en-GB" dirty="0" smtClean="0"/>
              <a:t> </a:t>
            </a:r>
            <a:r>
              <a:rPr lang="en-GB" dirty="0"/>
              <a:t>sections or panes.</a:t>
            </a:r>
          </a:p>
        </p:txBody>
      </p:sp>
      <p:pic>
        <p:nvPicPr>
          <p:cNvPr id="2050" name="Picture 2" descr="C:\Users\UCCSMS1\Desktop\images\backstage_view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7056784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328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Presentation using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PowerPoint offers a host of tools that will aid you in creating a presentation. </a:t>
            </a:r>
            <a:endParaRPr lang="en-GB" sz="2800" dirty="0" smtClean="0"/>
          </a:p>
          <a:p>
            <a:pPr algn="just"/>
            <a:r>
              <a:rPr lang="en-GB" sz="2800" dirty="0" smtClean="0"/>
              <a:t>These </a:t>
            </a:r>
            <a:r>
              <a:rPr lang="en-GB" sz="2800" dirty="0"/>
              <a:t>tools are organized logically into various </a:t>
            </a:r>
            <a:r>
              <a:rPr lang="en-GB" sz="2800" b="1" dirty="0"/>
              <a:t>ribbons</a:t>
            </a:r>
            <a:r>
              <a:rPr lang="en-GB" sz="2800" dirty="0"/>
              <a:t> in PowerPoint.</a:t>
            </a:r>
          </a:p>
        </p:txBody>
      </p:sp>
      <p:pic>
        <p:nvPicPr>
          <p:cNvPr id="3074" name="Picture 2" descr="C:\Users\UCCSMS1\Desktop\images\menu_categori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132856"/>
            <a:ext cx="6120680" cy="472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3546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Presentation using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8424936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81768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New Slides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Right-click </a:t>
            </a:r>
            <a:r>
              <a:rPr lang="en-GB" sz="2800" dirty="0"/>
              <a:t>in the </a:t>
            </a:r>
            <a:r>
              <a:rPr lang="en-GB" sz="2800" b="1" dirty="0"/>
              <a:t>Navigation Pane </a:t>
            </a:r>
            <a:r>
              <a:rPr lang="en-GB" sz="2800" dirty="0"/>
              <a:t>under any existing slide and click on the </a:t>
            </a:r>
            <a:r>
              <a:rPr lang="en-GB" sz="2800" b="1" dirty="0"/>
              <a:t>New </a:t>
            </a:r>
            <a:r>
              <a:rPr lang="en-GB" sz="2800" b="1" dirty="0" smtClean="0"/>
              <a:t>Slide</a:t>
            </a:r>
            <a:r>
              <a:rPr lang="en-GB" sz="2800" dirty="0" smtClean="0"/>
              <a:t> </a:t>
            </a:r>
            <a:r>
              <a:rPr lang="en-GB" sz="2800" dirty="0"/>
              <a:t>option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5122" name="Picture 2" descr="C:\Users\UCCSMS1\Desktop\images\add_new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132856"/>
            <a:ext cx="691276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8417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New Slides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The new slide is </a:t>
            </a:r>
            <a:r>
              <a:rPr lang="en-GB" sz="2800" b="1" dirty="0"/>
              <a:t>inserted</a:t>
            </a:r>
            <a:r>
              <a:rPr lang="en-GB" sz="2800" dirty="0"/>
              <a:t>. You can now change the layout of this slide to suit your design </a:t>
            </a:r>
            <a:r>
              <a:rPr lang="en-GB" sz="2800" dirty="0" smtClean="0"/>
              <a:t>requirements.</a:t>
            </a:r>
          </a:p>
          <a:p>
            <a:pPr algn="just"/>
            <a:endParaRPr lang="en-GB" sz="2800" dirty="0"/>
          </a:p>
        </p:txBody>
      </p:sp>
      <p:pic>
        <p:nvPicPr>
          <p:cNvPr id="6146" name="Picture 2" descr="C:\Users\UCCSMS1\Desktop\images\new_slide_insert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132856"/>
            <a:ext cx="6154663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8798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New Slides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</a:t>
            </a:r>
          </a:p>
          <a:p>
            <a:pPr algn="just"/>
            <a:r>
              <a:rPr lang="en-GB" sz="2800" dirty="0"/>
              <a:t>To change the slide layout, </a:t>
            </a:r>
            <a:r>
              <a:rPr lang="en-GB" sz="2800" b="1" dirty="0"/>
              <a:t>right-click</a:t>
            </a:r>
            <a:r>
              <a:rPr lang="en-GB" sz="2800" dirty="0"/>
              <a:t> on the </a:t>
            </a:r>
            <a:r>
              <a:rPr lang="en-GB" sz="2800" b="1" dirty="0"/>
              <a:t>newly inserted slide</a:t>
            </a:r>
            <a:r>
              <a:rPr lang="en-GB" sz="2800" dirty="0"/>
              <a:t> and go to the </a:t>
            </a:r>
            <a:r>
              <a:rPr lang="en-GB" sz="2800" b="1" dirty="0"/>
              <a:t>Layout option </a:t>
            </a:r>
            <a:r>
              <a:rPr lang="en-GB" sz="2800" dirty="0"/>
              <a:t>where you can choose from the </a:t>
            </a:r>
            <a:r>
              <a:rPr lang="en-GB" sz="2800" b="1" dirty="0"/>
              <a:t>existing layout styles </a:t>
            </a:r>
            <a:r>
              <a:rPr lang="en-GB" sz="2800" dirty="0"/>
              <a:t>available to you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7170" name="Picture 2" descr="C:\Users\UCCSMS1\Desktop\images\slide_layout_styl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6480720" cy="420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390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Text in Boxes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Title </a:t>
            </a:r>
            <a:r>
              <a:rPr lang="en-GB" sz="2800" b="1" dirty="0" smtClean="0">
                <a:solidFill>
                  <a:srgbClr val="FF0000"/>
                </a:solidFill>
              </a:rPr>
              <a:t>Box</a:t>
            </a:r>
          </a:p>
          <a:p>
            <a:pPr marL="0" indent="0" algn="just">
              <a:buNone/>
            </a:pPr>
            <a:r>
              <a:rPr lang="en-GB" sz="2800" dirty="0"/>
              <a:t>This is typically found on slides with the </a:t>
            </a:r>
            <a:r>
              <a:rPr lang="en-GB" sz="2800" b="1" dirty="0"/>
              <a:t>title layout </a:t>
            </a:r>
            <a:r>
              <a:rPr lang="en-GB" sz="2800" dirty="0"/>
              <a:t>and in all the slides that have a title box in them. This box is indicated by "</a:t>
            </a:r>
            <a:r>
              <a:rPr lang="en-GB" sz="2800" b="1" dirty="0"/>
              <a:t>Click to add title</a:t>
            </a:r>
            <a:r>
              <a:rPr lang="en-GB" sz="2800" dirty="0" smtClean="0"/>
              <a:t>".</a:t>
            </a:r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8194" name="Picture 2" descr="C:\Users\UCCSMS1\Desktop\images\title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492896"/>
            <a:ext cx="6408712" cy="412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858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Text in Boxes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Subtitle </a:t>
            </a:r>
            <a:r>
              <a:rPr lang="en-GB" sz="2800" b="1" dirty="0" smtClean="0">
                <a:solidFill>
                  <a:srgbClr val="FF0000"/>
                </a:solidFill>
              </a:rPr>
              <a:t>Box</a:t>
            </a:r>
          </a:p>
          <a:p>
            <a:pPr marL="0" indent="0" algn="just">
              <a:buNone/>
            </a:pPr>
            <a:r>
              <a:rPr lang="en-GB" sz="2800" dirty="0"/>
              <a:t>This is found only in slides with the </a:t>
            </a:r>
            <a:r>
              <a:rPr lang="en-GB" sz="2800" b="1" dirty="0"/>
              <a:t>Title layout</a:t>
            </a:r>
            <a:r>
              <a:rPr lang="en-GB" sz="2800" dirty="0"/>
              <a:t>. This is indicated by "</a:t>
            </a:r>
            <a:r>
              <a:rPr lang="en-GB" sz="2800" b="1" dirty="0"/>
              <a:t>Click to add subtitle</a:t>
            </a:r>
            <a:r>
              <a:rPr lang="en-GB" sz="2800" dirty="0"/>
              <a:t>".</a:t>
            </a:r>
            <a:endParaRPr lang="en-GB" sz="2800" dirty="0" smtClean="0"/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8194" name="Picture 2" descr="C:\Users\UCCSMS1\Desktop\images\title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04864"/>
            <a:ext cx="6659860" cy="440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0191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Text in Boxes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Content </a:t>
            </a:r>
            <a:r>
              <a:rPr lang="en-GB" sz="2800" b="1" dirty="0" smtClean="0">
                <a:solidFill>
                  <a:srgbClr val="FF0000"/>
                </a:solidFill>
              </a:rPr>
              <a:t>Box</a:t>
            </a:r>
          </a:p>
          <a:p>
            <a:pPr marL="0" indent="0">
              <a:buNone/>
            </a:pPr>
            <a:r>
              <a:rPr lang="en-GB" sz="2800" dirty="0"/>
              <a:t>This is found in most of the slides that have a placeholder for adding content. This is indicated by "</a:t>
            </a:r>
            <a:r>
              <a:rPr lang="en-GB" sz="2800" b="1" dirty="0"/>
              <a:t>Click to add text</a:t>
            </a:r>
            <a:r>
              <a:rPr lang="en-GB" sz="2800" dirty="0" smtClean="0"/>
              <a:t>".</a:t>
            </a:r>
            <a:endParaRPr lang="en-GB" sz="2800" dirty="0"/>
          </a:p>
          <a:p>
            <a:pPr marL="0" indent="0">
              <a:buNone/>
            </a:pPr>
            <a:r>
              <a:rPr lang="en-GB" sz="2800" dirty="0"/>
              <a:t>As you can see, this box allows you to add </a:t>
            </a:r>
            <a:r>
              <a:rPr lang="en-GB" sz="2800" b="1" dirty="0"/>
              <a:t>text as well as non-text content. </a:t>
            </a:r>
            <a:endParaRPr lang="en-GB" sz="2800" b="1" dirty="0" smtClean="0"/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9218" name="Picture 2" descr="C:\Users\UCCSMS1\Desktop\images\content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780928"/>
            <a:ext cx="5976664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2151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Text in Boxes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Text Only </a:t>
            </a:r>
            <a:r>
              <a:rPr lang="en-GB" sz="2800" b="1" dirty="0" smtClean="0">
                <a:solidFill>
                  <a:srgbClr val="FF0000"/>
                </a:solidFill>
              </a:rPr>
              <a:t>Box</a:t>
            </a:r>
          </a:p>
          <a:p>
            <a:pPr marL="0" indent="0" algn="just">
              <a:buNone/>
            </a:pPr>
            <a:r>
              <a:rPr lang="en-GB" sz="2400" dirty="0"/>
              <a:t>This is not a default content box available in PowerPoint, but you can create it using Slide Master, if required. </a:t>
            </a:r>
            <a:endParaRPr lang="en-GB" sz="2400" dirty="0" smtClean="0"/>
          </a:p>
          <a:p>
            <a:pPr marL="0" indent="0" algn="just">
              <a:buNone/>
            </a:pPr>
            <a:r>
              <a:rPr lang="en-GB" sz="2400" dirty="0"/>
              <a:t>This is also indicated by "</a:t>
            </a:r>
            <a:r>
              <a:rPr lang="en-GB" sz="2400" b="1" dirty="0"/>
              <a:t>Click to add text</a:t>
            </a:r>
            <a:r>
              <a:rPr lang="en-GB" sz="2400" dirty="0"/>
              <a:t>". The only difference between the Text Only Box and the Content Box is that the former only supports text in the content area.</a:t>
            </a:r>
          </a:p>
        </p:txBody>
      </p:sp>
      <p:pic>
        <p:nvPicPr>
          <p:cNvPr id="10242" name="Picture 2" descr="C:\Users\UCCSMS1\Desktop\images\text_only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996952"/>
            <a:ext cx="5286375" cy="370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4338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New Text Boxes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GB" sz="2400" dirty="0"/>
              <a:t>Click on the </a:t>
            </a:r>
            <a:r>
              <a:rPr lang="en-GB" sz="2400" b="1" dirty="0"/>
              <a:t>Text Box icon </a:t>
            </a:r>
            <a:r>
              <a:rPr lang="en-GB" sz="2400" dirty="0"/>
              <a:t>in the </a:t>
            </a:r>
            <a:r>
              <a:rPr lang="en-GB" sz="2400" b="1" dirty="0"/>
              <a:t>Home ribbon </a:t>
            </a:r>
            <a:r>
              <a:rPr lang="en-GB" sz="2400" dirty="0"/>
              <a:t>under the </a:t>
            </a:r>
            <a:r>
              <a:rPr lang="en-GB" sz="2400" b="1" dirty="0"/>
              <a:t>Drawing section</a:t>
            </a:r>
            <a:r>
              <a:rPr lang="en-GB" sz="2400" dirty="0" smtClean="0"/>
              <a:t>.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1266" name="Picture 2" descr="C:\Users\UCCSMS1\Desktop\images\home_ribbon_drawing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556792"/>
            <a:ext cx="6624736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UCCSMS1\Desktop\images\text_bo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573016"/>
            <a:ext cx="5641082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237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New Text Boxes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400" dirty="0"/>
              <a:t>You will get the insert text box cursor that looks like an </a:t>
            </a:r>
            <a:r>
              <a:rPr lang="en-GB" sz="2400" b="1" dirty="0"/>
              <a:t>inverted cross</a:t>
            </a:r>
            <a:r>
              <a:rPr lang="en-GB" sz="2400" dirty="0" smtClean="0"/>
              <a:t>.</a:t>
            </a:r>
          </a:p>
          <a:p>
            <a:pPr marL="0" indent="0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400" dirty="0" smtClean="0"/>
              <a:t>Click </a:t>
            </a:r>
            <a:r>
              <a:rPr lang="en-GB" sz="2400" dirty="0"/>
              <a:t>to insert a text box. You can now start typing directly into the text box.</a:t>
            </a: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2290" name="Picture 2" descr="C:\Users\UCCSMS1\Desktop\images\inserted_text_bo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68960"/>
            <a:ext cx="4608512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UCCSMS1\Desktop\images\typed_tex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154635"/>
            <a:ext cx="4032448" cy="355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3270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Deleting Existing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You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 delete the slides from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Normal view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 well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 Sorter view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each view, you can delete the slides in two ways.</a:t>
            </a:r>
          </a:p>
        </p:txBody>
      </p:sp>
    </p:spTree>
    <p:extLst>
      <p:ext uri="{BB962C8B-B14F-4D97-AF65-F5344CB8AC3E}">
        <p14:creationId xmlns:p14="http://schemas.microsoft.com/office/powerpoint/2010/main" val="21944466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Deleting from Normal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GB" sz="2400" dirty="0"/>
              <a:t>Go to the Normal </a:t>
            </a:r>
            <a:r>
              <a:rPr lang="en-GB" sz="2400" dirty="0" smtClean="0"/>
              <a:t>view.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3315" name="Picture 3" descr="C:\Users\UCCSMS1\Desktop\images\delete_normal_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69749"/>
            <a:ext cx="5991597" cy="468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0374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Deleting from Normal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400" dirty="0"/>
              <a:t>Right-click on the slide to be deleted and select the </a:t>
            </a:r>
            <a:r>
              <a:rPr lang="en-GB" sz="2400" b="1" dirty="0"/>
              <a:t>Delete Slide </a:t>
            </a:r>
            <a:r>
              <a:rPr lang="en-GB" sz="2400" dirty="0" smtClean="0"/>
              <a:t>option.</a:t>
            </a:r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 smtClean="0"/>
              <a:t>Alternately</a:t>
            </a:r>
            <a:r>
              <a:rPr lang="en-GB" sz="2400" dirty="0"/>
              <a:t>, you can select the slide and press the </a:t>
            </a:r>
            <a:r>
              <a:rPr lang="en-GB" sz="2400" b="1" dirty="0"/>
              <a:t>Delete</a:t>
            </a:r>
            <a:r>
              <a:rPr lang="en-GB" sz="2400" dirty="0"/>
              <a:t> button on your </a:t>
            </a:r>
            <a:r>
              <a:rPr lang="en-GB" sz="2400" b="1" dirty="0"/>
              <a:t>key board</a:t>
            </a:r>
            <a:r>
              <a:rPr lang="en-GB" sz="2400" dirty="0"/>
              <a:t>.</a:t>
            </a:r>
          </a:p>
        </p:txBody>
      </p:sp>
      <p:pic>
        <p:nvPicPr>
          <p:cNvPr id="14338" name="Picture 2" descr="C:\Users\UCCSMS1\Desktop\images\normal_dele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28800"/>
            <a:ext cx="533400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0886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Deleting from Slide Sorter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GB" sz="2400" dirty="0"/>
              <a:t>Go to the Slide Sorter </a:t>
            </a:r>
            <a:r>
              <a:rPr lang="en-GB" sz="2400" dirty="0" smtClean="0"/>
              <a:t>view.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5362" name="Picture 2" descr="C:\Users\UCCSMS1\Desktop\images\delete_slide_sorter_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1772816"/>
            <a:ext cx="6192688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1750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Deleting from Slide Sorter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400" dirty="0"/>
              <a:t>Right-click on the slide to be deleted and select the Delete Slide </a:t>
            </a:r>
            <a:r>
              <a:rPr lang="en-GB" sz="2400" dirty="0" smtClean="0"/>
              <a:t>option.</a:t>
            </a:r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 smtClean="0"/>
              <a:t>Alternately</a:t>
            </a:r>
            <a:r>
              <a:rPr lang="en-GB" sz="2400" dirty="0"/>
              <a:t>, you can select the slide and press the </a:t>
            </a:r>
            <a:r>
              <a:rPr lang="en-GB" sz="2400" b="1" dirty="0"/>
              <a:t>Delete</a:t>
            </a:r>
            <a:r>
              <a:rPr lang="en-GB" sz="2400" dirty="0"/>
              <a:t> button on your </a:t>
            </a:r>
            <a:r>
              <a:rPr lang="en-GB" sz="2400" b="1" dirty="0"/>
              <a:t>key board</a:t>
            </a:r>
            <a:r>
              <a:rPr lang="en-GB" sz="2400" dirty="0"/>
              <a:t>.</a:t>
            </a:r>
          </a:p>
        </p:txBody>
      </p:sp>
      <p:pic>
        <p:nvPicPr>
          <p:cNvPr id="16386" name="Picture 2" descr="C:\Users\UCCSMS1\Desktop\images\slide_sorter_dele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1628800"/>
            <a:ext cx="6624736" cy="4169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8525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Rearranging Slides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Rearranging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slides is important when it comes to organizing the overall presentation flow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 can rearrange slides from two views in PowerPoint -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Normal View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 Sorter View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43155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Normal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marL="0" indent="0" algn="just">
              <a:buNone/>
            </a:pPr>
            <a:r>
              <a:rPr lang="en-GB" sz="2400" dirty="0"/>
              <a:t>Select the slide to be </a:t>
            </a:r>
            <a:r>
              <a:rPr lang="en-GB" sz="2400" dirty="0" smtClean="0"/>
              <a:t>moved.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400" dirty="0" smtClean="0"/>
              <a:t>Left </a:t>
            </a:r>
            <a:r>
              <a:rPr lang="en-GB" sz="2400" dirty="0"/>
              <a:t>click on the slide and drag it to the position in the sequence where you want to place it. </a:t>
            </a:r>
            <a:endParaRPr lang="en-GB" sz="2400" dirty="0" smtClean="0"/>
          </a:p>
          <a:p>
            <a:pPr marL="0" indent="0" algn="just">
              <a:buNone/>
            </a:pPr>
            <a:r>
              <a:rPr lang="en-GB" sz="2400" dirty="0"/>
              <a:t>PowerPoint will indicate the insert position with a line in-between existing slides.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7410" name="Picture 2" descr="C:\Users\UCCSMS1\Desktop\images\rearrange_normal_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212975"/>
            <a:ext cx="5688632" cy="354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7619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Normal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400" dirty="0"/>
              <a:t>When you get to the right position release the left click button to insert the slide. </a:t>
            </a:r>
            <a:endParaRPr lang="en-GB" sz="2400" dirty="0" smtClean="0"/>
          </a:p>
          <a:p>
            <a:pPr marL="0" indent="0" algn="just">
              <a:buNone/>
            </a:pPr>
            <a:r>
              <a:rPr lang="en-GB" sz="2400" dirty="0" smtClean="0"/>
              <a:t>Alternately </a:t>
            </a:r>
            <a:r>
              <a:rPr lang="en-GB" sz="2400" dirty="0"/>
              <a:t>you can also </a:t>
            </a:r>
            <a:r>
              <a:rPr lang="en-GB" sz="2400" b="1" dirty="0"/>
              <a:t>cut </a:t>
            </a:r>
            <a:r>
              <a:rPr lang="en-GB" sz="2400" dirty="0"/>
              <a:t>the selected slide and </a:t>
            </a:r>
            <a:r>
              <a:rPr lang="en-GB" sz="2400" b="1" dirty="0"/>
              <a:t>paste</a:t>
            </a:r>
            <a:r>
              <a:rPr lang="en-GB" sz="2400" dirty="0"/>
              <a:t> it back in the sequence as shown below</a:t>
            </a:r>
            <a:r>
              <a:rPr lang="en-GB" sz="2400" dirty="0" smtClean="0"/>
              <a:t>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8434" name="Picture 2" descr="C:\Users\UCCSMS1\Desktop\images\rearrange_normal_view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708920"/>
            <a:ext cx="4104456" cy="38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5" name="Picture 3" descr="C:\Users\UCCSMS1\Desktop\images\rearrange_normal_view_past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039" y="2708920"/>
            <a:ext cx="4011340" cy="38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0102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 Sorter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marL="0" indent="0" algn="just">
              <a:buNone/>
            </a:pPr>
            <a:r>
              <a:rPr lang="en-GB" sz="2400" dirty="0"/>
              <a:t>Select the slide to be </a:t>
            </a:r>
            <a:r>
              <a:rPr lang="en-GB" sz="2400" dirty="0" smtClean="0"/>
              <a:t>moved.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400" dirty="0" smtClean="0"/>
              <a:t>Left </a:t>
            </a:r>
            <a:r>
              <a:rPr lang="en-GB" sz="2400" dirty="0"/>
              <a:t>click on the slide and drag it to the position in the sequence where you want to place it. </a:t>
            </a:r>
            <a:endParaRPr lang="en-GB" sz="2400" dirty="0" smtClean="0"/>
          </a:p>
          <a:p>
            <a:pPr marL="0" indent="0" algn="just">
              <a:buNone/>
            </a:pPr>
            <a:r>
              <a:rPr lang="en-GB" sz="2400" dirty="0"/>
              <a:t>PowerPoint will indicate the insert position with a line in-between existing slides.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9458" name="Picture 2" descr="C:\Users\UCCSMS1\Desktop\images\rearrange_slide_sorter_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140968"/>
            <a:ext cx="5616624" cy="35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7122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 Sorter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400" dirty="0"/>
              <a:t>When you get to the right position release the left click button to insert the slide. </a:t>
            </a:r>
            <a:endParaRPr lang="en-GB" sz="2400" dirty="0" smtClean="0"/>
          </a:p>
          <a:p>
            <a:pPr marL="0" indent="0" algn="just">
              <a:buNone/>
            </a:pPr>
            <a:r>
              <a:rPr lang="en-GB" sz="2400" dirty="0" smtClean="0"/>
              <a:t>Alternately </a:t>
            </a:r>
            <a:r>
              <a:rPr lang="en-GB" sz="2400" dirty="0"/>
              <a:t>you can also </a:t>
            </a:r>
            <a:r>
              <a:rPr lang="en-GB" sz="2400" b="1" dirty="0"/>
              <a:t>cut </a:t>
            </a:r>
            <a:r>
              <a:rPr lang="en-GB" sz="2400" dirty="0"/>
              <a:t>the selected slide and </a:t>
            </a:r>
            <a:r>
              <a:rPr lang="en-GB" sz="2400" b="1" dirty="0"/>
              <a:t>paste</a:t>
            </a:r>
            <a:r>
              <a:rPr lang="en-GB" sz="2400" dirty="0"/>
              <a:t> it back in the sequence as shown below</a:t>
            </a:r>
            <a:r>
              <a:rPr lang="en-GB" sz="2400" dirty="0" smtClean="0"/>
              <a:t>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20482" name="Picture 2" descr="C:\Users\UCCSMS1\Desktop\images\rearrange_slide_sorter_view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34269"/>
            <a:ext cx="4248472" cy="372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3" name="Picture 3" descr="C:\Users\UCCSMS1\Desktop\images\rearrange_slide_sorter_view_past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756526"/>
            <a:ext cx="4176464" cy="380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8438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Notes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Slide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notes can be very useful tools for presentation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These notes are not displayed on the screen in the 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Slideshow mode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but the presenter can see them so they can prepare well to present the slides.</a:t>
            </a:r>
          </a:p>
        </p:txBody>
      </p:sp>
    </p:spTree>
    <p:extLst>
      <p:ext uri="{BB962C8B-B14F-4D97-AF65-F5344CB8AC3E}">
        <p14:creationId xmlns:p14="http://schemas.microsoft.com/office/powerpoint/2010/main" val="16505030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Notes PowerPoint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marL="0" indent="0" algn="just">
              <a:buNone/>
            </a:pPr>
            <a:r>
              <a:rPr lang="en-GB" sz="2400" dirty="0" smtClean="0"/>
              <a:t>To </a:t>
            </a:r>
            <a:r>
              <a:rPr lang="en-GB" sz="2400" dirty="0"/>
              <a:t>locate the slide notes, set the view in </a:t>
            </a:r>
            <a:r>
              <a:rPr lang="en-GB" sz="2400" b="1" dirty="0"/>
              <a:t>Normal mode</a:t>
            </a:r>
            <a:r>
              <a:rPr lang="en-GB" sz="2400" dirty="0"/>
              <a:t>.</a:t>
            </a:r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21506" name="Picture 2" descr="C:\Users\UCCSMS1\Desktop\images\delete_normal_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583" y="1484784"/>
            <a:ext cx="5343525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7110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Notes PowerPoint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400" dirty="0"/>
              <a:t>The Slide Notes section is indicated by "</a:t>
            </a:r>
            <a:r>
              <a:rPr lang="en-GB" sz="2400" b="1" dirty="0"/>
              <a:t>Click to add notes</a:t>
            </a:r>
            <a:r>
              <a:rPr lang="en-GB" sz="2400" dirty="0"/>
              <a:t>".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22530" name="Picture 2" descr="C:\Users\UCCSMS1\Desktop\images\slide_notes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800"/>
            <a:ext cx="6552727" cy="470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4638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Notes PowerPoint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</a:t>
            </a:r>
          </a:p>
          <a:p>
            <a:pPr marL="0" indent="0" algn="just">
              <a:buNone/>
            </a:pPr>
            <a:r>
              <a:rPr lang="en-GB" sz="2400" dirty="0"/>
              <a:t>You can click on the top border and drag the section to increase its size to make it easier to type.</a:t>
            </a:r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23554" name="Picture 2" descr="C:\Users\UCCSMS1\Desktop\images\slide_notes_top_bor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6768752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0170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Notes PowerPoint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400" dirty="0"/>
              <a:t>Type your text in this section as slide </a:t>
            </a:r>
            <a:r>
              <a:rPr lang="en-GB" sz="2400" dirty="0" smtClean="0"/>
              <a:t>notes.</a:t>
            </a: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24578" name="Picture 2" descr="C:\Users\UCCSMS1\Desktop\images\slide_notes_typ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713" y="1772816"/>
            <a:ext cx="6626727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515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Working With Outlines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PowerPoint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a great program that allows you to bring together text,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images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shapes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multimedia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However, sometimes you may just want to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the text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without focusing on the non-text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aspects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the slide deck. 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is where the Outline view in PowerPoint is quite useful. 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Outline view can be accessed from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tab adjacent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 tab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the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 the </a:t>
            </a:r>
            <a:r>
              <a:rPr lang="en-GB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Navigation pane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when the slide is in the</a:t>
            </a:r>
            <a:r>
              <a:rPr lang="en-GB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normal view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4384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Working With Outlines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5603" name="Picture 3" descr="C:\Users\UCCSMS1\Desktop\images\outline_ta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36712"/>
            <a:ext cx="7848872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5043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Working With Outlines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outline view shows just the text content from various slides. </a:t>
            </a:r>
            <a:endParaRPr lang="en-GB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This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view does not show the text entered in the non-text box like SmartArt, WordArt or any other shapes.</a:t>
            </a:r>
          </a:p>
        </p:txBody>
      </p:sp>
      <p:pic>
        <p:nvPicPr>
          <p:cNvPr id="26626" name="Picture 2" descr="C:\Users\UCCSMS1\Desktop\images\outline_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7920880" cy="446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702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Backgrounds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GB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Design tab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 the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ribbon, under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 group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click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 Styles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command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6" name="Picture 2" descr="C:\Users\UCCSMS1\Desktop\images\design_ribbon_background_grou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204864"/>
            <a:ext cx="5314950" cy="451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5025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Backgrounds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 </a:t>
            </a: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 one of the 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styles that suits your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requirements.</a:t>
            </a: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050" name="Picture 2" descr="C:\Users\UCCSMS1\Desktop\images\background_styl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39" y="2204864"/>
            <a:ext cx="4150245" cy="438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UCCSMS1\Desktop\images\new_backgroun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204864"/>
            <a:ext cx="4092873" cy="438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356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Backgrounds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edit the background for a specific slide, right-click on the desired background slide and select "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Apply to Selected Slides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".</a:t>
            </a: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074" name="Picture 2" descr="C:\Users\UCCSMS1\Desktop\images\background_selected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12" y="2420888"/>
            <a:ext cx="5662216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271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Backgrounds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4</a:t>
            </a: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Selected slide(s) now have the new 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background.</a:t>
            </a: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098" name="Picture 2" descr="C:\Users\UCCSMS1\Desktop\images\different_backgroun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16832"/>
            <a:ext cx="6264695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429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Backgrounds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graphics in the slide background can distract you from the actual content, in such cases you can hide the graphics and retain a plain background.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do this, select the slide and check the "</a:t>
            </a: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Hide Background Graphics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" checkbox.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122" name="Picture 2" descr="C:\Users\UCCSMS1\Desktop\images\hide_background_graphic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780928"/>
            <a:ext cx="5343525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8000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 Orientations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PowerPoint supports two orientations: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landscape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portrait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Landscape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layout is 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default PowerPoint layout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it is probably the more commonly used one. </a:t>
            </a:r>
            <a:endParaRPr lang="en-GB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Portrait layout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where the shorter edge is horizontal.</a:t>
            </a:r>
          </a:p>
          <a:p>
            <a:pPr algn="just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 orientations in PowerPoint can be changed from 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Design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ribbon using 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Slide Orientation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command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146" name="Picture 2" descr="C:\Users\UCCSMS1\Desktop\images\slide_orient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085" y="3140968"/>
            <a:ext cx="5334000" cy="37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259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Review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Reviewing the presentation can be a very powerful way of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eliminating the errors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perfecting the slides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PowerPoint offers a wide range of reviewing options for you to use. Some of them are automatic or system driven, while others aid other users to collaborate and review the slides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 the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reviewing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tools are grouped under 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ribbon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/>
            <a:endParaRPr lang="en-GB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GB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170" name="Picture 2" descr="C:\Users\UCCSMS1\Desktop\images\review_ribb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54692"/>
            <a:ext cx="8640960" cy="241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3709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Review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84976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97765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Review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640960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4275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Numbers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 </a:t>
            </a:r>
            <a:endParaRPr lang="en-GB" b="1" dirty="0" smtClean="0">
              <a:solidFill>
                <a:srgbClr val="FF0000"/>
              </a:solidFill>
            </a:endParaRPr>
          </a:p>
          <a:p>
            <a:r>
              <a:rPr lang="en-GB" dirty="0" smtClean="0"/>
              <a:t>Under </a:t>
            </a:r>
            <a:r>
              <a:rPr lang="en-GB" dirty="0"/>
              <a:t>the Insert ribbon, Text group click on </a:t>
            </a:r>
            <a:r>
              <a:rPr lang="en-GB" b="1" dirty="0"/>
              <a:t>Slide Number</a:t>
            </a:r>
            <a:r>
              <a:rPr lang="en-GB" dirty="0"/>
              <a:t> command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  <p:pic>
        <p:nvPicPr>
          <p:cNvPr id="10242" name="Picture 2" descr="C:\Users\UCCSMS1\Desktop\images\slide_number_men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420888"/>
            <a:ext cx="5324475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4564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Numbers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 </a:t>
            </a:r>
          </a:p>
          <a:p>
            <a:r>
              <a:rPr lang="en-GB" dirty="0"/>
              <a:t>The Header and Footer dialog opens </a:t>
            </a:r>
            <a:r>
              <a:rPr lang="en-GB" dirty="0" smtClean="0"/>
              <a:t>up.</a:t>
            </a:r>
          </a:p>
          <a:p>
            <a:endParaRPr lang="en-GB" dirty="0"/>
          </a:p>
        </p:txBody>
      </p:sp>
      <p:pic>
        <p:nvPicPr>
          <p:cNvPr id="11266" name="Picture 2" descr="C:\Users\UCCSMS1\Desktop\images\header_footer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2060848"/>
            <a:ext cx="5248275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2862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Numbers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endParaRPr lang="en-GB" b="1" dirty="0" smtClean="0">
              <a:solidFill>
                <a:srgbClr val="FF0000"/>
              </a:solidFill>
            </a:endParaRPr>
          </a:p>
          <a:p>
            <a:r>
              <a:rPr lang="en-GB" dirty="0"/>
              <a:t>Check the Slide number check </a:t>
            </a:r>
            <a:r>
              <a:rPr lang="en-GB" dirty="0" smtClean="0"/>
              <a:t>box.</a:t>
            </a:r>
          </a:p>
          <a:p>
            <a:endParaRPr lang="en-GB" dirty="0"/>
          </a:p>
        </p:txBody>
      </p:sp>
      <p:pic>
        <p:nvPicPr>
          <p:cNvPr id="12290" name="Picture 2" descr="C:\Users\UCCSMS1\Desktop\images\slide_number_checkbo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96" y="1988840"/>
            <a:ext cx="529590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6141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Slide Numbers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4</a:t>
            </a:r>
          </a:p>
          <a:p>
            <a:r>
              <a:rPr lang="en-GB" dirty="0"/>
              <a:t>The Preview shows the section where the slide number will be placed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3314" name="Picture 2" descr="C:\Users\UCCSMS1\Desktop\images\pre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564904"/>
            <a:ext cx="5286375" cy="404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059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Header &amp; Footer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endParaRPr lang="en-GB" b="1" dirty="0" smtClean="0">
              <a:solidFill>
                <a:srgbClr val="FF0000"/>
              </a:solidFill>
            </a:endParaRPr>
          </a:p>
          <a:p>
            <a:r>
              <a:rPr lang="en-GB" dirty="0"/>
              <a:t>In the Insert ribbon, click on the Header &amp; Footer menu </a:t>
            </a:r>
            <a:r>
              <a:rPr lang="en-GB" dirty="0" smtClean="0"/>
              <a:t>item.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4338" name="Picture 2" descr="C:\Users\UCCSMS1\Desktop\images\insert_ribbon_header_footer_men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348880"/>
            <a:ext cx="5267325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3427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Header &amp; Footer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GB" sz="2400" dirty="0"/>
              <a:t>The </a:t>
            </a:r>
            <a:r>
              <a:rPr lang="en-GB" sz="2400" b="1" dirty="0"/>
              <a:t>Header and Footer </a:t>
            </a:r>
            <a:r>
              <a:rPr lang="en-GB" sz="2400" dirty="0"/>
              <a:t>dialog has two tabs — the </a:t>
            </a:r>
            <a:r>
              <a:rPr lang="en-GB" sz="2400" b="1" dirty="0"/>
              <a:t>Slide tab </a:t>
            </a:r>
            <a:r>
              <a:rPr lang="en-GB" sz="2400" dirty="0"/>
              <a:t>and the </a:t>
            </a:r>
            <a:r>
              <a:rPr lang="en-GB" sz="2400" b="1" dirty="0"/>
              <a:t>Notes and </a:t>
            </a:r>
            <a:r>
              <a:rPr lang="en-GB" sz="2400" b="1" dirty="0" err="1"/>
              <a:t>Handouts</a:t>
            </a:r>
            <a:r>
              <a:rPr lang="en-GB" sz="2400" b="1" dirty="0"/>
              <a:t> </a:t>
            </a:r>
            <a:r>
              <a:rPr lang="en-GB" sz="2400" dirty="0" smtClean="0"/>
              <a:t>tab.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r>
              <a:rPr lang="en-GB" sz="2400" dirty="0" smtClean="0"/>
              <a:t>You </a:t>
            </a:r>
            <a:r>
              <a:rPr lang="en-GB" sz="2400" dirty="0"/>
              <a:t>can add details to the slide footer from the Slide tab.</a:t>
            </a:r>
            <a:endParaRPr lang="en-GB" sz="2400" dirty="0" smtClean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5362" name="Picture 2" descr="C:\Users\UCCSMS1\Desktop\images\slide_footer_detai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96952"/>
            <a:ext cx="5305425" cy="366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5939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Header &amp; Footer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4</a:t>
            </a:r>
            <a:endParaRPr lang="en-GB" b="1" dirty="0" smtClean="0">
              <a:solidFill>
                <a:srgbClr val="FF0000"/>
              </a:solidFill>
            </a:endParaRPr>
          </a:p>
          <a:p>
            <a:r>
              <a:rPr lang="en-GB" sz="2400" dirty="0" smtClean="0"/>
              <a:t>You </a:t>
            </a:r>
            <a:r>
              <a:rPr lang="en-GB" sz="2400" dirty="0"/>
              <a:t>can add the details to the </a:t>
            </a:r>
            <a:r>
              <a:rPr lang="en-GB" sz="2400" dirty="0" err="1"/>
              <a:t>handouts</a:t>
            </a:r>
            <a:r>
              <a:rPr lang="en-GB" sz="2400" dirty="0"/>
              <a:t> from the </a:t>
            </a:r>
            <a:r>
              <a:rPr lang="en-GB" sz="2400" b="1" dirty="0"/>
              <a:t>Notes and </a:t>
            </a:r>
            <a:r>
              <a:rPr lang="en-GB" sz="2400" b="1" dirty="0" err="1"/>
              <a:t>Handouts</a:t>
            </a:r>
            <a:r>
              <a:rPr lang="en-GB" sz="2400" b="1" dirty="0"/>
              <a:t> </a:t>
            </a:r>
            <a:r>
              <a:rPr lang="en-GB" sz="2400" dirty="0"/>
              <a:t>tab.</a:t>
            </a:r>
          </a:p>
          <a:p>
            <a:pPr marL="0" indent="0">
              <a:buNone/>
            </a:pPr>
            <a:endParaRPr lang="en-GB" sz="2400" dirty="0" smtClean="0"/>
          </a:p>
        </p:txBody>
      </p:sp>
      <p:pic>
        <p:nvPicPr>
          <p:cNvPr id="16386" name="Picture 2" descr="C:\Users\UCCSMS1\Desktop\images\notes_and_handouts_detai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132856"/>
            <a:ext cx="7200800" cy="4253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4137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Saving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GB" sz="2400" dirty="0"/>
              <a:t>Click on the </a:t>
            </a:r>
            <a:r>
              <a:rPr lang="en-GB" sz="2400" b="1" dirty="0"/>
              <a:t>File tab </a:t>
            </a:r>
            <a:r>
              <a:rPr lang="en-GB" sz="2400" dirty="0"/>
              <a:t>to launch the </a:t>
            </a:r>
            <a:r>
              <a:rPr lang="en-GB" sz="2400" b="1" dirty="0"/>
              <a:t>Backstage view </a:t>
            </a:r>
            <a:r>
              <a:rPr lang="en-GB" sz="2400" dirty="0"/>
              <a:t>and select </a:t>
            </a:r>
            <a:r>
              <a:rPr lang="en-GB" sz="2400" b="1" dirty="0"/>
              <a:t>Save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</p:txBody>
      </p:sp>
      <p:pic>
        <p:nvPicPr>
          <p:cNvPr id="17410" name="Picture 2" descr="C:\Users\UCCSMS1\Desktop\images\saving_backsta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1772816"/>
            <a:ext cx="6118621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4793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Saving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  <a:endParaRPr lang="en-GB" b="1" dirty="0" smtClean="0">
              <a:solidFill>
                <a:srgbClr val="FF0000"/>
              </a:solidFill>
            </a:endParaRPr>
          </a:p>
          <a:p>
            <a:r>
              <a:rPr lang="en-GB" sz="2400" dirty="0"/>
              <a:t> In the </a:t>
            </a:r>
            <a:r>
              <a:rPr lang="en-GB" sz="2400" b="1" dirty="0"/>
              <a:t>Save As dialog</a:t>
            </a:r>
            <a:r>
              <a:rPr lang="en-GB" sz="2400" dirty="0"/>
              <a:t>, type in the </a:t>
            </a:r>
            <a:r>
              <a:rPr lang="en-GB" sz="2400" b="1" dirty="0"/>
              <a:t>file name </a:t>
            </a:r>
            <a:r>
              <a:rPr lang="en-GB" sz="2400" dirty="0"/>
              <a:t>and click "</a:t>
            </a:r>
            <a:r>
              <a:rPr lang="en-GB" sz="2400" b="1" dirty="0"/>
              <a:t>Save</a:t>
            </a:r>
            <a:r>
              <a:rPr lang="en-GB" sz="2400" dirty="0" smtClean="0"/>
              <a:t>".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</p:txBody>
      </p:sp>
      <p:pic>
        <p:nvPicPr>
          <p:cNvPr id="18434" name="Picture 2" descr="C:\Users\UCCSMS1\Desktop\images\saving_filenam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16832"/>
            <a:ext cx="6480720" cy="437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8697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Saving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3</a:t>
            </a:r>
          </a:p>
          <a:p>
            <a:pPr algn="just"/>
            <a:r>
              <a:rPr lang="en-GB" sz="2400" dirty="0"/>
              <a:t> The default file format is </a:t>
            </a:r>
            <a:r>
              <a:rPr lang="en-GB" sz="2400" b="1" dirty="0"/>
              <a:t>.</a:t>
            </a:r>
            <a:r>
              <a:rPr lang="en-GB" sz="2400" b="1" dirty="0" err="1"/>
              <a:t>pptx</a:t>
            </a:r>
            <a:r>
              <a:rPr lang="en-GB" sz="2400" dirty="0"/>
              <a:t>. </a:t>
            </a:r>
            <a:endParaRPr lang="en-GB" sz="2400" dirty="0" smtClean="0"/>
          </a:p>
          <a:p>
            <a:pPr algn="just"/>
            <a:r>
              <a:rPr lang="en-GB" sz="2400" dirty="0" smtClean="0"/>
              <a:t>If </a:t>
            </a:r>
            <a:r>
              <a:rPr lang="en-GB" sz="2400" dirty="0"/>
              <a:t>you want to save the file with a different name, choose one of the file types from the "</a:t>
            </a:r>
            <a:r>
              <a:rPr lang="en-GB" sz="2400" b="1" dirty="0"/>
              <a:t>Save as type</a:t>
            </a:r>
            <a:r>
              <a:rPr lang="en-GB" sz="2400" dirty="0"/>
              <a:t>" dropdown list.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</p:txBody>
      </p:sp>
      <p:pic>
        <p:nvPicPr>
          <p:cNvPr id="19458" name="Picture 2" descr="C:\Users\UCCSMS1\Desktop\images\save_as_file_typ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2636912"/>
            <a:ext cx="6264696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0818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5486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Saving Presentation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If you are working on an already saved file, the "</a:t>
            </a:r>
            <a:r>
              <a:rPr lang="en-GB" sz="2800" b="1" dirty="0"/>
              <a:t>Save</a:t>
            </a:r>
            <a:r>
              <a:rPr lang="en-GB" sz="2800" dirty="0"/>
              <a:t>" option in the </a:t>
            </a:r>
            <a:r>
              <a:rPr lang="en-GB" sz="2800" b="1" dirty="0"/>
              <a:t>Backstage view </a:t>
            </a:r>
            <a:r>
              <a:rPr lang="en-GB" sz="2800" dirty="0"/>
              <a:t>will directly save the file in the existing format with the </a:t>
            </a:r>
            <a:r>
              <a:rPr lang="en-GB" sz="2800" dirty="0" smtClean="0"/>
              <a:t>existing </a:t>
            </a:r>
            <a:r>
              <a:rPr lang="en-GB" sz="2800" dirty="0"/>
              <a:t>name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20482" name="Picture 2" descr="C:\Users\UCCSMS1\Desktop\images\save_as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87166"/>
            <a:ext cx="6192687" cy="423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6215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6650</TotalTime>
  <Words>2625</Words>
  <Application>Microsoft Office PowerPoint</Application>
  <PresentationFormat>On-screen Show (4:3)</PresentationFormat>
  <Paragraphs>473</Paragraphs>
  <Slides>76</Slides>
  <Notes>76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PowerPoint Presentation</vt:lpstr>
      <vt:lpstr>PowerPoint Presentation</vt:lpstr>
      <vt:lpstr>Objectives Overview</vt:lpstr>
      <vt:lpstr>Objectives Overview</vt:lpstr>
      <vt:lpstr>Introduction to PowerPoint 2010</vt:lpstr>
      <vt:lpstr>Introduction to PowerPoint 2010</vt:lpstr>
      <vt:lpstr>Getting Started with PowerPoint 2010</vt:lpstr>
      <vt:lpstr>Getting Started with PowerPoint 2010</vt:lpstr>
      <vt:lpstr>Getting Started with PowerPoint 2010</vt:lpstr>
      <vt:lpstr>Getting Started with PowerPoint 2010</vt:lpstr>
      <vt:lpstr>Getting Started with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Explore Windows in PowerPoint 2010</vt:lpstr>
      <vt:lpstr>Backstage View in PowerPoint 2010</vt:lpstr>
      <vt:lpstr>Accessing Backstage View</vt:lpstr>
      <vt:lpstr>Accessing Backstage View</vt:lpstr>
      <vt:lpstr>Organization of Backstage View</vt:lpstr>
      <vt:lpstr>Create Presentation using PowerPoint 2010</vt:lpstr>
      <vt:lpstr>Create Presentation using PowerPoint 2010</vt:lpstr>
      <vt:lpstr>Add New Slides in PowerPoint 2010</vt:lpstr>
      <vt:lpstr>Add New Slides in PowerPoint 2010</vt:lpstr>
      <vt:lpstr>Add New Slides in PowerPoint 2010</vt:lpstr>
      <vt:lpstr>Adding Text in Boxes in PowerPoint 2010</vt:lpstr>
      <vt:lpstr>Adding Text in Boxes in PowerPoint 2010</vt:lpstr>
      <vt:lpstr>Adding Text in Boxes in PowerPoint 2010</vt:lpstr>
      <vt:lpstr>Adding Text in Boxes in PowerPoint 2010</vt:lpstr>
      <vt:lpstr>Adding New Text Boxes in PowerPoint 2010</vt:lpstr>
      <vt:lpstr>Adding New Text Boxes in PowerPoint 2010</vt:lpstr>
      <vt:lpstr>Deleting Existing Slide in PowerPoint 2010</vt:lpstr>
      <vt:lpstr>Deleting from Normal View</vt:lpstr>
      <vt:lpstr>Deleting from Normal View</vt:lpstr>
      <vt:lpstr>Deleting from Slide Sorter View</vt:lpstr>
      <vt:lpstr>Deleting from Slide Sorter View</vt:lpstr>
      <vt:lpstr>Rearranging Slides in PowerPoint 2010</vt:lpstr>
      <vt:lpstr>Normal View</vt:lpstr>
      <vt:lpstr>Normal View</vt:lpstr>
      <vt:lpstr>Slide Sorter View</vt:lpstr>
      <vt:lpstr>Slide Sorter View</vt:lpstr>
      <vt:lpstr>Adding Slide Notes PowerPoint 2010</vt:lpstr>
      <vt:lpstr>Adding Slide Notes PowerPoint 2010</vt:lpstr>
      <vt:lpstr>Adding Slide Notes PowerPoint 2010</vt:lpstr>
      <vt:lpstr>Adding Slide Notes PowerPoint 2010</vt:lpstr>
      <vt:lpstr>Adding Slide Notes PowerPoint 2010</vt:lpstr>
      <vt:lpstr>Working With Outlines in PowerPoint 2010</vt:lpstr>
      <vt:lpstr>Working With Outlines in PowerPoint 2010</vt:lpstr>
      <vt:lpstr>Working With Outlines in PowerPoint 2010</vt:lpstr>
      <vt:lpstr>Setting Backgrounds in PowerPoint 2010</vt:lpstr>
      <vt:lpstr>Setting Backgrounds in PowerPoint 2010</vt:lpstr>
      <vt:lpstr>Setting Backgrounds in PowerPoint 2010</vt:lpstr>
      <vt:lpstr>Setting Backgrounds in PowerPoint 2010</vt:lpstr>
      <vt:lpstr>Setting Backgrounds in PowerPoint 2010</vt:lpstr>
      <vt:lpstr>Slide Orientations in PowerPoint 2010</vt:lpstr>
      <vt:lpstr>Review Presentation in PowerPoint 2010</vt:lpstr>
      <vt:lpstr>Review Presentation in PowerPoint 2010</vt:lpstr>
      <vt:lpstr>Review Presentation in PowerPoint 2010</vt:lpstr>
      <vt:lpstr>Adding Slide Numbers in PowerPoint 2010</vt:lpstr>
      <vt:lpstr>Adding Slide Numbers in PowerPoint 2010</vt:lpstr>
      <vt:lpstr>Adding Slide Numbers in PowerPoint 2010</vt:lpstr>
      <vt:lpstr>Adding Slide Numbers in PowerPoint 2010</vt:lpstr>
      <vt:lpstr>Adding Header &amp; Footer in PowerPoint 2010</vt:lpstr>
      <vt:lpstr>Adding Header &amp; Footer in PowerPoint 2010</vt:lpstr>
      <vt:lpstr>Adding Header &amp; Footer in PowerPoint 2010</vt:lpstr>
      <vt:lpstr>Saving Presentation in PowerPoint 2010</vt:lpstr>
      <vt:lpstr>Saving Presentation in PowerPoint 2010</vt:lpstr>
      <vt:lpstr>Saving Presentation in PowerPoint 2010</vt:lpstr>
      <vt:lpstr>Saving Presentation in PowerPoint 2010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291</cp:revision>
  <dcterms:created xsi:type="dcterms:W3CDTF">2008-12-18T17:11:12Z</dcterms:created>
  <dcterms:modified xsi:type="dcterms:W3CDTF">2021-04-05T06:47:29Z</dcterms:modified>
</cp:coreProperties>
</file>