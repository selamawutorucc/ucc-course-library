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6" r:id="rId1"/>
  </p:sldMasterIdLst>
  <p:sldIdLst>
    <p:sldId id="256" r:id="rId2"/>
    <p:sldId id="259" r:id="rId3"/>
    <p:sldId id="260" r:id="rId4"/>
    <p:sldId id="264" r:id="rId5"/>
    <p:sldId id="263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0" d="100"/>
          <a:sy n="90" d="100"/>
        </p:scale>
        <p:origin x="-42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2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5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4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9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6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0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4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73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8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4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1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072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2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4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0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0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E34ED-E2A5-43E9-BF87-C818F9AB83E6}" type="datetimeFigureOut">
              <a:rPr lang="en-US" smtClean="0"/>
              <a:t>4/3/2022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8DCB1-4EAD-4BCB-8A66-914B5B9A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49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  <p:sldLayoutId id="2147484128" r:id="rId12"/>
    <p:sldLayoutId id="2147484129" r:id="rId13"/>
    <p:sldLayoutId id="2147484130" r:id="rId14"/>
    <p:sldLayoutId id="2147484131" r:id="rId15"/>
    <p:sldLayoutId id="2147484132" r:id="rId16"/>
    <p:sldLayoutId id="2147484133" r:id="rId17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3575" y="0"/>
            <a:ext cx="8461554" cy="2286000"/>
          </a:xfr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 Black" panose="020B0A04020102020204" pitchFamily="34" charset="0"/>
              </a:rPr>
              <a:t>USING MAIL MERGE TO CREATE LETTERS IN MICROSOFT WORD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47926"/>
            <a:ext cx="9474558" cy="4410074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PRESENTED BY GROUP NINE MEMBERS</a:t>
            </a:r>
            <a:r>
              <a:rPr lang="en-US" dirty="0"/>
              <a:t>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ADENTWI EMMANUEL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ASARE MICHAEL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ARHIN PHILIP ROGER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PEPRAH KINGSFORD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OSEI ASIEDU KENNETH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VILLARS MARY ADWOA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AWUAH CHARLES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ETSUAH KINGSLEY KOBENA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KYEREMEH TABIRI HARRISON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FOSU TABITHA OFORIWAA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AMUNI NICHOLAS WISDOM</a:t>
            </a:r>
          </a:p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325" y="3206750"/>
            <a:ext cx="4619625" cy="307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2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76226"/>
            <a:ext cx="10353761" cy="1266824"/>
          </a:xfrm>
        </p:spPr>
        <p:txBody>
          <a:bodyPr/>
          <a:lstStyle/>
          <a:p>
            <a:r>
              <a:rPr lang="en-US" dirty="0"/>
              <a:t>Mail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343025"/>
            <a:ext cx="10353762" cy="4448175"/>
          </a:xfrm>
        </p:spPr>
        <p:txBody>
          <a:bodyPr/>
          <a:lstStyle/>
          <a:p>
            <a:r>
              <a:rPr lang="en-US" dirty="0"/>
              <a:t>Mail merge is a feature within most data processing applications that enables users to send a similar letter or document to multiple recipients. It enables connecting a single form template with a data source that contains information about the recipient’s name, address and other predefined and supported data</a:t>
            </a:r>
          </a:p>
          <a:p>
            <a:endParaRPr lang="en-US" dirty="0"/>
          </a:p>
          <a:p>
            <a:r>
              <a:rPr lang="en-US" dirty="0"/>
              <a:t>The mail merge process involves the following: 1. The Main Document  2.Data Source</a:t>
            </a:r>
          </a:p>
          <a:p>
            <a:r>
              <a:rPr lang="en-US" dirty="0"/>
              <a:t>The Main Document – contains the text and graphics that are the same for each version of merge</a:t>
            </a:r>
          </a:p>
          <a:p>
            <a:r>
              <a:rPr lang="en-US" dirty="0"/>
              <a:t>Data Source – a file that contain the information to be merged into a document. The name and the addressed of the recipients of a letter</a:t>
            </a:r>
          </a:p>
        </p:txBody>
      </p:sp>
    </p:spTree>
    <p:extLst>
      <p:ext uri="{BB962C8B-B14F-4D97-AF65-F5344CB8AC3E}">
        <p14:creationId xmlns:p14="http://schemas.microsoft.com/office/powerpoint/2010/main" val="339745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6" presetClass="exit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473" accel="50000">
                                          <p:stCondLst>
                                            <p:cond delay="477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783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67">
                                          <p:stCondLst>
                                            <p:cond delay="478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743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743" tmFilter="0, 0; 0.125,0.2665; 0.25,0.4; 0.375,0.465; 0.5,0.5;  0.625,0.535; 0.75,0.6; 0.875,0.7335; 1,1">
                                          <p:stCondLst>
                                            <p:cond delay="174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71" tmFilter="0, 0; 0.125,0.2665; 0.25,0.4; 0.375,0.465; 0.5,0.5;  0.625,0.535; 0.75,0.6; 0.875,0.7335; 1,1">
                                          <p:stCondLst>
                                            <p:cond delay="34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30" tmFilter="0, 0; 0.125,0.2665; 0.25,0.4; 0.375,0.465; 0.5,0.5;  0.625,0.535; 0.75,0.6; 0.875,0.7335; 1,1">
                                          <p:stCondLst>
                                            <p:cond delay="434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73" accel="50000">
                                          <p:stCondLst>
                                            <p:cond delay="477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68">
                                          <p:stCondLst>
                                            <p:cond delay="162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436" decel="50000">
                                          <p:stCondLst>
                                            <p:cond delay="169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68">
                                          <p:stCondLst>
                                            <p:cond delay="344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436" decel="50000">
                                          <p:stCondLst>
                                            <p:cond delay="35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68">
                                          <p:stCondLst>
                                            <p:cond delay="431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436" decel="50000">
                                          <p:stCondLst>
                                            <p:cond delay="437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68">
                                          <p:stCondLst>
                                            <p:cond delay="47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436" decel="50000">
                                          <p:stCondLst>
                                            <p:cond delay="481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95251"/>
            <a:ext cx="10353761" cy="647700"/>
          </a:xfrm>
        </p:spPr>
        <p:txBody>
          <a:bodyPr>
            <a:normAutofit/>
          </a:bodyPr>
          <a:lstStyle/>
          <a:p>
            <a:r>
              <a:rPr lang="en-US" sz="2800" dirty="0"/>
              <a:t>Steps to open mail merge-(form)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4" y="638176"/>
            <a:ext cx="10353762" cy="59817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MS Word and create a new blank documents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your tab area click on mailing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start mail merge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step by step mail merge wizard</a:t>
            </a:r>
          </a:p>
          <a:p>
            <a:pPr marL="0" indent="0">
              <a:buNone/>
            </a:pPr>
            <a:endParaRPr lang="en-US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Steps to the letter creating</a:t>
            </a:r>
          </a:p>
          <a:p>
            <a:pPr marL="0" indent="0">
              <a:buNone/>
            </a:pPr>
            <a:r>
              <a:rPr lang="en-US" sz="1200" dirty="0">
                <a:latin typeface="Arial Black" panose="020B0A04020102020204" pitchFamily="34" charset="0"/>
                <a:cs typeface="Times New Roman" panose="02020603050405020304" pitchFamily="18" charset="0"/>
              </a:rPr>
              <a:t>Step 1       select  document type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letter at the right side of the dialog box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next (starting document) at the right down side of the dialog</a:t>
            </a:r>
          </a:p>
          <a:p>
            <a:pPr marL="0" indent="0">
              <a:buNone/>
            </a:pPr>
            <a:r>
              <a:rPr lang="en-US" sz="1200" dirty="0">
                <a:latin typeface="Arial Black" panose="020B0A04020102020204" pitchFamily="34" charset="0"/>
                <a:cs typeface="Times New Roman" panose="02020603050405020304" pitchFamily="18" charset="0"/>
              </a:rPr>
              <a:t>Step 2         select starting document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the current document 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next (select recipients) at the right down</a:t>
            </a:r>
          </a:p>
          <a:p>
            <a:pPr>
              <a:buFont typeface="+mj-lt"/>
              <a:buAutoNum type="arabicParenR"/>
            </a:pPr>
            <a:endParaRPr lang="en-US" sz="12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722" y="742951"/>
            <a:ext cx="3887578" cy="20605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8" t="21253" b="3288"/>
          <a:stretch/>
        </p:blipFill>
        <p:spPr>
          <a:xfrm>
            <a:off x="6965078" y="3200400"/>
            <a:ext cx="3763992" cy="301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9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161926"/>
            <a:ext cx="10350715" cy="1123949"/>
          </a:xfrm>
        </p:spPr>
        <p:txBody>
          <a:bodyPr>
            <a:normAutofit/>
          </a:bodyPr>
          <a:lstStyle/>
          <a:p>
            <a:r>
              <a:rPr lang="en-US" sz="2800" dirty="0"/>
              <a:t>Steps to open mail merge-(form) letter</a:t>
            </a:r>
            <a:br>
              <a:rPr lang="en-US" sz="2800" dirty="0"/>
            </a:br>
            <a:br>
              <a:rPr lang="en-US" sz="2800" dirty="0"/>
            </a:br>
            <a:r>
              <a:rPr lang="en-US" sz="1400" dirty="0">
                <a:effectLst/>
              </a:rPr>
              <a:t>Step 3      select recipients    </a:t>
            </a:r>
            <a:endParaRPr lang="en-US" sz="2800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62756" y="1880848"/>
            <a:ext cx="3401031" cy="619124"/>
          </a:xfrm>
        </p:spPr>
        <p:txBody>
          <a:bodyPr>
            <a:noAutofit/>
          </a:bodyPr>
          <a:lstStyle/>
          <a:p>
            <a:r>
              <a:rPr lang="en-US" sz="1400" dirty="0">
                <a:latin typeface="Arial Black" panose="020B0A04020102020204" pitchFamily="34" charset="0"/>
              </a:rPr>
              <a:t> </a:t>
            </a:r>
          </a:p>
          <a:p>
            <a:endParaRPr lang="en-US" sz="1400" dirty="0">
              <a:latin typeface="Arial Black" panose="020B0A04020102020204" pitchFamily="34" charset="0"/>
            </a:endParaRPr>
          </a:p>
          <a:p>
            <a:endParaRPr lang="en-US" sz="1400" dirty="0">
              <a:latin typeface="Arial Black" panose="020B0A04020102020204" pitchFamily="34" charset="0"/>
            </a:endParaRPr>
          </a:p>
          <a:p>
            <a:endParaRPr lang="en-US" sz="1400" dirty="0">
              <a:latin typeface="Arial Black" panose="020B0A04020102020204" pitchFamily="34" charset="0"/>
            </a:endParaRPr>
          </a:p>
          <a:p>
            <a:endParaRPr lang="en-US" sz="1400" dirty="0">
              <a:latin typeface="Arial Black" panose="020B0A04020102020204" pitchFamily="34" charset="0"/>
            </a:endParaRPr>
          </a:p>
          <a:p>
            <a:endParaRPr lang="en-US" sz="1400" dirty="0">
              <a:latin typeface="Arial Black" panose="020B0A04020102020204" pitchFamily="34" charset="0"/>
            </a:endParaRPr>
          </a:p>
          <a:p>
            <a:endParaRPr lang="en-US" sz="1400" dirty="0">
              <a:latin typeface="Arial Black" panose="020B0A04020102020204" pitchFamily="34" charset="0"/>
            </a:endParaRPr>
          </a:p>
          <a:p>
            <a:endParaRPr lang="en-US" sz="1400" dirty="0">
              <a:latin typeface="Arial Black" panose="020B0A04020102020204" pitchFamily="34" charset="0"/>
            </a:endParaRPr>
          </a:p>
          <a:p>
            <a:endParaRPr lang="en-US" sz="1400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Arial Black" panose="020B0A04020102020204" pitchFamily="34" charset="0"/>
              </a:rPr>
              <a:t>If using an existing list under select recipient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5"/>
          </p:nvPr>
        </p:nvSpPr>
        <p:spPr>
          <a:xfrm>
            <a:off x="913793" y="2911624"/>
            <a:ext cx="3439131" cy="2879576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Click use an existing list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Click browse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Select the file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Open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Select the worksheet tab name that contain the data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Click OK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439872" y="1778758"/>
            <a:ext cx="3298558" cy="8233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Arial Black" panose="020B0A04020102020204" pitchFamily="34" charset="0"/>
                <a:cs typeface="Times New Roman" panose="02020603050405020304" pitchFamily="18" charset="0"/>
              </a:rPr>
              <a:t>If </a:t>
            </a:r>
            <a:r>
              <a:rPr lang="en-US" sz="1200" dirty="0">
                <a:latin typeface="Arial Black" panose="020B0A04020102020204" pitchFamily="34" charset="0"/>
                <a:cs typeface="Times New Roman" panose="02020603050405020304" pitchFamily="18" charset="0"/>
              </a:rPr>
              <a:t>using</a:t>
            </a:r>
            <a:r>
              <a:rPr lang="en-US" sz="1400" dirty="0">
                <a:latin typeface="Arial Black" panose="020B0A04020102020204" pitchFamily="34" charset="0"/>
                <a:cs typeface="Times New Roman" panose="02020603050405020304" pitchFamily="18" charset="0"/>
              </a:rPr>
              <a:t> outlook under select recipient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6"/>
          </p:nvPr>
        </p:nvSpPr>
        <p:spPr>
          <a:xfrm>
            <a:off x="4444878" y="2911623"/>
            <a:ext cx="3293552" cy="2231877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/>
              <a:t>Click select from outlook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/>
              <a:t>Click on choose contact folder</a:t>
            </a:r>
          </a:p>
          <a:p>
            <a:pPr algn="l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1778758"/>
            <a:ext cx="3291211" cy="8233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Arial Black" panose="020B0A04020102020204" pitchFamily="34" charset="0"/>
              </a:rPr>
              <a:t>If using type new list under select recipient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/>
              <a:t>Click on type a new list 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/>
              <a:t>Click on create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/>
              <a:t>A dialogue box will be open called (new addressed list)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/>
              <a:t>Fill in every detail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dirty="0"/>
              <a:t>Click OK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17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2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95269" y="250166"/>
            <a:ext cx="9001462" cy="1173192"/>
          </a:xfrm>
        </p:spPr>
        <p:txBody>
          <a:bodyPr>
            <a:normAutofit/>
          </a:bodyPr>
          <a:lstStyle/>
          <a:p>
            <a:r>
              <a:rPr lang="en-US" dirty="0"/>
              <a:t>Letter writing</a:t>
            </a:r>
            <a:br>
              <a:rPr lang="en-US" dirty="0"/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haven’t write your letter you can do so now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95269" y="1423359"/>
            <a:ext cx="9001462" cy="4951562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dialog at the right side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addressed block to add recipients addresses at the top of the document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dialog box will open called (insert addressed block), check boxes and select option on the left until the addressed appears the way you want it to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everything is done then click OK</a:t>
            </a: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dialog at the right side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greetings line (this is done to check the salutation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Dear, hi,………)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dialog box will open called (insert greeting line)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everything is done click OK</a:t>
            </a:r>
          </a:p>
        </p:txBody>
      </p:sp>
    </p:spTree>
    <p:extLst>
      <p:ext uri="{BB962C8B-B14F-4D97-AF65-F5344CB8AC3E}">
        <p14:creationId xmlns:p14="http://schemas.microsoft.com/office/powerpoint/2010/main" val="207118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353683"/>
            <a:ext cx="10353761" cy="17770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Preview your letter</a:t>
            </a:r>
            <a:br>
              <a:rPr lang="en-US" dirty="0"/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when you can check every recipient letter and the ones you might wish to exclude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3640346"/>
            <a:ext cx="10353762" cy="28380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+mj-lt"/>
              </a:rPr>
              <a:t>COMPLETE THE MERGE</a:t>
            </a:r>
          </a:p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MERGE IS NOW READY TO PRODUCE THE LETTER TO EACH RECIPIENT</a:t>
            </a:r>
          </a:p>
        </p:txBody>
      </p:sp>
    </p:spTree>
    <p:extLst>
      <p:ext uri="{BB962C8B-B14F-4D97-AF65-F5344CB8AC3E}">
        <p14:creationId xmlns:p14="http://schemas.microsoft.com/office/powerpoint/2010/main" val="87408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337359"/>
            <a:ext cx="9001462" cy="1862377"/>
          </a:xfrm>
        </p:spPr>
        <p:txBody>
          <a:bodyPr/>
          <a:lstStyle/>
          <a:p>
            <a:r>
              <a:rPr lang="en-US" dirty="0"/>
              <a:t>End of the lettering session in mail merge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761117"/>
            <a:ext cx="9001462" cy="277770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351" y="2402905"/>
            <a:ext cx="6166988" cy="30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6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705</TotalTime>
  <Words>503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Bookman Old Style</vt:lpstr>
      <vt:lpstr>Rockwell</vt:lpstr>
      <vt:lpstr>Times New Roman</vt:lpstr>
      <vt:lpstr>Wingdings</vt:lpstr>
      <vt:lpstr>Damask</vt:lpstr>
      <vt:lpstr>USING MAIL MERGE TO CREATE LETTERS IN MICROSOFT WORD</vt:lpstr>
      <vt:lpstr>Mail merge</vt:lpstr>
      <vt:lpstr>Steps to open mail merge-(form) letter</vt:lpstr>
      <vt:lpstr>Steps to open mail merge-(form) letter  Step 3      select recipients    </vt:lpstr>
      <vt:lpstr>Letter writing If you haven’t write your letter you can do so now</vt:lpstr>
      <vt:lpstr>Preview your letter  this is when you can check every recipient letter and the ones you might wish to exclude </vt:lpstr>
      <vt:lpstr>End of the lettering session in mail merge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MAIL MERGE TO CREATE LETTERS IN MICROSOFT WORD</dc:title>
  <dc:creator>THIS PC</dc:creator>
  <cp:lastModifiedBy>Kingsford Peprah</cp:lastModifiedBy>
  <cp:revision>35</cp:revision>
  <dcterms:created xsi:type="dcterms:W3CDTF">2022-04-02T12:23:55Z</dcterms:created>
  <dcterms:modified xsi:type="dcterms:W3CDTF">2022-04-03T17:06:49Z</dcterms:modified>
</cp:coreProperties>
</file>