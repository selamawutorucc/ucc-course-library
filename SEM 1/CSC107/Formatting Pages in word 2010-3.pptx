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260" r:id="rId2"/>
    <p:sldId id="385" r:id="rId3"/>
    <p:sldId id="294" r:id="rId4"/>
    <p:sldId id="264" r:id="rId5"/>
    <p:sldId id="472" r:id="rId6"/>
    <p:sldId id="473" r:id="rId7"/>
    <p:sldId id="474" r:id="rId8"/>
    <p:sldId id="475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85" r:id="rId19"/>
    <p:sldId id="486" r:id="rId20"/>
    <p:sldId id="487" r:id="rId21"/>
    <p:sldId id="488" r:id="rId22"/>
    <p:sldId id="489" r:id="rId23"/>
    <p:sldId id="490" r:id="rId24"/>
    <p:sldId id="491" r:id="rId25"/>
    <p:sldId id="492" r:id="rId26"/>
    <p:sldId id="493" r:id="rId27"/>
    <p:sldId id="494" r:id="rId28"/>
    <p:sldId id="495" r:id="rId29"/>
    <p:sldId id="496" r:id="rId30"/>
    <p:sldId id="497" r:id="rId31"/>
    <p:sldId id="498" r:id="rId32"/>
    <p:sldId id="499" r:id="rId33"/>
    <p:sldId id="500" r:id="rId34"/>
    <p:sldId id="501" r:id="rId35"/>
    <p:sldId id="502" r:id="rId36"/>
    <p:sldId id="504" r:id="rId37"/>
    <p:sldId id="505" r:id="rId38"/>
    <p:sldId id="506" r:id="rId39"/>
    <p:sldId id="507" r:id="rId40"/>
    <p:sldId id="508" r:id="rId41"/>
    <p:sldId id="509" r:id="rId42"/>
    <p:sldId id="510" r:id="rId43"/>
    <p:sldId id="511" r:id="rId44"/>
    <p:sldId id="512" r:id="rId45"/>
    <p:sldId id="513" r:id="rId46"/>
    <p:sldId id="440" r:id="rId47"/>
    <p:sldId id="384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-1596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  <a:endParaRPr lang="en-US" dirty="0" smtClean="0"/>
        </a:p>
        <a:p>
          <a:r>
            <a:rPr lang="en-US" dirty="0" smtClean="0"/>
            <a:t>Microsoft word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 smtClean="0"/>
            <a:t>Formatting Pages in Word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adjust page margins in  word 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insert header and footer in word 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add page numbers in word 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insert page breaks  in word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insert blank page in word</a:t>
          </a:r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add cover pages in word</a:t>
          </a:r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to </a:t>
          </a:r>
          <a:r>
            <a:rPr lang="en-GB" dirty="0" smtClean="0"/>
            <a:t>add </a:t>
          </a:r>
          <a:r>
            <a:rPr lang="en-GB" dirty="0"/>
            <a:t>page </a:t>
          </a:r>
          <a:r>
            <a:rPr lang="en-GB" dirty="0" smtClean="0"/>
            <a:t>orientation  </a:t>
          </a:r>
          <a:r>
            <a:rPr lang="en-GB" dirty="0"/>
            <a:t>in word</a:t>
          </a:r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Introduction </a:t>
          </a:r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to </a:t>
          </a:r>
          <a:endParaRPr lang="en-US" sz="6500" kern="1200" dirty="0" smtClean="0"/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Microsoft word 2010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Formatting Pages in Word 2010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5882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adjust page margins in  word </a:t>
          </a:r>
          <a:endParaRPr lang="en-US" sz="2800" kern="1200" dirty="0"/>
        </a:p>
      </dsp:txBody>
      <dsp:txXfrm>
        <a:off x="158829" y="1314"/>
        <a:ext cx="2662981" cy="1597788"/>
      </dsp:txXfrm>
    </dsp:sp>
    <dsp:sp modelId="{08678D36-F832-48B7-8548-C43AEE1F6A43}">
      <dsp:nvSpPr>
        <dsp:cNvPr id="0" name=""/>
        <dsp:cNvSpPr/>
      </dsp:nvSpPr>
      <dsp:spPr>
        <a:xfrm>
          <a:off x="308810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9426"/>
                <a:satOff val="-728"/>
                <a:lumOff val="416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9426"/>
                <a:satOff val="-728"/>
                <a:lumOff val="416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9426"/>
                <a:satOff val="-728"/>
                <a:lumOff val="41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insert header and footer in word </a:t>
          </a:r>
          <a:endParaRPr lang="en-US" sz="2800" kern="1200" dirty="0"/>
        </a:p>
      </dsp:txBody>
      <dsp:txXfrm>
        <a:off x="3088109" y="1314"/>
        <a:ext cx="2662981" cy="1597788"/>
      </dsp:txXfrm>
    </dsp:sp>
    <dsp:sp modelId="{D32AB574-D896-42B8-809A-74BD322B19E9}">
      <dsp:nvSpPr>
        <dsp:cNvPr id="0" name=""/>
        <dsp:cNvSpPr/>
      </dsp:nvSpPr>
      <dsp:spPr>
        <a:xfrm>
          <a:off x="6017388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add page numbers in word </a:t>
          </a:r>
          <a:endParaRPr lang="en-US" sz="2800" kern="1200" dirty="0"/>
        </a:p>
      </dsp:txBody>
      <dsp:txXfrm>
        <a:off x="6017388" y="1314"/>
        <a:ext cx="2662981" cy="1597788"/>
      </dsp:txXfrm>
    </dsp:sp>
    <dsp:sp modelId="{126D987F-03E4-4E3A-BED9-08B6BA3A15AB}">
      <dsp:nvSpPr>
        <dsp:cNvPr id="0" name=""/>
        <dsp:cNvSpPr/>
      </dsp:nvSpPr>
      <dsp:spPr>
        <a:xfrm>
          <a:off x="15882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insert page breaks  in word</a:t>
          </a:r>
          <a:endParaRPr lang="en-US" sz="2800" kern="1200" dirty="0"/>
        </a:p>
      </dsp:txBody>
      <dsp:txXfrm>
        <a:off x="158829" y="1865401"/>
        <a:ext cx="2662981" cy="1597788"/>
      </dsp:txXfrm>
    </dsp:sp>
    <dsp:sp modelId="{A0EFA616-1553-4077-9D32-88AE20AC0552}">
      <dsp:nvSpPr>
        <dsp:cNvPr id="0" name=""/>
        <dsp:cNvSpPr/>
      </dsp:nvSpPr>
      <dsp:spPr>
        <a:xfrm>
          <a:off x="308810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insert blank page in word</a:t>
          </a:r>
          <a:endParaRPr lang="en-US" sz="2800" kern="1200" dirty="0"/>
        </a:p>
      </dsp:txBody>
      <dsp:txXfrm>
        <a:off x="3088109" y="1865401"/>
        <a:ext cx="2662981" cy="1597788"/>
      </dsp:txXfrm>
    </dsp:sp>
    <dsp:sp modelId="{D944875E-4200-44D3-9F4D-D995865E5F68}">
      <dsp:nvSpPr>
        <dsp:cNvPr id="0" name=""/>
        <dsp:cNvSpPr/>
      </dsp:nvSpPr>
      <dsp:spPr>
        <a:xfrm>
          <a:off x="6017388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7131"/>
                <a:satOff val="-3638"/>
                <a:lumOff val="2082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7131"/>
                <a:satOff val="-3638"/>
                <a:lumOff val="2082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7131"/>
                <a:satOff val="-3638"/>
                <a:lumOff val="2082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How to add cover pages in word</a:t>
          </a:r>
          <a:endParaRPr lang="en-US" sz="2800" kern="1200" dirty="0"/>
        </a:p>
      </dsp:txBody>
      <dsp:txXfrm>
        <a:off x="6017388" y="1865401"/>
        <a:ext cx="2662981" cy="1597788"/>
      </dsp:txXfrm>
    </dsp:sp>
    <dsp:sp modelId="{4F3BB94F-726F-42B1-B2C9-9077543F3D05}">
      <dsp:nvSpPr>
        <dsp:cNvPr id="0" name=""/>
        <dsp:cNvSpPr/>
      </dsp:nvSpPr>
      <dsp:spPr>
        <a:xfrm>
          <a:off x="308810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/>
            <a:t>How to </a:t>
          </a:r>
          <a:r>
            <a:rPr lang="en-GB" sz="2800" kern="1200" dirty="0" smtClean="0"/>
            <a:t>add </a:t>
          </a:r>
          <a:r>
            <a:rPr lang="en-GB" sz="2800" kern="1200" dirty="0"/>
            <a:t>page </a:t>
          </a:r>
          <a:r>
            <a:rPr lang="en-GB" sz="2800" kern="1200" dirty="0" smtClean="0"/>
            <a:t>orientation  </a:t>
          </a:r>
          <a:r>
            <a:rPr lang="en-GB" sz="2800" kern="1200" dirty="0"/>
            <a:t>in word</a:t>
          </a:r>
        </a:p>
      </dsp:txBody>
      <dsp:txXfrm>
        <a:off x="3088109" y="3729488"/>
        <a:ext cx="2662981" cy="1597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2/22/2021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46</a:t>
            </a:fld>
            <a:endParaRPr lang="en-US" smtClean="0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47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933177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148790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354011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Adjust Page Margins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348064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Margins are the space between the edge of the paper and the text</a:t>
            </a:r>
            <a:r>
              <a:rPr lang="en-GB" dirty="0" smtClean="0"/>
              <a:t>.</a:t>
            </a:r>
          </a:p>
          <a:p>
            <a:pPr algn="just"/>
            <a:endParaRPr lang="en-GB" dirty="0" smtClean="0"/>
          </a:p>
          <a:p>
            <a:pPr algn="just"/>
            <a:r>
              <a:rPr lang="en-GB" sz="3600" dirty="0"/>
              <a:t>You can adjust the right, left, top, and bottom margins of your document</a:t>
            </a:r>
            <a:r>
              <a:rPr lang="en-GB" sz="3600" dirty="0" smtClean="0"/>
              <a:t>.</a:t>
            </a:r>
          </a:p>
          <a:p>
            <a:pPr algn="just"/>
            <a:endParaRPr lang="en-GB" sz="3600" dirty="0"/>
          </a:p>
          <a:p>
            <a:pPr algn="just"/>
            <a:r>
              <a:rPr lang="en-GB" sz="3600" dirty="0"/>
              <a:t>By default, Word sets all margins left, right, top, and bottom to </a:t>
            </a:r>
            <a:r>
              <a:rPr lang="en-GB" sz="3600" b="1" dirty="0"/>
              <a:t>1 inch</a:t>
            </a:r>
            <a:r>
              <a:rPr lang="en-GB" sz="3600" dirty="0"/>
              <a:t>.</a:t>
            </a:r>
            <a:endParaRPr lang="en-US" sz="36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Adjust Page Margins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6712"/>
            <a:ext cx="8839200" cy="6021288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In the screenshot given below, I have shown top, left and right margins, if you will type the complete page, word will leave </a:t>
            </a:r>
            <a:r>
              <a:rPr lang="en-GB" sz="2800" b="1" dirty="0"/>
              <a:t>1-inch</a:t>
            </a:r>
            <a:r>
              <a:rPr lang="en-GB" sz="2800" dirty="0"/>
              <a:t> bottom </a:t>
            </a:r>
            <a:r>
              <a:rPr lang="en-GB" sz="2800" dirty="0" smtClean="0"/>
              <a:t>margin </a:t>
            </a:r>
            <a:r>
              <a:rPr lang="en-GB" sz="2800" dirty="0"/>
              <a:t>as well</a:t>
            </a:r>
            <a:r>
              <a:rPr lang="en-GB" sz="2800" dirty="0" smtClean="0"/>
              <a:t>.</a:t>
            </a:r>
          </a:p>
          <a:p>
            <a:pPr algn="just"/>
            <a:endParaRPr lang="en-US" sz="2800" dirty="0"/>
          </a:p>
        </p:txBody>
      </p:sp>
      <p:pic>
        <p:nvPicPr>
          <p:cNvPr id="1026" name="Picture 2" descr="C:\Users\UCCSMS1\Desktop\images\page_margi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348880"/>
            <a:ext cx="6696744" cy="428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074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Adjust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Open </a:t>
            </a:r>
            <a:r>
              <a:rPr lang="en-GB" sz="2800" dirty="0"/>
              <a:t>the document the margins of which need to be set. If you want the margins to be applied only to a selected part of a document, select that particular part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Page </a:t>
            </a:r>
            <a:r>
              <a:rPr lang="en-GB" sz="2800" b="1" dirty="0"/>
              <a:t>Layout tab</a:t>
            </a:r>
            <a:r>
              <a:rPr lang="en-GB" sz="2800" dirty="0"/>
              <a:t>, and click the </a:t>
            </a:r>
            <a:r>
              <a:rPr lang="en-GB" sz="2800" b="1" dirty="0"/>
              <a:t>Margins button </a:t>
            </a:r>
            <a:r>
              <a:rPr lang="en-GB" sz="2800" dirty="0"/>
              <a:t>in the Page Setup group. </a:t>
            </a:r>
            <a:endParaRPr lang="en-GB" sz="2800" dirty="0" smtClean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will display a list of options to be selected but you have to click the </a:t>
            </a:r>
            <a:r>
              <a:rPr lang="en-GB" sz="2800" b="1" dirty="0"/>
              <a:t>Custom Margins option</a:t>
            </a:r>
            <a:r>
              <a:rPr lang="en-GB" sz="2800" dirty="0"/>
              <a:t> available at the bottom.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99480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Adjust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2050" name="Picture 2" descr="C:\Users\UCCSMS1\Desktop\images\margin_butt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08720"/>
            <a:ext cx="7560840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5972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Adjust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58521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3 </a:t>
            </a:r>
          </a:p>
          <a:p>
            <a:pPr algn="just"/>
            <a:r>
              <a:rPr lang="en-GB" sz="2800" dirty="0"/>
              <a:t>You will have to display a </a:t>
            </a:r>
            <a:r>
              <a:rPr lang="en-GB" sz="2800" b="1" dirty="0"/>
              <a:t>Page Dialog Box </a:t>
            </a:r>
            <a:r>
              <a:rPr lang="en-GB" sz="2800" dirty="0"/>
              <a:t>as shown below where you can set top, left, right and bottom margins under the </a:t>
            </a:r>
            <a:r>
              <a:rPr lang="en-GB" sz="2800" b="1" dirty="0"/>
              <a:t>Margins Tab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 smtClean="0"/>
              <a:t>Select </a:t>
            </a:r>
            <a:r>
              <a:rPr lang="en-GB" sz="2800" dirty="0"/>
              <a:t>the </a:t>
            </a:r>
            <a:r>
              <a:rPr lang="en-GB" sz="2800" b="1" dirty="0"/>
              <a:t>Apply to</a:t>
            </a:r>
            <a:r>
              <a:rPr lang="en-GB" sz="2800" dirty="0"/>
              <a:t>: option to apply the margin on selected text or complete </a:t>
            </a:r>
            <a:r>
              <a:rPr lang="en-GB" sz="2800" dirty="0" smtClean="0"/>
              <a:t>document.</a:t>
            </a:r>
          </a:p>
          <a:p>
            <a:pPr algn="just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5225651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Adjust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3074" name="Picture 2" descr="C:\Users\UCCSMS1\Desktop\images\margin_dialog_bo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95363"/>
            <a:ext cx="6840760" cy="531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6969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Adjust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sz="2800" dirty="0"/>
              <a:t>If you are going to </a:t>
            </a:r>
            <a:r>
              <a:rPr lang="en-GB" sz="2800" b="1" dirty="0"/>
              <a:t>bind</a:t>
            </a:r>
            <a:r>
              <a:rPr lang="en-GB" sz="2800" dirty="0"/>
              <a:t> the document and want to add an extra amount of space on one edge for the binding, enter that amount in the </a:t>
            </a:r>
            <a:r>
              <a:rPr lang="en-GB" sz="2800" b="1" dirty="0"/>
              <a:t>Gutter text box</a:t>
            </a:r>
            <a:r>
              <a:rPr lang="en-GB" sz="2800" dirty="0" smtClean="0"/>
              <a:t>. 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select the side the gutter is on with the </a:t>
            </a:r>
            <a:r>
              <a:rPr lang="en-GB" sz="2800" b="1" dirty="0"/>
              <a:t>Gutter Position </a:t>
            </a:r>
            <a:r>
              <a:rPr lang="en-GB" sz="2800" dirty="0"/>
              <a:t>drop-down list. After setting all the desired values for all the margins, click the </a:t>
            </a:r>
            <a:r>
              <a:rPr lang="en-GB" sz="2800" b="1" dirty="0"/>
              <a:t>OK button </a:t>
            </a:r>
            <a:r>
              <a:rPr lang="en-GB" sz="2800" dirty="0"/>
              <a:t>to apply the margins.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2150501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Header and Footer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348064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Headers and footers are parts of a document that contain special information such as </a:t>
            </a:r>
            <a:r>
              <a:rPr lang="en-GB" b="1" dirty="0"/>
              <a:t>page numbers </a:t>
            </a:r>
            <a:r>
              <a:rPr lang="en-GB" dirty="0"/>
              <a:t>and the </a:t>
            </a:r>
            <a:r>
              <a:rPr lang="en-GB" b="1" dirty="0"/>
              <a:t>total number of pages</a:t>
            </a:r>
            <a:r>
              <a:rPr lang="en-GB" dirty="0"/>
              <a:t>, the </a:t>
            </a:r>
            <a:r>
              <a:rPr lang="en-GB" b="1" dirty="0"/>
              <a:t>document title</a:t>
            </a:r>
            <a:r>
              <a:rPr lang="en-GB" dirty="0"/>
              <a:t>, </a:t>
            </a:r>
            <a:r>
              <a:rPr lang="en-GB" b="1" dirty="0"/>
              <a:t>company logo</a:t>
            </a:r>
            <a:r>
              <a:rPr lang="en-GB" dirty="0"/>
              <a:t>, any </a:t>
            </a:r>
            <a:r>
              <a:rPr lang="en-GB" b="1" dirty="0" smtClean="0"/>
              <a:t>photo</a:t>
            </a:r>
            <a:r>
              <a:rPr lang="en-GB" dirty="0"/>
              <a:t>, etc</a:t>
            </a:r>
            <a:r>
              <a:rPr lang="en-GB" dirty="0" smtClean="0"/>
              <a:t>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The header appears at the top of every page, and the footer appears at the bottom of every page.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669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3480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 </a:t>
            </a:r>
            <a:endParaRPr lang="en-GB" b="1" dirty="0" smtClean="0">
              <a:solidFill>
                <a:srgbClr val="FF0000"/>
              </a:solidFill>
            </a:endParaRPr>
          </a:p>
          <a:p>
            <a:pPr algn="just"/>
            <a:r>
              <a:rPr lang="en-GB" dirty="0" smtClean="0"/>
              <a:t>Click </a:t>
            </a:r>
            <a:r>
              <a:rPr lang="en-GB" dirty="0"/>
              <a:t>the </a:t>
            </a:r>
            <a:r>
              <a:rPr lang="en-GB" b="1" dirty="0"/>
              <a:t>Insert tab</a:t>
            </a:r>
            <a:r>
              <a:rPr lang="en-GB" dirty="0"/>
              <a:t>, and click either the </a:t>
            </a:r>
            <a:r>
              <a:rPr lang="en-GB" b="1" dirty="0"/>
              <a:t>Header button </a:t>
            </a:r>
            <a:r>
              <a:rPr lang="en-GB" dirty="0"/>
              <a:t>or the </a:t>
            </a:r>
            <a:r>
              <a:rPr lang="en-GB" b="1" dirty="0"/>
              <a:t>Footer button </a:t>
            </a:r>
            <a:r>
              <a:rPr lang="en-GB" dirty="0"/>
              <a:t>that which needs to be added first. </a:t>
            </a:r>
            <a:endParaRPr lang="en-GB" dirty="0" smtClean="0"/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Assume </a:t>
            </a:r>
            <a:r>
              <a:rPr lang="en-GB" dirty="0"/>
              <a:t>you are going to add Header; when you click the Header button it will display a list of built-in Headers from where you can choose any of the headers by simply clicking on it</a:t>
            </a:r>
            <a:r>
              <a:rPr lang="en-GB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0726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764704"/>
          </a:xfrm>
        </p:spPr>
        <p:txBody>
          <a:bodyPr/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 smtClean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122" name="Picture 2" descr="C:\Users\UCCSMS1\Desktop\images\header_foo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836712"/>
            <a:ext cx="7416824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1894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3480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2</a:t>
            </a:r>
            <a:endParaRPr lang="en-GB" b="1" dirty="0" smtClean="0">
              <a:solidFill>
                <a:srgbClr val="FF0000"/>
              </a:solidFill>
            </a:endParaRPr>
          </a:p>
          <a:p>
            <a:pPr algn="just"/>
            <a:r>
              <a:rPr lang="en-GB" dirty="0"/>
              <a:t>Once you select any of the </a:t>
            </a:r>
            <a:r>
              <a:rPr lang="en-GB" b="1" dirty="0"/>
              <a:t>headers</a:t>
            </a:r>
            <a:r>
              <a:rPr lang="en-GB" dirty="0"/>
              <a:t>, it will be applied to the document in editable mode and the text in your document will appear </a:t>
            </a:r>
            <a:r>
              <a:rPr lang="en-GB" dirty="0" smtClean="0"/>
              <a:t>dimmed,</a:t>
            </a:r>
          </a:p>
          <a:p>
            <a:pPr algn="just"/>
            <a:endParaRPr lang="en-GB" dirty="0"/>
          </a:p>
          <a:p>
            <a:pPr algn="just"/>
            <a:r>
              <a:rPr lang="en-GB" b="1" dirty="0" smtClean="0"/>
              <a:t>Header </a:t>
            </a:r>
            <a:r>
              <a:rPr lang="en-GB" b="1" dirty="0"/>
              <a:t>and Footer buttons </a:t>
            </a:r>
            <a:r>
              <a:rPr lang="en-GB" dirty="0"/>
              <a:t>appear on the </a:t>
            </a:r>
            <a:r>
              <a:rPr lang="en-GB" b="1" dirty="0"/>
              <a:t>Ribbon</a:t>
            </a:r>
            <a:r>
              <a:rPr lang="en-GB" dirty="0"/>
              <a:t> and a </a:t>
            </a:r>
            <a:r>
              <a:rPr lang="en-GB" b="1" dirty="0"/>
              <a:t>Close Header and Footer button</a:t>
            </a:r>
            <a:r>
              <a:rPr lang="en-GB" dirty="0"/>
              <a:t> will also appear at the top-right corner</a:t>
            </a:r>
            <a:r>
              <a:rPr lang="en-GB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6725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764704"/>
          </a:xfrm>
        </p:spPr>
        <p:txBody>
          <a:bodyPr/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 smtClean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6146" name="Picture 2" descr="C:\Users\UCCSMS1\Desktop\images\selected_head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52736"/>
            <a:ext cx="6984776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4657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3480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3</a:t>
            </a:r>
          </a:p>
          <a:p>
            <a:pPr algn="just"/>
            <a:r>
              <a:rPr lang="en-GB" dirty="0"/>
              <a:t>Finally, you can type your information whatever you want to have in your document </a:t>
            </a:r>
            <a:r>
              <a:rPr lang="en-GB" dirty="0" smtClean="0"/>
              <a:t>header.</a:t>
            </a:r>
          </a:p>
          <a:p>
            <a:pPr algn="just"/>
            <a:endParaRPr lang="en-GB" dirty="0"/>
          </a:p>
          <a:p>
            <a:pPr algn="just"/>
            <a:endParaRPr lang="en-GB" dirty="0" smtClean="0"/>
          </a:p>
          <a:p>
            <a:pPr algn="just"/>
            <a:r>
              <a:rPr lang="en-GB" dirty="0"/>
              <a:t>O</a:t>
            </a:r>
            <a:r>
              <a:rPr lang="en-GB" dirty="0" smtClean="0"/>
              <a:t>nce </a:t>
            </a:r>
            <a:r>
              <a:rPr lang="en-GB" dirty="0"/>
              <a:t>you are done, click </a:t>
            </a:r>
            <a:r>
              <a:rPr lang="en-GB" b="1" dirty="0"/>
              <a:t>Close Header and Footer </a:t>
            </a:r>
            <a:r>
              <a:rPr lang="en-GB" dirty="0"/>
              <a:t>to come out of the header insertion mode</a:t>
            </a:r>
            <a:r>
              <a:rPr lang="en-GB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0160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764704"/>
          </a:xfrm>
        </p:spPr>
        <p:txBody>
          <a:bodyPr/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 smtClean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7170" name="Picture 2" descr="C:\Users\UCCSMS1\Desktop\images\applied_head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92696"/>
            <a:ext cx="7704856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27584" y="5517232"/>
            <a:ext cx="73448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You can follow a similar procedure to add footer in your document.</a:t>
            </a:r>
          </a:p>
        </p:txBody>
      </p:sp>
    </p:spTree>
    <p:extLst>
      <p:ext uri="{BB962C8B-B14F-4D97-AF65-F5344CB8AC3E}">
        <p14:creationId xmlns:p14="http://schemas.microsoft.com/office/powerpoint/2010/main" val="30474773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Edit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52736"/>
            <a:ext cx="8839200" cy="53480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endParaRPr lang="en-GB" b="1" dirty="0" smtClean="0">
              <a:solidFill>
                <a:srgbClr val="FF0000"/>
              </a:solidFill>
            </a:endParaRPr>
          </a:p>
          <a:p>
            <a:pPr algn="just"/>
            <a:r>
              <a:rPr lang="en-GB" dirty="0"/>
              <a:t>Click the </a:t>
            </a:r>
            <a:r>
              <a:rPr lang="en-GB" b="1" dirty="0"/>
              <a:t>Insert </a:t>
            </a:r>
            <a:r>
              <a:rPr lang="en-GB" b="1" dirty="0" smtClean="0"/>
              <a:t>tab</a:t>
            </a:r>
            <a:endParaRPr lang="en-GB" dirty="0"/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click </a:t>
            </a:r>
            <a:r>
              <a:rPr lang="en-GB" dirty="0"/>
              <a:t>either the </a:t>
            </a:r>
            <a:r>
              <a:rPr lang="en-GB" b="1" dirty="0"/>
              <a:t>Header button or Footer button </a:t>
            </a:r>
            <a:r>
              <a:rPr lang="en-GB" dirty="0"/>
              <a:t>or whatever you want to edit. </a:t>
            </a:r>
            <a:endParaRPr lang="en-GB" dirty="0" smtClean="0"/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Assume </a:t>
            </a:r>
            <a:r>
              <a:rPr lang="en-GB" dirty="0"/>
              <a:t>you are going to </a:t>
            </a:r>
            <a:r>
              <a:rPr lang="en-GB" b="1" dirty="0"/>
              <a:t>edit the Header</a:t>
            </a:r>
            <a:r>
              <a:rPr lang="en-GB" dirty="0"/>
              <a:t>, so when you click the Header button it will display a list of options including the </a:t>
            </a:r>
            <a:r>
              <a:rPr lang="en-GB" b="1" dirty="0"/>
              <a:t>Edit Header option</a:t>
            </a:r>
            <a:r>
              <a:rPr lang="en-GB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85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Edit Header and Footer</a:t>
            </a:r>
            <a:endParaRPr lang="en-US" dirty="0"/>
          </a:p>
        </p:txBody>
      </p:sp>
      <p:pic>
        <p:nvPicPr>
          <p:cNvPr id="8194" name="Picture 2" descr="C:\Users\UCCSMS1\Desktop\images\header_footer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052736"/>
            <a:ext cx="7632848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5142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Edit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GB" sz="2400" dirty="0"/>
              <a:t>Click on the </a:t>
            </a:r>
            <a:r>
              <a:rPr lang="en-GB" sz="2400" b="1" dirty="0"/>
              <a:t>Edit Header option </a:t>
            </a:r>
            <a:r>
              <a:rPr lang="en-GB" sz="2400" dirty="0"/>
              <a:t>and Word will display the </a:t>
            </a:r>
            <a:r>
              <a:rPr lang="en-GB" sz="2400" b="1" dirty="0"/>
              <a:t>editable header </a:t>
            </a:r>
            <a:r>
              <a:rPr lang="en-GB" sz="2400" dirty="0"/>
              <a:t>as shown in the following </a:t>
            </a:r>
            <a:r>
              <a:rPr lang="en-GB" sz="2400" dirty="0" smtClean="0"/>
              <a:t>screenshot.</a:t>
            </a:r>
          </a:p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</a:t>
            </a:r>
            <a:r>
              <a:rPr lang="en-GB" sz="2400" b="1" dirty="0">
                <a:solidFill>
                  <a:srgbClr val="FF0000"/>
                </a:solidFill>
              </a:rPr>
              <a:t>3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 smtClean="0"/>
              <a:t>Now </a:t>
            </a:r>
            <a:r>
              <a:rPr lang="en-GB" sz="2400" dirty="0"/>
              <a:t>you can edit your document header and once you are done, click Close Header and Footer to come out of the edit header mode.</a:t>
            </a:r>
            <a:endParaRPr lang="en-US" sz="2400" dirty="0"/>
          </a:p>
        </p:txBody>
      </p:sp>
      <p:pic>
        <p:nvPicPr>
          <p:cNvPr id="9218" name="Picture 2" descr="C:\Users\UCCSMS1\Desktop\images\edit_head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429000"/>
            <a:ext cx="5334000" cy="326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8783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Add Page Numbers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976664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Microsoft Word automatically assigns page numbers on the pages of your document</a:t>
            </a:r>
            <a:r>
              <a:rPr lang="en-GB" dirty="0" smtClean="0"/>
              <a:t>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Typically, page numbers are printed either in </a:t>
            </a:r>
            <a:r>
              <a:rPr lang="en-GB" b="1" dirty="0"/>
              <a:t>header or footer </a:t>
            </a:r>
            <a:r>
              <a:rPr lang="en-GB" dirty="0"/>
              <a:t>but you have the option that can display the page number in the </a:t>
            </a:r>
            <a:r>
              <a:rPr lang="en-GB" b="1" dirty="0"/>
              <a:t>left or right margins</a:t>
            </a:r>
            <a:r>
              <a:rPr lang="en-GB" dirty="0"/>
              <a:t> at the top or the bottom of a page.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3098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764704"/>
          </a:xfrm>
        </p:spPr>
        <p:txBody>
          <a:bodyPr/>
          <a:lstStyle/>
          <a:p>
            <a:pPr algn="ctr"/>
            <a:r>
              <a:rPr lang="en-GB" dirty="0"/>
              <a:t>Add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1653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click the </a:t>
            </a:r>
            <a:r>
              <a:rPr lang="en-GB" sz="2400" b="1" dirty="0"/>
              <a:t>Page Number button </a:t>
            </a:r>
            <a:r>
              <a:rPr lang="en-GB" sz="2400" dirty="0"/>
              <a:t>available in the header and footer </a:t>
            </a:r>
            <a:r>
              <a:rPr lang="en-GB" sz="2400" dirty="0" smtClean="0"/>
              <a:t>section.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This will display a list of options to display the page number at the </a:t>
            </a:r>
            <a:r>
              <a:rPr lang="en-GB" sz="2400" b="1" dirty="0"/>
              <a:t>top</a:t>
            </a:r>
            <a:r>
              <a:rPr lang="en-GB" sz="2400" dirty="0"/>
              <a:t>, </a:t>
            </a:r>
            <a:r>
              <a:rPr lang="en-GB" sz="2400" b="1" dirty="0"/>
              <a:t>bottom</a:t>
            </a:r>
            <a:r>
              <a:rPr lang="en-GB" sz="2400" dirty="0"/>
              <a:t>, </a:t>
            </a:r>
            <a:r>
              <a:rPr lang="en-GB" sz="2400" b="1" dirty="0"/>
              <a:t>current position </a:t>
            </a:r>
            <a:r>
              <a:rPr lang="en-GB" sz="2400" dirty="0"/>
              <a:t>etc</a:t>
            </a:r>
            <a:r>
              <a:rPr lang="en-GB" sz="2400" dirty="0" smtClean="0"/>
              <a:t>.</a:t>
            </a:r>
          </a:p>
        </p:txBody>
      </p:sp>
      <p:pic>
        <p:nvPicPr>
          <p:cNvPr id="10242" name="Picture 2" descr="C:\Users\UCCSMS1\Desktop\images\page_numb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284984"/>
            <a:ext cx="5334000" cy="346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9326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GB" sz="2400" dirty="0"/>
              <a:t>When you move your mouse pointer over the available options, it displays further styles of page numbers to be displayed. </a:t>
            </a:r>
            <a:endParaRPr lang="en-GB" sz="2400" dirty="0" smtClean="0"/>
          </a:p>
          <a:p>
            <a:pPr algn="just"/>
            <a:r>
              <a:rPr lang="en-GB" sz="2400" dirty="0" smtClean="0"/>
              <a:t>For </a:t>
            </a:r>
            <a:r>
              <a:rPr lang="en-GB" sz="2400" dirty="0"/>
              <a:t>example, when I take the mouse pointer at the </a:t>
            </a:r>
            <a:r>
              <a:rPr lang="en-GB" sz="2400" b="1" dirty="0"/>
              <a:t>Bottom of Page option</a:t>
            </a:r>
            <a:r>
              <a:rPr lang="en-GB" sz="2400" dirty="0"/>
              <a:t> it displays the following list of </a:t>
            </a:r>
            <a:r>
              <a:rPr lang="en-GB" sz="2400" dirty="0" smtClean="0"/>
              <a:t>styles.</a:t>
            </a:r>
          </a:p>
          <a:p>
            <a:pPr algn="just"/>
            <a:endParaRPr lang="en-GB" sz="2400" dirty="0" smtClean="0"/>
          </a:p>
        </p:txBody>
      </p:sp>
      <p:pic>
        <p:nvPicPr>
          <p:cNvPr id="11266" name="Picture 2" descr="C:\Users\UCCSMS1\Desktop\images\page_number_styl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809597"/>
            <a:ext cx="5334000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7359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3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 Finally, select any one of the page number styles. I selected the </a:t>
            </a:r>
            <a:r>
              <a:rPr lang="en-GB" sz="2400" b="1" dirty="0"/>
              <a:t>Accent Bar 1 style </a:t>
            </a:r>
            <a:r>
              <a:rPr lang="en-GB" sz="2400" dirty="0"/>
              <a:t>by clicking over it. </a:t>
            </a:r>
            <a:endParaRPr lang="en-GB" sz="2400" dirty="0" smtClean="0"/>
          </a:p>
          <a:p>
            <a:pPr algn="just"/>
            <a:r>
              <a:rPr lang="en-GB" sz="2400" dirty="0" smtClean="0"/>
              <a:t>You </a:t>
            </a:r>
            <a:r>
              <a:rPr lang="en-GB" sz="2400" dirty="0"/>
              <a:t>will be directed to the </a:t>
            </a:r>
            <a:r>
              <a:rPr lang="en-GB" sz="2400" b="1" dirty="0"/>
              <a:t>Page Footer modification mode</a:t>
            </a:r>
            <a:r>
              <a:rPr lang="en-GB" sz="2400" dirty="0"/>
              <a:t>. Click the </a:t>
            </a:r>
            <a:r>
              <a:rPr lang="en-GB" sz="2400" b="1" dirty="0"/>
              <a:t>Close Header and Footer button </a:t>
            </a:r>
            <a:r>
              <a:rPr lang="en-GB" sz="2400" dirty="0"/>
              <a:t>to come out of the Footer Edit </a:t>
            </a:r>
            <a:r>
              <a:rPr lang="en-GB" sz="2400" dirty="0" smtClean="0"/>
              <a:t>mode.</a:t>
            </a:r>
          </a:p>
          <a:p>
            <a:pPr algn="just"/>
            <a:endParaRPr lang="en-GB" sz="2400" dirty="0" smtClean="0"/>
          </a:p>
        </p:txBody>
      </p:sp>
      <p:pic>
        <p:nvPicPr>
          <p:cNvPr id="12290" name="Picture 2" descr="C:\Users\UCCSMS1\Desktop\images\inserted_page_numb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780927"/>
            <a:ext cx="5334000" cy="396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6785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Remove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</a:t>
            </a:r>
            <a:endParaRPr lang="en-GB" sz="2400" dirty="0" smtClean="0"/>
          </a:p>
          <a:p>
            <a:pPr algn="just"/>
            <a:r>
              <a:rPr lang="en-GB" sz="2400" dirty="0" smtClean="0"/>
              <a:t>Click </a:t>
            </a:r>
            <a:r>
              <a:rPr lang="en-GB" sz="2400" dirty="0"/>
              <a:t>the </a:t>
            </a:r>
            <a:r>
              <a:rPr lang="en-GB" sz="2400" b="1" dirty="0"/>
              <a:t>Page Number button </a:t>
            </a:r>
            <a:r>
              <a:rPr lang="en-GB" sz="2400" dirty="0"/>
              <a:t>available in the header and footer section. </a:t>
            </a:r>
            <a:endParaRPr lang="en-GB" sz="2400" dirty="0" smtClean="0"/>
          </a:p>
          <a:p>
            <a:pPr algn="just"/>
            <a:endParaRPr lang="en-GB" sz="2400" dirty="0" smtClean="0"/>
          </a:p>
          <a:p>
            <a:pPr algn="just"/>
            <a:r>
              <a:rPr lang="en-GB" sz="2400" dirty="0"/>
              <a:t>This will display a list of options to display page number at the top, bottom, current position, etc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 smtClean="0"/>
          </a:p>
          <a:p>
            <a:pPr algn="just"/>
            <a:r>
              <a:rPr lang="en-GB" sz="2400" dirty="0"/>
              <a:t>At the bottom, you will have the </a:t>
            </a:r>
            <a:r>
              <a:rPr lang="en-GB" sz="2400" b="1" dirty="0"/>
              <a:t>Remove Page Numbers option</a:t>
            </a:r>
            <a:r>
              <a:rPr lang="en-GB" sz="2400" dirty="0"/>
              <a:t>. Just click this option and it will delete all the page numbers set in your document.</a:t>
            </a: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12561047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Remove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1</a:t>
            </a:r>
          </a:p>
          <a:p>
            <a:pPr marL="0" indent="0" algn="ctr">
              <a:buNone/>
            </a:pPr>
            <a:endParaRPr lang="en-GB" sz="2400" b="1" dirty="0" smtClean="0">
              <a:solidFill>
                <a:srgbClr val="FF0000"/>
              </a:solidFill>
            </a:endParaRPr>
          </a:p>
        </p:txBody>
      </p:sp>
      <p:pic>
        <p:nvPicPr>
          <p:cNvPr id="13314" name="Picture 2" descr="C:\Users\UCCSMS1\Desktop\images\remove_page_numbe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24744"/>
            <a:ext cx="7488832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7727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Page Breaks in Word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algn="just"/>
            <a:endParaRPr lang="en-GB" dirty="0" smtClean="0"/>
          </a:p>
          <a:p>
            <a:pPr algn="just"/>
            <a:r>
              <a:rPr lang="en-GB" dirty="0" smtClean="0"/>
              <a:t>Microsoft </a:t>
            </a:r>
            <a:r>
              <a:rPr lang="en-GB" dirty="0"/>
              <a:t>Word automatically starts a new page when the current page fills with text but you can insert a page break to force Word to start text on a new page</a:t>
            </a:r>
            <a:r>
              <a:rPr lang="en-GB" dirty="0" smtClean="0"/>
              <a:t>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You can insert a page break using either the </a:t>
            </a:r>
            <a:r>
              <a:rPr lang="en-GB" b="1" dirty="0"/>
              <a:t>mouse</a:t>
            </a:r>
            <a:r>
              <a:rPr lang="en-GB" dirty="0"/>
              <a:t> or the </a:t>
            </a:r>
            <a:r>
              <a:rPr lang="en-GB" b="1" dirty="0"/>
              <a:t>keyboard</a:t>
            </a:r>
            <a:r>
              <a:rPr lang="en-GB" dirty="0"/>
              <a:t>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1204830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Page Breaks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Bring your </a:t>
            </a:r>
            <a:r>
              <a:rPr lang="en-GB" sz="2400" b="1" dirty="0"/>
              <a:t>insertion point </a:t>
            </a:r>
            <a:r>
              <a:rPr lang="en-GB" sz="2400" dirty="0"/>
              <a:t>immediately before the text that has to appear on a new </a:t>
            </a:r>
            <a:r>
              <a:rPr lang="en-GB" sz="2400" dirty="0" smtClean="0"/>
              <a:t>page.</a:t>
            </a:r>
          </a:p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click the </a:t>
            </a:r>
            <a:r>
              <a:rPr lang="en-GB" sz="2400" b="1" dirty="0"/>
              <a:t>Page Break button </a:t>
            </a:r>
            <a:r>
              <a:rPr lang="en-GB" sz="2400" dirty="0"/>
              <a:t>available in the Pages </a:t>
            </a:r>
            <a:r>
              <a:rPr lang="en-GB" sz="2400" dirty="0" smtClean="0"/>
              <a:t>group.</a:t>
            </a:r>
            <a:endParaRPr lang="en-US" sz="2400" dirty="0"/>
          </a:p>
        </p:txBody>
      </p:sp>
      <p:pic>
        <p:nvPicPr>
          <p:cNvPr id="14338" name="Picture 2" descr="C:\Users\UCCSMS1\Desktop\images\page_brea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221856"/>
            <a:ext cx="533400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9513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Page Breaks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400" dirty="0"/>
              <a:t>Word inserts a page break and moves all text after the page break onto a new page. </a:t>
            </a:r>
            <a:endParaRPr lang="en-GB" sz="2400" dirty="0" smtClean="0"/>
          </a:p>
          <a:p>
            <a:pPr algn="just"/>
            <a:r>
              <a:rPr lang="en-GB" sz="2400" dirty="0" smtClean="0"/>
              <a:t>You </a:t>
            </a:r>
            <a:r>
              <a:rPr lang="en-GB" sz="2400" dirty="0"/>
              <a:t>can also use the </a:t>
            </a:r>
            <a:r>
              <a:rPr lang="en-GB" sz="2400" b="1" dirty="0"/>
              <a:t>Ctrl + Enter keys </a:t>
            </a:r>
            <a:r>
              <a:rPr lang="en-GB" sz="2400" dirty="0"/>
              <a:t>to create a page break at the pointed </a:t>
            </a:r>
            <a:r>
              <a:rPr lang="en-GB" sz="2400" dirty="0" smtClean="0"/>
              <a:t>location.</a:t>
            </a:r>
          </a:p>
          <a:p>
            <a:pPr algn="just"/>
            <a:endParaRPr lang="en-US" sz="2400" dirty="0"/>
          </a:p>
        </p:txBody>
      </p:sp>
      <p:pic>
        <p:nvPicPr>
          <p:cNvPr id="15362" name="Picture 2" descr="C:\Users\UCCSMS1\Desktop\images\page_break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230" y="2713417"/>
            <a:ext cx="5521242" cy="388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9504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a Page Break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dirty="0" smtClean="0"/>
          </a:p>
          <a:p>
            <a:pPr algn="just"/>
            <a:r>
              <a:rPr lang="en-GB" dirty="0" smtClean="0"/>
              <a:t>Just </a:t>
            </a:r>
            <a:r>
              <a:rPr lang="en-GB" dirty="0"/>
              <a:t>put the </a:t>
            </a:r>
            <a:r>
              <a:rPr lang="en-GB" b="1" dirty="0"/>
              <a:t>insertion point </a:t>
            </a:r>
            <a:r>
              <a:rPr lang="en-GB" dirty="0"/>
              <a:t>on the previous page of the page break that needs to be deleted. </a:t>
            </a:r>
            <a:endParaRPr lang="en-GB" dirty="0" smtClean="0"/>
          </a:p>
          <a:p>
            <a:pPr algn="just"/>
            <a:endParaRPr lang="en-GB" dirty="0"/>
          </a:p>
          <a:p>
            <a:pPr algn="just"/>
            <a:r>
              <a:rPr lang="en-GB" dirty="0" smtClean="0"/>
              <a:t>Press </a:t>
            </a:r>
            <a:r>
              <a:rPr lang="en-GB" dirty="0"/>
              <a:t>the </a:t>
            </a:r>
            <a:r>
              <a:rPr lang="en-GB" b="1" dirty="0"/>
              <a:t>Delete key </a:t>
            </a:r>
            <a:r>
              <a:rPr lang="en-GB" dirty="0"/>
              <a:t>multiple times until both the pages get merged.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6923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Blank Pages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dirty="0" smtClean="0"/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A </a:t>
            </a:r>
            <a:r>
              <a:rPr lang="en-GB" dirty="0"/>
              <a:t>blank page is a page which does not have any text or any other content over it.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648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Blank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 Bring your </a:t>
            </a:r>
            <a:r>
              <a:rPr lang="en-GB" sz="2400" b="1" dirty="0"/>
              <a:t>insertion point </a:t>
            </a:r>
            <a:r>
              <a:rPr lang="en-GB" sz="2400" dirty="0"/>
              <a:t>immediately before the text where you want to insert a blank </a:t>
            </a:r>
            <a:r>
              <a:rPr lang="en-GB" sz="2400" dirty="0" smtClean="0"/>
              <a:t>page.</a:t>
            </a:r>
          </a:p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click the </a:t>
            </a:r>
            <a:r>
              <a:rPr lang="en-GB" sz="2400" b="1" dirty="0"/>
              <a:t>Blank Page button</a:t>
            </a:r>
            <a:r>
              <a:rPr lang="en-GB" sz="2400" dirty="0"/>
              <a:t> available in the Pages group.</a:t>
            </a:r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16386" name="Picture 2" descr="C:\Users\UCCSMS1\Desktop\images\blank_pa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212976"/>
            <a:ext cx="533400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8495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Blank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400" dirty="0"/>
              <a:t>Word inserts a new blank page and moves all the text after the page break onto a new </a:t>
            </a:r>
            <a:r>
              <a:rPr lang="en-GB" sz="2400" dirty="0" smtClean="0"/>
              <a:t>page.</a:t>
            </a:r>
          </a:p>
          <a:p>
            <a:pPr algn="just"/>
            <a:endParaRPr lang="en-GB" sz="2400" dirty="0"/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17410" name="Picture 2" descr="C:\Users\UCCSMS1\Desktop\images\blank_page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276872"/>
            <a:ext cx="5688632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4286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Blank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Home </a:t>
            </a:r>
            <a:r>
              <a:rPr lang="en-GB" sz="2400" b="1" dirty="0" smtClean="0"/>
              <a:t>tab</a:t>
            </a:r>
          </a:p>
          <a:p>
            <a:pPr algn="just"/>
            <a:r>
              <a:rPr lang="en-GB" sz="2400" dirty="0"/>
              <a:t>C</a:t>
            </a:r>
            <a:r>
              <a:rPr lang="en-GB" sz="2400" dirty="0" smtClean="0"/>
              <a:t>lick </a:t>
            </a:r>
            <a:r>
              <a:rPr lang="en-GB" sz="2400" dirty="0"/>
              <a:t>the </a:t>
            </a:r>
            <a:r>
              <a:rPr lang="en-GB" sz="2400" b="1" dirty="0">
                <a:solidFill>
                  <a:srgbClr val="FF0000"/>
                </a:solidFill>
              </a:rPr>
              <a:t>Show/Hide ¶</a:t>
            </a:r>
            <a:r>
              <a:rPr lang="en-GB" sz="2400" b="1" dirty="0"/>
              <a:t> </a:t>
            </a:r>
            <a:r>
              <a:rPr lang="en-GB" sz="2400" dirty="0"/>
              <a:t>paragraph marks button available in the </a:t>
            </a:r>
            <a:r>
              <a:rPr lang="en-GB" sz="2400" b="1" dirty="0"/>
              <a:t>Paragraph group </a:t>
            </a:r>
            <a:r>
              <a:rPr lang="en-GB" sz="2400" dirty="0"/>
              <a:t>or simply press the </a:t>
            </a:r>
            <a:r>
              <a:rPr lang="en-GB" sz="2400" b="1" dirty="0"/>
              <a:t>Ctrl + Shift + * </a:t>
            </a:r>
            <a:r>
              <a:rPr lang="en-GB" sz="2400" dirty="0"/>
              <a:t>keys. This will display all the page breaks as shown </a:t>
            </a:r>
            <a:r>
              <a:rPr lang="en-GB" sz="2400" dirty="0" smtClean="0"/>
              <a:t>below.</a:t>
            </a:r>
          </a:p>
          <a:p>
            <a:pPr algn="just"/>
            <a:endParaRPr lang="en-US" sz="2400" dirty="0"/>
          </a:p>
        </p:txBody>
      </p:sp>
      <p:pic>
        <p:nvPicPr>
          <p:cNvPr id="18434" name="Picture 2" descr="C:\Users\UCCSMS1\Desktop\images\page_break_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913079"/>
            <a:ext cx="533400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6456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Blank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GB" dirty="0"/>
              <a:t>Bring your cursor immediately before the </a:t>
            </a:r>
            <a:r>
              <a:rPr lang="en-GB" b="1" dirty="0"/>
              <a:t>Page Break mark</a:t>
            </a:r>
            <a:r>
              <a:rPr lang="en-GB" dirty="0"/>
              <a:t> available on the </a:t>
            </a:r>
            <a:r>
              <a:rPr lang="en-GB" b="1" dirty="0"/>
              <a:t>blank page </a:t>
            </a:r>
            <a:r>
              <a:rPr lang="en-GB" dirty="0"/>
              <a:t>and press the </a:t>
            </a:r>
            <a:r>
              <a:rPr lang="en-GB" b="1" dirty="0"/>
              <a:t>Delete Key</a:t>
            </a:r>
            <a:r>
              <a:rPr lang="en-GB" dirty="0"/>
              <a:t>. </a:t>
            </a:r>
            <a:endParaRPr lang="en-GB" dirty="0" smtClean="0"/>
          </a:p>
          <a:p>
            <a:pPr algn="just"/>
            <a:endParaRPr lang="en-GB" dirty="0"/>
          </a:p>
          <a:p>
            <a:pPr algn="just"/>
            <a:r>
              <a:rPr lang="en-GB" dirty="0" smtClean="0"/>
              <a:t>This </a:t>
            </a:r>
            <a:r>
              <a:rPr lang="en-GB" dirty="0"/>
              <a:t>will delete the blank page and again you can click the </a:t>
            </a:r>
            <a:r>
              <a:rPr lang="en-GB" b="1" dirty="0"/>
              <a:t>Show/Hide ¶ paragraph marks button</a:t>
            </a:r>
            <a:r>
              <a:rPr lang="en-GB" dirty="0"/>
              <a:t> to hide all the paragraph marks</a:t>
            </a:r>
            <a:r>
              <a:rPr lang="en-GB" dirty="0" smtClean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5673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Cover Pages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</a:t>
            </a:r>
            <a:r>
              <a:rPr lang="en-GB" sz="2400" b="1" dirty="0" smtClean="0"/>
              <a:t>tab</a:t>
            </a:r>
            <a:r>
              <a:rPr lang="en-GB" sz="2400" dirty="0"/>
              <a:t>.</a:t>
            </a:r>
            <a:endParaRPr lang="en-GB" sz="2400" dirty="0" smtClean="0"/>
          </a:p>
          <a:p>
            <a:pPr algn="just"/>
            <a:r>
              <a:rPr lang="en-GB" sz="2400" dirty="0" smtClean="0"/>
              <a:t>Click </a:t>
            </a:r>
            <a:r>
              <a:rPr lang="en-GB" sz="2400" dirty="0"/>
              <a:t>the </a:t>
            </a:r>
            <a:r>
              <a:rPr lang="en-GB" sz="2400" b="1" dirty="0"/>
              <a:t>Cover Page button </a:t>
            </a:r>
            <a:r>
              <a:rPr lang="en-GB" sz="2400" dirty="0"/>
              <a:t>available in the </a:t>
            </a:r>
            <a:r>
              <a:rPr lang="en-GB" sz="2400" b="1" dirty="0"/>
              <a:t>Pages group</a:t>
            </a:r>
            <a:r>
              <a:rPr lang="en-GB" sz="2400" dirty="0"/>
              <a:t>. This will display a list of </a:t>
            </a:r>
            <a:r>
              <a:rPr lang="en-GB" sz="2400" b="1" dirty="0"/>
              <a:t>Built-in Cover Pages </a:t>
            </a:r>
            <a:r>
              <a:rPr lang="en-GB" sz="2400" dirty="0"/>
              <a:t>as shown below.</a:t>
            </a:r>
            <a:endParaRPr lang="en-GB" sz="2400" dirty="0" smtClean="0"/>
          </a:p>
          <a:p>
            <a:pPr algn="just"/>
            <a:endParaRPr lang="en-US" sz="2400" dirty="0"/>
          </a:p>
        </p:txBody>
      </p:sp>
      <p:pic>
        <p:nvPicPr>
          <p:cNvPr id="19458" name="Picture 2" descr="C:\Users\UCCSMS1\Desktop\images\builtin_cover_pag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454" y="2564904"/>
            <a:ext cx="533400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7892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Cover Pages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GB" sz="2400" dirty="0"/>
              <a:t>Choose a cover page from the options available in the gallery. </a:t>
            </a:r>
            <a:endParaRPr lang="en-GB" sz="2400" dirty="0" smtClean="0"/>
          </a:p>
          <a:p>
            <a:pPr algn="just"/>
            <a:endParaRPr lang="en-GB" sz="2400" dirty="0" smtClean="0"/>
          </a:p>
          <a:p>
            <a:pPr algn="just"/>
            <a:r>
              <a:rPr lang="en-GB" sz="2400" dirty="0" smtClean="0"/>
              <a:t>The </a:t>
            </a:r>
            <a:r>
              <a:rPr lang="en-GB" sz="2400" dirty="0"/>
              <a:t>selected cover page will be added as the first page of your document which can later be modified according to the </a:t>
            </a:r>
            <a:r>
              <a:rPr lang="en-GB" sz="2400" dirty="0" smtClean="0"/>
              <a:t>requirements.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If you want to place the cover page elsewhere except the first page, </a:t>
            </a:r>
            <a:endParaRPr lang="en-GB" sz="2400" dirty="0" smtClean="0"/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R</a:t>
            </a:r>
            <a:r>
              <a:rPr lang="en-GB" sz="2400" dirty="0" smtClean="0"/>
              <a:t>ight-click </a:t>
            </a:r>
            <a:r>
              <a:rPr lang="en-GB" sz="2400" dirty="0"/>
              <a:t>the cover page in the gallery and select the location you want from the menu that appears.</a:t>
            </a:r>
            <a:endParaRPr lang="en-GB" sz="2400" dirty="0" smtClean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39343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Cover Pages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2</a:t>
            </a:r>
          </a:p>
          <a:p>
            <a:pPr algn="just"/>
            <a:endParaRPr lang="en-US" sz="2400" dirty="0"/>
          </a:p>
        </p:txBody>
      </p:sp>
      <p:pic>
        <p:nvPicPr>
          <p:cNvPr id="20482" name="Picture 2" descr="C:\Users\UCCSMS1\Desktop\images\cover_pa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68760"/>
            <a:ext cx="6984776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9268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Cover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Insert </a:t>
            </a:r>
            <a:r>
              <a:rPr lang="en-GB" sz="2800" b="1" dirty="0" smtClean="0"/>
              <a:t>tab</a:t>
            </a:r>
            <a:r>
              <a:rPr lang="en-GB" sz="2800" dirty="0" smtClean="0"/>
              <a:t>.</a:t>
            </a:r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r>
              <a:rPr lang="en-GB" sz="2800" dirty="0"/>
              <a:t>C</a:t>
            </a:r>
            <a:r>
              <a:rPr lang="en-GB" sz="2800" dirty="0" smtClean="0"/>
              <a:t>lick </a:t>
            </a:r>
            <a:r>
              <a:rPr lang="en-GB" sz="2800" dirty="0"/>
              <a:t>the </a:t>
            </a:r>
            <a:r>
              <a:rPr lang="en-GB" sz="2800" b="1" dirty="0"/>
              <a:t>Cover Page button </a:t>
            </a:r>
            <a:r>
              <a:rPr lang="en-GB" sz="2800" dirty="0"/>
              <a:t>available in the Pages group. 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will display a list of </a:t>
            </a:r>
            <a:r>
              <a:rPr lang="en-GB" sz="2800" b="1" dirty="0"/>
              <a:t>Built-in Cover Pages </a:t>
            </a:r>
            <a:r>
              <a:rPr lang="en-GB" sz="2800" dirty="0"/>
              <a:t>as shown below.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 smtClean="0"/>
              <a:t>You </a:t>
            </a:r>
            <a:r>
              <a:rPr lang="en-GB" sz="2800" dirty="0"/>
              <a:t>will find a </a:t>
            </a:r>
            <a:r>
              <a:rPr lang="en-GB" sz="2800" b="1" dirty="0"/>
              <a:t>Remove Current Cover Page </a:t>
            </a:r>
            <a:r>
              <a:rPr lang="en-GB" sz="2800" dirty="0"/>
              <a:t>option available at the bottom of the cover page gallery</a:t>
            </a:r>
            <a:r>
              <a:rPr lang="en-GB" sz="2800" dirty="0" smtClean="0"/>
              <a:t>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92208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Cover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1</a:t>
            </a:r>
          </a:p>
          <a:p>
            <a:pPr marL="0" indent="0" algn="ctr">
              <a:buNone/>
            </a:pPr>
            <a:endParaRPr lang="en-GB" sz="2400" b="1" dirty="0" smtClean="0">
              <a:solidFill>
                <a:srgbClr val="FF0000"/>
              </a:solidFill>
            </a:endParaRPr>
          </a:p>
        </p:txBody>
      </p:sp>
      <p:pic>
        <p:nvPicPr>
          <p:cNvPr id="21506" name="Picture 2" descr="C:\Users\UCCSMS1\Desktop\images\builtin_cover_pages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40769"/>
            <a:ext cx="7416824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2207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Cover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</a:t>
            </a:r>
            <a:r>
              <a:rPr lang="en-GB" sz="2400" b="1" dirty="0" smtClean="0">
                <a:solidFill>
                  <a:srgbClr val="FF0000"/>
                </a:solidFill>
              </a:rPr>
              <a:t>2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Remove Current Cover Page option </a:t>
            </a:r>
            <a:r>
              <a:rPr lang="en-GB" sz="2800" dirty="0"/>
              <a:t>and your cover page will be </a:t>
            </a:r>
            <a:r>
              <a:rPr lang="en-GB" sz="2800" b="1" dirty="0"/>
              <a:t>deleted </a:t>
            </a:r>
            <a:r>
              <a:rPr lang="en-GB" sz="2800" dirty="0"/>
              <a:t>from your </a:t>
            </a:r>
            <a:r>
              <a:rPr lang="en-GB" sz="2800" dirty="0" smtClean="0"/>
              <a:t>document.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927228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Page Orientation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048672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Page Orientation is useful when you print your pages</a:t>
            </a:r>
            <a:r>
              <a:rPr lang="en-GB" dirty="0" smtClean="0"/>
              <a:t>.</a:t>
            </a:r>
          </a:p>
          <a:p>
            <a:pPr algn="just"/>
            <a:endParaRPr lang="en-GB" dirty="0" smtClean="0"/>
          </a:p>
          <a:p>
            <a:pPr algn="just"/>
            <a:r>
              <a:rPr lang="en-GB" dirty="0"/>
              <a:t>By default, Microsoft Word shows a page in </a:t>
            </a:r>
            <a:r>
              <a:rPr lang="en-GB" b="1" dirty="0"/>
              <a:t>portrait orientation </a:t>
            </a:r>
            <a:r>
              <a:rPr lang="en-GB" dirty="0"/>
              <a:t>and in this case the width of the page is less than the height of the page; the page will be 8.5 inches × 11 inches</a:t>
            </a:r>
            <a:r>
              <a:rPr lang="en-GB" dirty="0" smtClean="0"/>
              <a:t>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You can change the page orientation from portrait to landscape orientation.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6833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Page Orientation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r>
              <a:rPr lang="en-GB" dirty="0"/>
              <a:t> </a:t>
            </a:r>
            <a:r>
              <a:rPr lang="en-GB" dirty="0" smtClean="0"/>
              <a:t> </a:t>
            </a:r>
          </a:p>
          <a:p>
            <a:pPr algn="just"/>
            <a:r>
              <a:rPr lang="en-GB" sz="2400" dirty="0" smtClean="0"/>
              <a:t>Open </a:t>
            </a:r>
            <a:r>
              <a:rPr lang="en-GB" sz="2400" dirty="0"/>
              <a:t>the Word document the orientation of which needs to be changed. </a:t>
            </a:r>
            <a:endParaRPr lang="en-GB" sz="2400" dirty="0" smtClean="0"/>
          </a:p>
          <a:p>
            <a:pPr algn="just"/>
            <a:r>
              <a:rPr lang="en-GB" sz="2400" dirty="0" smtClean="0"/>
              <a:t>By </a:t>
            </a:r>
            <a:r>
              <a:rPr lang="en-GB" sz="2400" dirty="0"/>
              <a:t>default, orientation will be </a:t>
            </a:r>
            <a:r>
              <a:rPr lang="en-GB" sz="2400" b="1" dirty="0"/>
              <a:t>Portrait Orientation </a:t>
            </a:r>
            <a:r>
              <a:rPr lang="en-GB" sz="2400" dirty="0"/>
              <a:t>as shown below</a:t>
            </a:r>
            <a:r>
              <a:rPr lang="en-GB" sz="2400" dirty="0" smtClean="0"/>
              <a:t>.</a:t>
            </a:r>
          </a:p>
          <a:p>
            <a:pPr algn="just"/>
            <a:endParaRPr lang="en-US" sz="2400" dirty="0"/>
          </a:p>
        </p:txBody>
      </p:sp>
      <p:pic>
        <p:nvPicPr>
          <p:cNvPr id="22530" name="Picture 2" descr="C:\Users\UCCSMS1\Desktop\images\page_orient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107" y="2526367"/>
            <a:ext cx="5544616" cy="407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884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Page Orientation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</a:t>
            </a:r>
            <a:r>
              <a:rPr lang="en-GB" dirty="0" smtClean="0"/>
              <a:t> 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Page Layout tab</a:t>
            </a:r>
            <a:r>
              <a:rPr lang="en-GB" sz="2400" dirty="0"/>
              <a:t>, and click the </a:t>
            </a:r>
            <a:r>
              <a:rPr lang="en-GB" sz="2400" b="1" dirty="0"/>
              <a:t>Orientation button </a:t>
            </a:r>
            <a:r>
              <a:rPr lang="en-GB" sz="2400" dirty="0"/>
              <a:t>available in the Page Setup group. </a:t>
            </a:r>
            <a:endParaRPr lang="en-GB" sz="2400" dirty="0" smtClean="0"/>
          </a:p>
          <a:p>
            <a:pPr algn="just"/>
            <a:r>
              <a:rPr lang="en-GB" sz="2400" dirty="0" smtClean="0"/>
              <a:t>This </a:t>
            </a:r>
            <a:r>
              <a:rPr lang="en-GB" sz="2400" dirty="0"/>
              <a:t>will display an </a:t>
            </a:r>
            <a:r>
              <a:rPr lang="en-GB" sz="2400" b="1" dirty="0"/>
              <a:t>Option Menu </a:t>
            </a:r>
            <a:r>
              <a:rPr lang="en-GB" sz="2400" dirty="0"/>
              <a:t>having both the options (Portrait &amp; Landscape) to be selected</a:t>
            </a:r>
            <a:r>
              <a:rPr lang="en-GB" sz="2400" dirty="0" smtClean="0"/>
              <a:t>.</a:t>
            </a:r>
          </a:p>
          <a:p>
            <a:pPr algn="just"/>
            <a:endParaRPr lang="en-US" sz="2400" dirty="0"/>
          </a:p>
        </p:txBody>
      </p:sp>
      <p:pic>
        <p:nvPicPr>
          <p:cNvPr id="23554" name="Picture 2" descr="C:\Users\UCCSMS1\Desktop\images\orientation_menu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495" y="2852936"/>
            <a:ext cx="576064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7930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Page Orientation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  <a:r>
              <a:rPr lang="en-GB" dirty="0" smtClean="0"/>
              <a:t>  </a:t>
            </a:r>
          </a:p>
          <a:p>
            <a:pPr algn="just"/>
            <a:r>
              <a:rPr lang="en-GB" sz="2400" dirty="0"/>
              <a:t>Click any of the options you want to set to orientation. Because our page is already in portrait orientation</a:t>
            </a:r>
            <a:r>
              <a:rPr lang="en-GB" sz="2400" dirty="0" smtClean="0"/>
              <a:t>,</a:t>
            </a:r>
          </a:p>
          <a:p>
            <a:pPr algn="just"/>
            <a:r>
              <a:rPr lang="en-GB" sz="2400" dirty="0" smtClean="0"/>
              <a:t> </a:t>
            </a:r>
            <a:r>
              <a:rPr lang="en-GB" sz="2400" dirty="0"/>
              <a:t>we will click the </a:t>
            </a:r>
            <a:r>
              <a:rPr lang="en-GB" sz="2400" b="1" dirty="0"/>
              <a:t>Landscape </a:t>
            </a:r>
            <a:r>
              <a:rPr lang="en-GB" sz="2400" dirty="0"/>
              <a:t>option to change my orientation to landscape </a:t>
            </a:r>
            <a:r>
              <a:rPr lang="en-GB" sz="2400" dirty="0" smtClean="0"/>
              <a:t>orientation.</a:t>
            </a:r>
          </a:p>
          <a:p>
            <a:pPr algn="just"/>
            <a:endParaRPr lang="en-GB" sz="2400" dirty="0" smtClean="0"/>
          </a:p>
          <a:p>
            <a:pPr algn="just"/>
            <a:endParaRPr lang="en-US" sz="2400" dirty="0"/>
          </a:p>
        </p:txBody>
      </p:sp>
      <p:pic>
        <p:nvPicPr>
          <p:cNvPr id="24578" name="Picture 2" descr="C:\Users\UCCSMS1\Desktop\images\landscape_orient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924944"/>
            <a:ext cx="6264696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3356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6188</TotalTime>
  <Words>1807</Words>
  <Application>Microsoft Office PowerPoint</Application>
  <PresentationFormat>On-screen Show (4:3)</PresentationFormat>
  <Paragraphs>256</Paragraphs>
  <Slides>47</Slides>
  <Notes>47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PowerPoint Presentation</vt:lpstr>
      <vt:lpstr>Objectives Overview</vt:lpstr>
      <vt:lpstr>Adjust Page Margins in Word 2010</vt:lpstr>
      <vt:lpstr>Adjust Page Margins in Word 2010</vt:lpstr>
      <vt:lpstr>Adjust Margins</vt:lpstr>
      <vt:lpstr>Adjust Margins</vt:lpstr>
      <vt:lpstr>Adjust Margins</vt:lpstr>
      <vt:lpstr>Adjust Margins</vt:lpstr>
      <vt:lpstr>Adjust Margins</vt:lpstr>
      <vt:lpstr>Header and Footer in Word 2010</vt:lpstr>
      <vt:lpstr>Add Header and Footer</vt:lpstr>
      <vt:lpstr>Add Header and Footer</vt:lpstr>
      <vt:lpstr>Add Header and Footer</vt:lpstr>
      <vt:lpstr>Add Header and Footer</vt:lpstr>
      <vt:lpstr>Add Header and Footer</vt:lpstr>
      <vt:lpstr>Add Header and Footer</vt:lpstr>
      <vt:lpstr>Edit Header and Footer</vt:lpstr>
      <vt:lpstr>Edit Header and Footer</vt:lpstr>
      <vt:lpstr>Edit Header and Footer</vt:lpstr>
      <vt:lpstr>Add Page Numbers in Word 2010</vt:lpstr>
      <vt:lpstr>Add Page Numbers</vt:lpstr>
      <vt:lpstr>Add Page Numbers</vt:lpstr>
      <vt:lpstr>Add Page Numbers</vt:lpstr>
      <vt:lpstr>Remove Page Numbers</vt:lpstr>
      <vt:lpstr>Remove Page Numbers</vt:lpstr>
      <vt:lpstr>Insert Page Breaks in Word 2010</vt:lpstr>
      <vt:lpstr>Insert Page Breaks</vt:lpstr>
      <vt:lpstr>Insert Page Breaks</vt:lpstr>
      <vt:lpstr>Delete a Page Break</vt:lpstr>
      <vt:lpstr>Insert Blank Pages in Word 2010</vt:lpstr>
      <vt:lpstr>Insert Blank Pages</vt:lpstr>
      <vt:lpstr>Insert Blank Pages</vt:lpstr>
      <vt:lpstr>Delete Blank Pages</vt:lpstr>
      <vt:lpstr>Delete Blank Pages</vt:lpstr>
      <vt:lpstr>Add Cover Pages in Word 2010</vt:lpstr>
      <vt:lpstr>Add Cover Pages in Word 2010</vt:lpstr>
      <vt:lpstr>Add Cover Pages in Word 2010</vt:lpstr>
      <vt:lpstr>Delete Cover Pages</vt:lpstr>
      <vt:lpstr>Delete Cover Pages</vt:lpstr>
      <vt:lpstr>Delete Cover Pages</vt:lpstr>
      <vt:lpstr>Page Orientation in Word 2010</vt:lpstr>
      <vt:lpstr>Change Page Orientation</vt:lpstr>
      <vt:lpstr>Change Page Orientation</vt:lpstr>
      <vt:lpstr>Change Page Orientation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UCCSMS1</cp:lastModifiedBy>
  <cp:revision>267</cp:revision>
  <dcterms:created xsi:type="dcterms:W3CDTF">2008-12-18T17:11:12Z</dcterms:created>
  <dcterms:modified xsi:type="dcterms:W3CDTF">2021-02-22T14:17:54Z</dcterms:modified>
</cp:coreProperties>
</file>