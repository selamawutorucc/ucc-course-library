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CD9F8-2617-4B34-9B4D-404FDE1FE0C7}" type="datetimeFigureOut">
              <a:rPr lang="en-US" smtClean="0"/>
              <a:t>10/17/2008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F182A-4991-434F-8ACE-2D6468DCF0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752600" y="1447800"/>
            <a:ext cx="4481513" cy="3124200"/>
            <a:chOff x="1752600" y="1447800"/>
            <a:chExt cx="4481513" cy="3124200"/>
          </a:xfrm>
        </p:grpSpPr>
        <p:pic>
          <p:nvPicPr>
            <p:cNvPr id="4" name="Picture 3"/>
            <p:cNvPicPr/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752600" y="1447800"/>
              <a:ext cx="4481513" cy="3124200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5029200" y="20574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Beaker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05400" y="2362200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Test tube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05400" y="2667000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weight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29200" y="32004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sand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29200" y="342900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water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enyonam</dc:creator>
  <cp:lastModifiedBy>enyonam</cp:lastModifiedBy>
  <cp:revision>1</cp:revision>
  <dcterms:created xsi:type="dcterms:W3CDTF">2008-10-17T09:51:56Z</dcterms:created>
  <dcterms:modified xsi:type="dcterms:W3CDTF">2008-10-17T10:00:48Z</dcterms:modified>
</cp:coreProperties>
</file>