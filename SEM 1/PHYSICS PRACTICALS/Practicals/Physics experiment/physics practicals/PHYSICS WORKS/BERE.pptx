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300C8-A3B1-407E-9FEC-095013A35433}" type="datetimeFigureOut">
              <a:rPr lang="en-US" smtClean="0"/>
              <a:pPr/>
              <a:t>10/16/2008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0DB4A-354D-4D1C-84EB-7D1BEE434750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928662" y="1500174"/>
            <a:ext cx="7715304" cy="3848100"/>
            <a:chOff x="928662" y="1500174"/>
            <a:chExt cx="7715304" cy="38481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14480" y="1500174"/>
              <a:ext cx="5724525" cy="3848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7000892" y="2500306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Retort stand</a:t>
              </a:r>
              <a:endParaRPr lang="en-GB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143768" y="3214686"/>
              <a:ext cx="1500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Capillary tube</a:t>
              </a:r>
              <a:endParaRPr lang="en-GB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00892" y="385762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beaker</a:t>
              </a:r>
              <a:endParaRPr lang="en-GB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14414" y="2143116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observer</a:t>
              </a:r>
              <a:endParaRPr lang="en-GB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8662" y="4000504"/>
              <a:ext cx="1285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Travelling microscope</a:t>
              </a:r>
              <a:endParaRPr lang="en-GB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enyonam</cp:lastModifiedBy>
  <cp:revision>3</cp:revision>
  <dcterms:created xsi:type="dcterms:W3CDTF">2008-10-16T15:01:32Z</dcterms:created>
  <dcterms:modified xsi:type="dcterms:W3CDTF">2008-10-16T23:27:45Z</dcterms:modified>
</cp:coreProperties>
</file>