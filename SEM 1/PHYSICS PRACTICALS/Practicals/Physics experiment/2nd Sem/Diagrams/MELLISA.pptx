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8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E6852-DB03-4A30-A967-0BAF0DF8BF66}" type="datetimeFigureOut">
              <a:rPr lang="en-US" smtClean="0"/>
              <a:pPr/>
              <a:t>10/29/2008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C46B0-A501-4D6F-AB66-BA1B8A04B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/>
          <p:cNvGrpSpPr/>
          <p:nvPr/>
        </p:nvGrpSpPr>
        <p:grpSpPr>
          <a:xfrm>
            <a:off x="457200" y="1524000"/>
            <a:ext cx="7543800" cy="3871913"/>
            <a:chOff x="457200" y="1524000"/>
            <a:chExt cx="7543800" cy="3871913"/>
          </a:xfrm>
        </p:grpSpPr>
        <p:grpSp>
          <p:nvGrpSpPr>
            <p:cNvPr id="58" name="Group 57"/>
            <p:cNvGrpSpPr/>
            <p:nvPr/>
          </p:nvGrpSpPr>
          <p:grpSpPr>
            <a:xfrm>
              <a:off x="1981200" y="1524000"/>
              <a:ext cx="4267200" cy="3871913"/>
              <a:chOff x="1981200" y="1524000"/>
              <a:chExt cx="4243388" cy="3871913"/>
            </a:xfrm>
          </p:grpSpPr>
          <p:grpSp>
            <p:nvGrpSpPr>
              <p:cNvPr id="30" name="Group 29"/>
              <p:cNvGrpSpPr/>
              <p:nvPr/>
            </p:nvGrpSpPr>
            <p:grpSpPr>
              <a:xfrm>
                <a:off x="2743200" y="1524000"/>
                <a:ext cx="3481388" cy="3871913"/>
                <a:chOff x="838200" y="1447800"/>
                <a:chExt cx="3481388" cy="3871913"/>
              </a:xfrm>
            </p:grpSpPr>
            <p:grpSp>
              <p:nvGrpSpPr>
                <p:cNvPr id="90" name="Group 89"/>
                <p:cNvGrpSpPr/>
                <p:nvPr/>
              </p:nvGrpSpPr>
              <p:grpSpPr>
                <a:xfrm>
                  <a:off x="838200" y="1447800"/>
                  <a:ext cx="3481388" cy="3871913"/>
                  <a:chOff x="838200" y="1447800"/>
                  <a:chExt cx="3481388" cy="3871913"/>
                </a:xfrm>
              </p:grpSpPr>
              <p:grpSp>
                <p:nvGrpSpPr>
                  <p:cNvPr id="62" name="Group 61"/>
                  <p:cNvGrpSpPr/>
                  <p:nvPr/>
                </p:nvGrpSpPr>
                <p:grpSpPr>
                  <a:xfrm>
                    <a:off x="838200" y="1447800"/>
                    <a:ext cx="3481388" cy="3871913"/>
                    <a:chOff x="838200" y="1447800"/>
                    <a:chExt cx="3481388" cy="3871913"/>
                  </a:xfrm>
                </p:grpSpPr>
                <p:pic>
                  <p:nvPicPr>
                    <p:cNvPr id="1026" name="Picture 2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/>
                    <a:srcRect/>
                    <a:stretch>
                      <a:fillRect/>
                    </a:stretch>
                  </p:blipFill>
                  <p:spPr bwMode="auto">
                    <a:xfrm>
                      <a:off x="838200" y="1447800"/>
                      <a:ext cx="3481388" cy="387191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</p:pic>
                <p:sp>
                  <p:nvSpPr>
                    <p:cNvPr id="42" name="Oval 41"/>
                    <p:cNvSpPr/>
                    <p:nvPr/>
                  </p:nvSpPr>
                  <p:spPr>
                    <a:xfrm>
                      <a:off x="2667000" y="2514600"/>
                      <a:ext cx="228600" cy="152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3" name="Oval 42"/>
                    <p:cNvSpPr/>
                    <p:nvPr/>
                  </p:nvSpPr>
                  <p:spPr>
                    <a:xfrm>
                      <a:off x="2667000" y="2590800"/>
                      <a:ext cx="228600" cy="152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4" name="Oval 43"/>
                    <p:cNvSpPr/>
                    <p:nvPr/>
                  </p:nvSpPr>
                  <p:spPr>
                    <a:xfrm>
                      <a:off x="2667000" y="2667000"/>
                      <a:ext cx="228600" cy="152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5" name="Oval 44"/>
                    <p:cNvSpPr/>
                    <p:nvPr/>
                  </p:nvSpPr>
                  <p:spPr>
                    <a:xfrm>
                      <a:off x="2667000" y="2743200"/>
                      <a:ext cx="228600" cy="152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6" name="Oval 45"/>
                    <p:cNvSpPr/>
                    <p:nvPr/>
                  </p:nvSpPr>
                  <p:spPr>
                    <a:xfrm>
                      <a:off x="2667000" y="2819400"/>
                      <a:ext cx="228600" cy="152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7" name="Oval 46"/>
                    <p:cNvSpPr/>
                    <p:nvPr/>
                  </p:nvSpPr>
                  <p:spPr>
                    <a:xfrm>
                      <a:off x="2667000" y="2895600"/>
                      <a:ext cx="228600" cy="152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4" name="Rectangle 53"/>
                    <p:cNvSpPr/>
                    <p:nvPr/>
                  </p:nvSpPr>
                  <p:spPr>
                    <a:xfrm>
                      <a:off x="2743200" y="3048000"/>
                      <a:ext cx="45719" cy="3048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9" name="Rectangle 58"/>
                    <p:cNvSpPr/>
                    <p:nvPr/>
                  </p:nvSpPr>
                  <p:spPr>
                    <a:xfrm>
                      <a:off x="2590800" y="3352800"/>
                      <a:ext cx="381000" cy="3048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1" name="Freeform 60"/>
                    <p:cNvSpPr/>
                    <p:nvPr/>
                  </p:nvSpPr>
                  <p:spPr>
                    <a:xfrm>
                      <a:off x="2446986" y="3581401"/>
                      <a:ext cx="677214" cy="152399"/>
                    </a:xfrm>
                    <a:custGeom>
                      <a:avLst/>
                      <a:gdLst>
                        <a:gd name="connsiteX0" fmla="*/ 0 w 753414"/>
                        <a:gd name="connsiteY0" fmla="*/ 51515 h 347729"/>
                        <a:gd name="connsiteX1" fmla="*/ 296214 w 753414"/>
                        <a:gd name="connsiteY1" fmla="*/ 347729 h 347729"/>
                        <a:gd name="connsiteX2" fmla="*/ 695459 w 753414"/>
                        <a:gd name="connsiteY2" fmla="*/ 51515 h 347729"/>
                        <a:gd name="connsiteX3" fmla="*/ 643944 w 753414"/>
                        <a:gd name="connsiteY3" fmla="*/ 38636 h 347729"/>
                        <a:gd name="connsiteX4" fmla="*/ 656822 w 753414"/>
                        <a:gd name="connsiteY4" fmla="*/ 25758 h 347729"/>
                        <a:gd name="connsiteX5" fmla="*/ 656822 w 753414"/>
                        <a:gd name="connsiteY5" fmla="*/ 38636 h 347729"/>
                        <a:gd name="connsiteX6" fmla="*/ 656822 w 753414"/>
                        <a:gd name="connsiteY6" fmla="*/ 12879 h 3477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753414" h="347729">
                          <a:moveTo>
                            <a:pt x="0" y="51515"/>
                          </a:moveTo>
                          <a:cubicBezTo>
                            <a:pt x="90152" y="199622"/>
                            <a:pt x="180304" y="347729"/>
                            <a:pt x="296214" y="347729"/>
                          </a:cubicBezTo>
                          <a:cubicBezTo>
                            <a:pt x="412124" y="347729"/>
                            <a:pt x="637504" y="103031"/>
                            <a:pt x="695459" y="51515"/>
                          </a:cubicBezTo>
                          <a:cubicBezTo>
                            <a:pt x="753414" y="0"/>
                            <a:pt x="650383" y="42929"/>
                            <a:pt x="643944" y="38636"/>
                          </a:cubicBezTo>
                          <a:cubicBezTo>
                            <a:pt x="637505" y="34343"/>
                            <a:pt x="654676" y="25758"/>
                            <a:pt x="656822" y="25758"/>
                          </a:cubicBezTo>
                          <a:cubicBezTo>
                            <a:pt x="658968" y="25758"/>
                            <a:pt x="656822" y="38636"/>
                            <a:pt x="656822" y="38636"/>
                          </a:cubicBezTo>
                          <a:lnTo>
                            <a:pt x="656822" y="12879"/>
                          </a:lnTo>
                        </a:path>
                      </a:pathLst>
                    </a:cu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3" name="Rectangle 62"/>
                  <p:cNvSpPr/>
                  <p:nvPr/>
                </p:nvSpPr>
                <p:spPr>
                  <a:xfrm>
                    <a:off x="3124200" y="2286000"/>
                    <a:ext cx="228600" cy="23622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65" name="Straight Connector 64"/>
                  <p:cNvCxnSpPr/>
                  <p:nvPr/>
                </p:nvCxnSpPr>
                <p:spPr>
                  <a:xfrm>
                    <a:off x="3124200" y="2438400"/>
                    <a:ext cx="76200" cy="158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/>
                  <p:cNvCxnSpPr/>
                  <p:nvPr/>
                </p:nvCxnSpPr>
                <p:spPr>
                  <a:xfrm>
                    <a:off x="3124200" y="2667000"/>
                    <a:ext cx="76200" cy="158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/>
                  <p:cNvCxnSpPr/>
                  <p:nvPr/>
                </p:nvCxnSpPr>
                <p:spPr>
                  <a:xfrm>
                    <a:off x="3124200" y="2895600"/>
                    <a:ext cx="76200" cy="158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/>
                  <p:cNvCxnSpPr/>
                  <p:nvPr/>
                </p:nvCxnSpPr>
                <p:spPr>
                  <a:xfrm>
                    <a:off x="3124200" y="3124200"/>
                    <a:ext cx="76200" cy="158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/>
                  <p:cNvCxnSpPr/>
                  <p:nvPr/>
                </p:nvCxnSpPr>
                <p:spPr>
                  <a:xfrm>
                    <a:off x="3124200" y="3352800"/>
                    <a:ext cx="76200" cy="158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/>
                  <p:cNvCxnSpPr/>
                  <p:nvPr/>
                </p:nvCxnSpPr>
                <p:spPr>
                  <a:xfrm>
                    <a:off x="3124200" y="3657600"/>
                    <a:ext cx="76200" cy="158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3124200" y="3886200"/>
                    <a:ext cx="76200" cy="158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/>
                  <p:cNvCxnSpPr/>
                  <p:nvPr/>
                </p:nvCxnSpPr>
                <p:spPr>
                  <a:xfrm>
                    <a:off x="3124200" y="4114800"/>
                    <a:ext cx="76200" cy="158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Connector 88"/>
                  <p:cNvCxnSpPr/>
                  <p:nvPr/>
                </p:nvCxnSpPr>
                <p:spPr>
                  <a:xfrm>
                    <a:off x="3124200" y="4343400"/>
                    <a:ext cx="76200" cy="158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9" name="Straight Connector 28"/>
                <p:cNvCxnSpPr>
                  <a:stCxn id="54" idx="0"/>
                </p:cNvCxnSpPr>
                <p:nvPr/>
              </p:nvCxnSpPr>
              <p:spPr>
                <a:xfrm rot="5400000" flipH="1" flipV="1">
                  <a:off x="2945130" y="2868930"/>
                  <a:ext cx="1588" cy="35814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>
              <a:xfrm rot="10800000">
                <a:off x="1981200" y="2819400"/>
                <a:ext cx="12954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5181600" y="2438400"/>
                <a:ext cx="9144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flipV="1">
                <a:off x="4876800" y="2819400"/>
                <a:ext cx="5334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5410200" y="2819400"/>
                <a:ext cx="6096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4724400" y="3581400"/>
                <a:ext cx="12954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/>
            <p:cNvSpPr txBox="1"/>
            <p:nvPr/>
          </p:nvSpPr>
          <p:spPr>
            <a:xfrm>
              <a:off x="6172200" y="2286000"/>
              <a:ext cx="1600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Meter rule</a:t>
              </a:r>
              <a:endParaRPr lang="en-US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096000" y="2667000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pointer</a:t>
              </a:r>
              <a:endParaRPr lang="en-US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096000" y="3352800"/>
              <a:ext cx="1905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Slotted weight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33400" y="2590800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Retort stand</a:t>
              </a:r>
              <a:endParaRPr lang="en-US" dirty="0"/>
            </a:p>
          </p:txBody>
        </p:sp>
        <p:cxnSp>
          <p:nvCxnSpPr>
            <p:cNvPr id="70" name="Straight Connector 69"/>
            <p:cNvCxnSpPr>
              <a:stCxn id="46" idx="0"/>
            </p:cNvCxnSpPr>
            <p:nvPr/>
          </p:nvCxnSpPr>
          <p:spPr>
            <a:xfrm rot="16200000" flipH="1" flipV="1">
              <a:off x="3303240" y="2564160"/>
              <a:ext cx="1066800" cy="17296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10800000">
              <a:off x="1981200" y="3962400"/>
              <a:ext cx="990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457200" y="3810000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Spiral spring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9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enyonam</dc:creator>
  <cp:lastModifiedBy>enyonam</cp:lastModifiedBy>
  <cp:revision>21</cp:revision>
  <dcterms:created xsi:type="dcterms:W3CDTF">2008-09-27T10:09:41Z</dcterms:created>
  <dcterms:modified xsi:type="dcterms:W3CDTF">2008-10-30T02:59:17Z</dcterms:modified>
</cp:coreProperties>
</file>