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D8E6-5FDF-4A08-8696-A46B383104E9}" type="datetimeFigureOut">
              <a:rPr lang="en-US" smtClean="0"/>
              <a:pPr/>
              <a:t>9/26/2008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B4958-03F9-4031-8F9E-358E02139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D8E6-5FDF-4A08-8696-A46B383104E9}" type="datetimeFigureOut">
              <a:rPr lang="en-US" smtClean="0"/>
              <a:pPr/>
              <a:t>9/26/2008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B4958-03F9-4031-8F9E-358E02139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D8E6-5FDF-4A08-8696-A46B383104E9}" type="datetimeFigureOut">
              <a:rPr lang="en-US" smtClean="0"/>
              <a:pPr/>
              <a:t>9/26/2008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B4958-03F9-4031-8F9E-358E02139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D8E6-5FDF-4A08-8696-A46B383104E9}" type="datetimeFigureOut">
              <a:rPr lang="en-US" smtClean="0"/>
              <a:pPr/>
              <a:t>9/26/2008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B4958-03F9-4031-8F9E-358E02139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D8E6-5FDF-4A08-8696-A46B383104E9}" type="datetimeFigureOut">
              <a:rPr lang="en-US" smtClean="0"/>
              <a:pPr/>
              <a:t>9/26/2008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B4958-03F9-4031-8F9E-358E02139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D8E6-5FDF-4A08-8696-A46B383104E9}" type="datetimeFigureOut">
              <a:rPr lang="en-US" smtClean="0"/>
              <a:pPr/>
              <a:t>9/26/2008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B4958-03F9-4031-8F9E-358E02139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D8E6-5FDF-4A08-8696-A46B383104E9}" type="datetimeFigureOut">
              <a:rPr lang="en-US" smtClean="0"/>
              <a:pPr/>
              <a:t>9/26/2008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B4958-03F9-4031-8F9E-358E02139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D8E6-5FDF-4A08-8696-A46B383104E9}" type="datetimeFigureOut">
              <a:rPr lang="en-US" smtClean="0"/>
              <a:pPr/>
              <a:t>9/26/2008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B4958-03F9-4031-8F9E-358E02139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D8E6-5FDF-4A08-8696-A46B383104E9}" type="datetimeFigureOut">
              <a:rPr lang="en-US" smtClean="0"/>
              <a:pPr/>
              <a:t>9/26/2008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B4958-03F9-4031-8F9E-358E02139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D8E6-5FDF-4A08-8696-A46B383104E9}" type="datetimeFigureOut">
              <a:rPr lang="en-US" smtClean="0"/>
              <a:pPr/>
              <a:t>9/26/2008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B4958-03F9-4031-8F9E-358E02139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D8E6-5FDF-4A08-8696-A46B383104E9}" type="datetimeFigureOut">
              <a:rPr lang="en-US" smtClean="0"/>
              <a:pPr/>
              <a:t>9/26/2008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B4958-03F9-4031-8F9E-358E02139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BD8E6-5FDF-4A08-8696-A46B383104E9}" type="datetimeFigureOut">
              <a:rPr lang="en-US" smtClean="0"/>
              <a:pPr/>
              <a:t>9/26/2008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B4958-03F9-4031-8F9E-358E02139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304800"/>
            <a:ext cx="8839200" cy="6248400"/>
            <a:chOff x="0" y="304800"/>
            <a:chExt cx="8839200" cy="62484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304800"/>
              <a:ext cx="8799352" cy="6248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" name="Rectangle 3"/>
            <p:cNvSpPr/>
            <p:nvPr/>
          </p:nvSpPr>
          <p:spPr>
            <a:xfrm>
              <a:off x="6629400" y="4114800"/>
              <a:ext cx="1219200" cy="3810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Beaker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324600" y="1981200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thread</a:t>
              </a:r>
              <a:endParaRPr lang="en-US" sz="28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53200" y="3352800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Specific gravity bottle 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553200" y="3581400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glycerin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629400" y="3886200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water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29400" y="4343400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Hot plate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629400" y="4876800"/>
              <a:ext cx="213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Electronic heater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2400" y="2133600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Retort stand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295400" y="1676400"/>
            <a:ext cx="6248400" cy="3411887"/>
            <a:chOff x="1295400" y="1752600"/>
            <a:chExt cx="6248400" cy="3411887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438400" y="1752600"/>
              <a:ext cx="4252912" cy="3411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TextBox 4"/>
            <p:cNvSpPr txBox="1"/>
            <p:nvPr/>
          </p:nvSpPr>
          <p:spPr>
            <a:xfrm>
              <a:off x="5638800" y="2362200"/>
              <a:ext cx="99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Stirrer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19800" y="3124200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calorimeter</a:t>
              </a:r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95400" y="2971800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thermometer</a:t>
              </a:r>
              <a:endParaRPr lang="en-US" dirty="0"/>
            </a:p>
          </p:txBody>
        </p:sp>
      </p:grpSp>
      <p:cxnSp>
        <p:nvCxnSpPr>
          <p:cNvPr id="42" name="Straight Connector 41"/>
          <p:cNvCxnSpPr/>
          <p:nvPr/>
        </p:nvCxnSpPr>
        <p:spPr>
          <a:xfrm>
            <a:off x="3048000" y="4343400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200400" y="4800600"/>
            <a:ext cx="7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352800" y="4953000"/>
            <a:ext cx="7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505200" y="5105400"/>
            <a:ext cx="7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657600" y="5257800"/>
            <a:ext cx="7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3810000" y="5410200"/>
            <a:ext cx="7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10800000">
            <a:off x="2971800" y="4648200"/>
            <a:ext cx="7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10800000">
            <a:off x="3124200" y="4800600"/>
            <a:ext cx="7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16</Words>
  <Application>Microsoft Office PowerPoint</Application>
  <PresentationFormat>On-screen Show (4:3)</PresentationFormat>
  <Paragraphs>11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enyonam</dc:creator>
  <cp:lastModifiedBy>enyonam</cp:lastModifiedBy>
  <cp:revision>36</cp:revision>
  <dcterms:created xsi:type="dcterms:W3CDTF">2008-09-24T22:14:16Z</dcterms:created>
  <dcterms:modified xsi:type="dcterms:W3CDTF">2008-09-26T17:50:53Z</dcterms:modified>
</cp:coreProperties>
</file>