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8" r:id="rId3"/>
    <p:sldId id="257"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p:scale>
          <a:sx n="77" d="100"/>
          <a:sy n="77" d="100"/>
        </p:scale>
        <p:origin x="-294"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4/6/2020</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4/6/2020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4/6/2020</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4/6/2020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4/6/2020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4/6/2020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4/6/2020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4/6/2020</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4/6/2020</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4/6/2020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4/6/2020</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b="1" dirty="0" smtClean="0">
                <a:latin typeface="Arial Black" panose="020B0A04020102020204" pitchFamily="34" charset="0"/>
              </a:rPr>
              <a:t>Curriculum vitae  </a:t>
            </a:r>
            <a:br>
              <a:rPr lang="en-US" sz="4000" b="1" dirty="0" smtClean="0">
                <a:latin typeface="Arial Black" panose="020B0A04020102020204" pitchFamily="34" charset="0"/>
              </a:rPr>
            </a:br>
            <a:r>
              <a:rPr lang="en-US" sz="4000" b="1" dirty="0" smtClean="0">
                <a:latin typeface="Arial Black" panose="020B0A04020102020204" pitchFamily="34" charset="0"/>
              </a:rPr>
              <a:t>or</a:t>
            </a:r>
            <a:br>
              <a:rPr lang="en-US" sz="4000" b="1" dirty="0" smtClean="0">
                <a:latin typeface="Arial Black" panose="020B0A04020102020204" pitchFamily="34" charset="0"/>
              </a:rPr>
            </a:br>
            <a:r>
              <a:rPr lang="en-US" sz="4000" b="1" dirty="0" smtClean="0">
                <a:latin typeface="Arial Black" panose="020B0A04020102020204" pitchFamily="34" charset="0"/>
              </a:rPr>
              <a:t>resume</a:t>
            </a:r>
            <a:endParaRPr lang="en-US" sz="4000" b="1" dirty="0">
              <a:latin typeface="Arial Black" panose="020B0A04020102020204" pitchFamily="34" charset="0"/>
            </a:endParaRPr>
          </a:p>
        </p:txBody>
      </p:sp>
      <p:sp>
        <p:nvSpPr>
          <p:cNvPr id="3" name="Subtitle 2"/>
          <p:cNvSpPr>
            <a:spLocks noGrp="1"/>
          </p:cNvSpPr>
          <p:nvPr>
            <p:ph type="subTitle" idx="1"/>
          </p:nvPr>
        </p:nvSpPr>
        <p:spPr/>
        <p:txBody>
          <a:bodyPr>
            <a:noAutofit/>
          </a:bodyPr>
          <a:lstStyle/>
          <a:p>
            <a:r>
              <a:rPr lang="en-US" sz="2800" b="1" dirty="0" smtClean="0">
                <a:latin typeface="Arial Black" panose="020B0A04020102020204" pitchFamily="34" charset="0"/>
              </a:rPr>
              <a:t>HOW TO PREPARE A CV</a:t>
            </a:r>
            <a:endParaRPr lang="en-US" sz="2800" b="1" dirty="0">
              <a:latin typeface="Arial Black" panose="020B0A04020102020204" pitchFamily="34" charset="0"/>
            </a:endParaRPr>
          </a:p>
        </p:txBody>
      </p:sp>
    </p:spTree>
    <p:extLst>
      <p:ext uri="{BB962C8B-B14F-4D97-AF65-F5344CB8AC3E}">
        <p14:creationId xmlns:p14="http://schemas.microsoft.com/office/powerpoint/2010/main" val="3721778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Arial Black" panose="020B0A04020102020204" pitchFamily="34" charset="0"/>
              </a:rPr>
              <a:t>CV OR RESUME</a:t>
            </a:r>
            <a:endParaRPr lang="en-US"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pPr algn="just">
              <a:lnSpc>
                <a:spcPct val="200000"/>
              </a:lnSpc>
            </a:pPr>
            <a:r>
              <a:rPr lang="en-US" sz="2000" dirty="0">
                <a:latin typeface="Arial Black" panose="020B0A04020102020204" pitchFamily="34" charset="0"/>
              </a:rPr>
              <a:t>A </a:t>
            </a:r>
            <a:r>
              <a:rPr lang="en-US" sz="2000" dirty="0" smtClean="0">
                <a:latin typeface="Arial Black" panose="020B0A04020102020204" pitchFamily="34" charset="0"/>
              </a:rPr>
              <a:t>Curriculum Vitae ( Latin phrase, </a:t>
            </a:r>
            <a:r>
              <a:rPr lang="en-US" sz="2000" dirty="0">
                <a:latin typeface="Arial Black" panose="020B0A04020102020204" pitchFamily="34" charset="0"/>
              </a:rPr>
              <a:t>which means “course of life”) is a detailed document highlighting </a:t>
            </a:r>
            <a:r>
              <a:rPr lang="en-US" sz="2000" dirty="0" smtClean="0">
                <a:latin typeface="Arial Black" panose="020B0A04020102020204" pitchFamily="34" charset="0"/>
              </a:rPr>
              <a:t>a person’s </a:t>
            </a:r>
            <a:r>
              <a:rPr lang="en-US" sz="2000" dirty="0">
                <a:latin typeface="Arial Black" panose="020B0A04020102020204" pitchFamily="34" charset="0"/>
              </a:rPr>
              <a:t>professional and academic history. CVs typically include information like work experience, achievements and awards, scholarships or grants </a:t>
            </a:r>
            <a:r>
              <a:rPr lang="en-US" sz="2000" dirty="0" smtClean="0">
                <a:latin typeface="Arial Black" panose="020B0A04020102020204" pitchFamily="34" charset="0"/>
              </a:rPr>
              <a:t>a person </a:t>
            </a:r>
            <a:r>
              <a:rPr lang="en-US" sz="2000" dirty="0">
                <a:latin typeface="Arial Black" panose="020B0A04020102020204" pitchFamily="34" charset="0"/>
              </a:rPr>
              <a:t>earned, coursework, research projects and </a:t>
            </a:r>
            <a:r>
              <a:rPr lang="en-US" sz="2000" dirty="0" smtClean="0">
                <a:latin typeface="Arial Black" panose="020B0A04020102020204" pitchFamily="34" charset="0"/>
              </a:rPr>
              <a:t>publications, among others. </a:t>
            </a:r>
            <a:r>
              <a:rPr lang="en-US" sz="2000" dirty="0">
                <a:latin typeface="Arial Black" panose="020B0A04020102020204" pitchFamily="34" charset="0"/>
              </a:rPr>
              <a:t>You may be asked to submit a CV when applying for </a:t>
            </a:r>
            <a:r>
              <a:rPr lang="en-US" sz="2000" dirty="0" smtClean="0">
                <a:latin typeface="Arial Black" panose="020B0A04020102020204" pitchFamily="34" charset="0"/>
              </a:rPr>
              <a:t>an employment.</a:t>
            </a:r>
            <a:endParaRPr lang="en-US" sz="2000" dirty="0">
              <a:latin typeface="Arial Black" panose="020B0A04020102020204" pitchFamily="34" charset="0"/>
            </a:endParaRPr>
          </a:p>
        </p:txBody>
      </p:sp>
    </p:spTree>
    <p:extLst>
      <p:ext uri="{BB962C8B-B14F-4D97-AF65-F5344CB8AC3E}">
        <p14:creationId xmlns:p14="http://schemas.microsoft.com/office/powerpoint/2010/main" val="1258199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latin typeface="Arial Black" panose="020B0A04020102020204" pitchFamily="34" charset="0"/>
              </a:rPr>
              <a:t>HOW TO WRITE A CV</a:t>
            </a:r>
            <a:endParaRPr lang="en-US" sz="4000"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pPr>
              <a:lnSpc>
                <a:spcPct val="200000"/>
              </a:lnSpc>
            </a:pPr>
            <a:r>
              <a:rPr lang="en-US" sz="2000" dirty="0" smtClean="0">
                <a:latin typeface="Arial Black" panose="020B0A04020102020204" pitchFamily="34" charset="0"/>
              </a:rPr>
              <a:t>No one formula for a CV or resume will work for everyone. In a CV or resume, you need to convey to your prospective employer what you have accomplished and when (with dates), with details of your education, work experience, interests, etc. </a:t>
            </a:r>
          </a:p>
          <a:p>
            <a:pPr>
              <a:lnSpc>
                <a:spcPct val="200000"/>
              </a:lnSpc>
            </a:pPr>
            <a:r>
              <a:rPr lang="en-US" sz="2000" dirty="0" smtClean="0">
                <a:latin typeface="Arial Black" panose="020B0A04020102020204" pitchFamily="34" charset="0"/>
              </a:rPr>
              <a:t>You need to show that your qualifications and experience that make you suitable for the job you are applying for </a:t>
            </a:r>
            <a:endParaRPr lang="en-US" sz="2000" dirty="0">
              <a:latin typeface="Arial Black" panose="020B0A04020102020204" pitchFamily="34" charset="0"/>
            </a:endParaRPr>
          </a:p>
        </p:txBody>
      </p:sp>
    </p:spTree>
    <p:extLst>
      <p:ext uri="{BB962C8B-B14F-4D97-AF65-F5344CB8AC3E}">
        <p14:creationId xmlns:p14="http://schemas.microsoft.com/office/powerpoint/2010/main" val="4228580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Arial Black" panose="020B0A04020102020204" pitchFamily="34" charset="0"/>
              </a:rPr>
              <a:t>ITEMS TO BE INCLUDED IN A VC</a:t>
            </a:r>
            <a:r>
              <a:rPr lang="en-US" sz="4000" dirty="0" smtClean="0"/>
              <a:t>:</a:t>
            </a:r>
            <a:endParaRPr lang="en-US" sz="4000" dirty="0"/>
          </a:p>
        </p:txBody>
      </p:sp>
      <p:sp>
        <p:nvSpPr>
          <p:cNvPr id="3" name="Content Placeholder 2"/>
          <p:cNvSpPr>
            <a:spLocks noGrp="1"/>
          </p:cNvSpPr>
          <p:nvPr>
            <p:ph idx="1"/>
          </p:nvPr>
        </p:nvSpPr>
        <p:spPr>
          <a:xfrm>
            <a:off x="1066800" y="1943109"/>
            <a:ext cx="10058400" cy="4067397"/>
          </a:xfrm>
        </p:spPr>
        <p:txBody>
          <a:bodyPr>
            <a:normAutofit fontScale="92500" lnSpcReduction="20000"/>
          </a:bodyPr>
          <a:lstStyle/>
          <a:p>
            <a:pPr>
              <a:lnSpc>
                <a:spcPct val="200000"/>
              </a:lnSpc>
            </a:pPr>
            <a:r>
              <a:rPr lang="en-US" sz="2200" dirty="0">
                <a:latin typeface="Arial Black" panose="020B0A04020102020204" pitchFamily="34" charset="0"/>
              </a:rPr>
              <a:t>Contact information</a:t>
            </a:r>
          </a:p>
          <a:p>
            <a:pPr>
              <a:lnSpc>
                <a:spcPct val="200000"/>
              </a:lnSpc>
            </a:pPr>
            <a:r>
              <a:rPr lang="en-US" sz="2200" dirty="0">
                <a:latin typeface="Arial Black" panose="020B0A04020102020204" pitchFamily="34" charset="0"/>
              </a:rPr>
              <a:t>Academic history</a:t>
            </a:r>
          </a:p>
          <a:p>
            <a:pPr>
              <a:lnSpc>
                <a:spcPct val="200000"/>
              </a:lnSpc>
            </a:pPr>
            <a:r>
              <a:rPr lang="en-US" sz="2200" dirty="0">
                <a:latin typeface="Arial Black" panose="020B0A04020102020204" pitchFamily="34" charset="0"/>
              </a:rPr>
              <a:t>Professional experience</a:t>
            </a:r>
          </a:p>
          <a:p>
            <a:pPr>
              <a:lnSpc>
                <a:spcPct val="200000"/>
              </a:lnSpc>
            </a:pPr>
            <a:r>
              <a:rPr lang="en-US" sz="2200" dirty="0">
                <a:latin typeface="Arial Black" panose="020B0A04020102020204" pitchFamily="34" charset="0"/>
              </a:rPr>
              <a:t>Qualifications and skills</a:t>
            </a:r>
          </a:p>
          <a:p>
            <a:pPr>
              <a:lnSpc>
                <a:spcPct val="200000"/>
              </a:lnSpc>
            </a:pPr>
            <a:r>
              <a:rPr lang="en-US" sz="2200" dirty="0">
                <a:latin typeface="Arial Black" panose="020B0A04020102020204" pitchFamily="34" charset="0"/>
              </a:rPr>
              <a:t>Awards and </a:t>
            </a:r>
            <a:r>
              <a:rPr lang="en-US" sz="2200" dirty="0" smtClean="0">
                <a:latin typeface="Arial Black" panose="020B0A04020102020204" pitchFamily="34" charset="0"/>
              </a:rPr>
              <a:t>honors </a:t>
            </a:r>
            <a:endParaRPr lang="en-US" sz="2200" dirty="0">
              <a:latin typeface="Arial Black" panose="020B0A04020102020204" pitchFamily="34" charset="0"/>
            </a:endParaRPr>
          </a:p>
          <a:p>
            <a:pPr>
              <a:lnSpc>
                <a:spcPct val="200000"/>
              </a:lnSpc>
            </a:pPr>
            <a:r>
              <a:rPr lang="en-US" sz="2200" dirty="0">
                <a:latin typeface="Arial Black" panose="020B0A04020102020204" pitchFamily="34" charset="0"/>
              </a:rPr>
              <a:t>Publications</a:t>
            </a:r>
          </a:p>
          <a:p>
            <a:endParaRPr lang="en-US" dirty="0"/>
          </a:p>
        </p:txBody>
      </p:sp>
    </p:spTree>
    <p:extLst>
      <p:ext uri="{BB962C8B-B14F-4D97-AF65-F5344CB8AC3E}">
        <p14:creationId xmlns:p14="http://schemas.microsoft.com/office/powerpoint/2010/main" val="91908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Black" panose="020B0A04020102020204" pitchFamily="34" charset="0"/>
              </a:rPr>
              <a:t>ITEMS TO BE INCLUDED IN A VC</a:t>
            </a:r>
          </a:p>
        </p:txBody>
      </p:sp>
      <p:sp>
        <p:nvSpPr>
          <p:cNvPr id="3" name="Content Placeholder 2"/>
          <p:cNvSpPr>
            <a:spLocks noGrp="1"/>
          </p:cNvSpPr>
          <p:nvPr>
            <p:ph idx="1"/>
          </p:nvPr>
        </p:nvSpPr>
        <p:spPr>
          <a:xfrm>
            <a:off x="1066800" y="1862254"/>
            <a:ext cx="10058400" cy="4315522"/>
          </a:xfrm>
        </p:spPr>
        <p:txBody>
          <a:bodyPr>
            <a:normAutofit lnSpcReduction="10000"/>
          </a:bodyPr>
          <a:lstStyle/>
          <a:p>
            <a:pPr>
              <a:lnSpc>
                <a:spcPct val="200000"/>
              </a:lnSpc>
            </a:pPr>
            <a:r>
              <a:rPr lang="en-US" sz="2000" dirty="0">
                <a:latin typeface="Arial Black" panose="020B0A04020102020204" pitchFamily="34" charset="0"/>
              </a:rPr>
              <a:t>Professional associations</a:t>
            </a:r>
          </a:p>
          <a:p>
            <a:pPr>
              <a:lnSpc>
                <a:spcPct val="200000"/>
              </a:lnSpc>
            </a:pPr>
            <a:r>
              <a:rPr lang="en-US" sz="2000" dirty="0">
                <a:latin typeface="Arial Black" panose="020B0A04020102020204" pitchFamily="34" charset="0"/>
              </a:rPr>
              <a:t>Grants and </a:t>
            </a:r>
            <a:r>
              <a:rPr lang="en-US" sz="2000" dirty="0" smtClean="0">
                <a:latin typeface="Arial Black" panose="020B0A04020102020204" pitchFamily="34" charset="0"/>
              </a:rPr>
              <a:t>fellowships (If any)</a:t>
            </a:r>
            <a:endParaRPr lang="en-US" sz="2000" dirty="0">
              <a:latin typeface="Arial Black" panose="020B0A04020102020204" pitchFamily="34" charset="0"/>
            </a:endParaRPr>
          </a:p>
          <a:p>
            <a:pPr>
              <a:lnSpc>
                <a:spcPct val="200000"/>
              </a:lnSpc>
            </a:pPr>
            <a:r>
              <a:rPr lang="en-US" sz="2000" dirty="0">
                <a:latin typeface="Arial Black" panose="020B0A04020102020204" pitchFamily="34" charset="0"/>
              </a:rPr>
              <a:t>Licenses and </a:t>
            </a:r>
            <a:r>
              <a:rPr lang="en-US" sz="2000" dirty="0" smtClean="0">
                <a:latin typeface="Arial Black" panose="020B0A04020102020204" pitchFamily="34" charset="0"/>
              </a:rPr>
              <a:t>certificates</a:t>
            </a:r>
            <a:r>
              <a:rPr lang="en-US" sz="2000" dirty="0">
                <a:latin typeface="Arial Black" panose="020B0A04020102020204" pitchFamily="34" charset="0"/>
              </a:rPr>
              <a:t>(If </a:t>
            </a:r>
            <a:r>
              <a:rPr lang="en-US" sz="2000" dirty="0" smtClean="0">
                <a:latin typeface="Arial Black" panose="020B0A04020102020204" pitchFamily="34" charset="0"/>
              </a:rPr>
              <a:t>any) </a:t>
            </a:r>
            <a:endParaRPr lang="en-US" sz="2000" dirty="0">
              <a:latin typeface="Arial Black" panose="020B0A04020102020204" pitchFamily="34" charset="0"/>
            </a:endParaRPr>
          </a:p>
          <a:p>
            <a:pPr>
              <a:lnSpc>
                <a:spcPct val="200000"/>
              </a:lnSpc>
            </a:pPr>
            <a:r>
              <a:rPr lang="en-US" sz="2000" dirty="0">
                <a:latin typeface="Arial Black" panose="020B0A04020102020204" pitchFamily="34" charset="0"/>
              </a:rPr>
              <a:t>Volunteer work</a:t>
            </a:r>
          </a:p>
          <a:p>
            <a:pPr>
              <a:lnSpc>
                <a:spcPct val="200000"/>
              </a:lnSpc>
            </a:pPr>
            <a:r>
              <a:rPr lang="en-US" sz="2000" dirty="0" smtClean="0">
                <a:latin typeface="Arial Black" panose="020B0A04020102020204" pitchFamily="34" charset="0"/>
              </a:rPr>
              <a:t>Hobbies and interests</a:t>
            </a:r>
            <a:endParaRPr lang="en-US" sz="2000" dirty="0">
              <a:latin typeface="Arial Black" panose="020B0A04020102020204" pitchFamily="34" charset="0"/>
            </a:endParaRPr>
          </a:p>
          <a:p>
            <a:pPr>
              <a:lnSpc>
                <a:spcPct val="200000"/>
              </a:lnSpc>
            </a:pPr>
            <a:r>
              <a:rPr lang="en-US" sz="2000" dirty="0" smtClean="0">
                <a:latin typeface="Arial Black" panose="020B0A04020102020204" pitchFamily="34" charset="0"/>
              </a:rPr>
              <a:t>References</a:t>
            </a:r>
            <a:endParaRPr lang="en-US" sz="2000" dirty="0"/>
          </a:p>
          <a:p>
            <a:endParaRPr lang="en-US" dirty="0"/>
          </a:p>
        </p:txBody>
      </p:sp>
    </p:spTree>
    <p:extLst>
      <p:ext uri="{BB962C8B-B14F-4D97-AF65-F5344CB8AC3E}">
        <p14:creationId xmlns:p14="http://schemas.microsoft.com/office/powerpoint/2010/main" val="3361238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Arial Black" panose="020B0A04020102020204" pitchFamily="34" charset="0"/>
              </a:rPr>
              <a:t>KEY POINTS TO CONSIDER</a:t>
            </a:r>
            <a:endParaRPr lang="en-US" sz="4000"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pPr>
              <a:lnSpc>
                <a:spcPct val="200000"/>
              </a:lnSpc>
            </a:pPr>
            <a:r>
              <a:rPr lang="en-US" sz="2000" dirty="0" smtClean="0">
                <a:latin typeface="Arial Black" panose="020B0A04020102020204" pitchFamily="34" charset="0"/>
              </a:rPr>
              <a:t>Use headings to indicate the main sections</a:t>
            </a:r>
          </a:p>
          <a:p>
            <a:pPr>
              <a:lnSpc>
                <a:spcPct val="200000"/>
              </a:lnSpc>
            </a:pPr>
            <a:r>
              <a:rPr lang="en-US" sz="2000" dirty="0" smtClean="0">
                <a:latin typeface="Arial Black" panose="020B0A04020102020204" pitchFamily="34" charset="0"/>
              </a:rPr>
              <a:t>Highlight section headings and important information with boldface, italics, bullets, indentations. Use clear simple design.</a:t>
            </a:r>
          </a:p>
          <a:p>
            <a:pPr>
              <a:lnSpc>
                <a:spcPct val="200000"/>
              </a:lnSpc>
            </a:pPr>
            <a:r>
              <a:rPr lang="en-US" sz="2000" dirty="0" smtClean="0">
                <a:latin typeface="Arial Black" panose="020B0A04020102020204" pitchFamily="34" charset="0"/>
              </a:rPr>
              <a:t>Keep your CVs or resumes short if possible. Do not include extraneous information to make the CV longer.</a:t>
            </a:r>
          </a:p>
        </p:txBody>
      </p:sp>
    </p:spTree>
    <p:extLst>
      <p:ext uri="{BB962C8B-B14F-4D97-AF65-F5344CB8AC3E}">
        <p14:creationId xmlns:p14="http://schemas.microsoft.com/office/powerpoint/2010/main" val="2183871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Black" panose="020B0A04020102020204" pitchFamily="34" charset="0"/>
              </a:rPr>
              <a:t>KEY POINTS TO CONSIDER</a:t>
            </a:r>
            <a:endParaRPr lang="en-US" dirty="0"/>
          </a:p>
        </p:txBody>
      </p:sp>
      <p:sp>
        <p:nvSpPr>
          <p:cNvPr id="3" name="Content Placeholder 2"/>
          <p:cNvSpPr>
            <a:spLocks noGrp="1"/>
          </p:cNvSpPr>
          <p:nvPr>
            <p:ph idx="1"/>
          </p:nvPr>
        </p:nvSpPr>
        <p:spPr/>
        <p:txBody>
          <a:bodyPr>
            <a:noAutofit/>
          </a:bodyPr>
          <a:lstStyle/>
          <a:p>
            <a:pPr>
              <a:lnSpc>
                <a:spcPct val="200000"/>
              </a:lnSpc>
            </a:pPr>
            <a:r>
              <a:rPr lang="en-US" sz="2000" dirty="0">
                <a:latin typeface="Arial Black" panose="020B0A04020102020204" pitchFamily="34" charset="0"/>
              </a:rPr>
              <a:t>Include information and experience relevant to the job you are applying for. </a:t>
            </a:r>
          </a:p>
          <a:p>
            <a:pPr>
              <a:lnSpc>
                <a:spcPct val="200000"/>
              </a:lnSpc>
            </a:pPr>
            <a:r>
              <a:rPr lang="en-US" sz="2000" dirty="0">
                <a:latin typeface="Arial Black" panose="020B0A04020102020204" pitchFamily="34" charset="0"/>
              </a:rPr>
              <a:t>Use reverse chronological order (that is begin with your most recent education and work experience).</a:t>
            </a:r>
          </a:p>
          <a:p>
            <a:pPr>
              <a:lnSpc>
                <a:spcPct val="200000"/>
              </a:lnSpc>
            </a:pPr>
            <a:r>
              <a:rPr lang="en-US" sz="2000" dirty="0">
                <a:latin typeface="Arial Black" panose="020B0A04020102020204" pitchFamily="34" charset="0"/>
              </a:rPr>
              <a:t>Proofread your CV several times and ask someone else to edit it carefully as </a:t>
            </a:r>
            <a:r>
              <a:rPr lang="en-US" sz="2000" dirty="0" smtClean="0">
                <a:latin typeface="Arial Black" panose="020B0A04020102020204" pitchFamily="34" charset="0"/>
              </a:rPr>
              <a:t>well to make sure there are no errors.</a:t>
            </a:r>
            <a:endParaRPr lang="en-US" sz="2000" dirty="0">
              <a:latin typeface="Arial Black" panose="020B0A04020102020204" pitchFamily="34" charset="0"/>
            </a:endParaRPr>
          </a:p>
          <a:p>
            <a:pPr>
              <a:lnSpc>
                <a:spcPct val="200000"/>
              </a:lnSpc>
            </a:pPr>
            <a:endParaRPr lang="en-US" sz="2000" dirty="0"/>
          </a:p>
        </p:txBody>
      </p:sp>
    </p:spTree>
    <p:extLst>
      <p:ext uri="{BB962C8B-B14F-4D97-AF65-F5344CB8AC3E}">
        <p14:creationId xmlns:p14="http://schemas.microsoft.com/office/powerpoint/2010/main" val="1900207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latin typeface="Arial Black" panose="020B0A04020102020204" pitchFamily="34" charset="0"/>
              </a:rPr>
              <a:t>Assignment</a:t>
            </a:r>
            <a:endParaRPr lang="en-US" sz="4000"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pPr algn="just">
              <a:lnSpc>
                <a:spcPct val="200000"/>
              </a:lnSpc>
            </a:pPr>
            <a:r>
              <a:rPr lang="en-US" sz="2000" dirty="0" smtClean="0">
                <a:latin typeface="Arial Black" panose="020B0A04020102020204" pitchFamily="34" charset="0"/>
              </a:rPr>
              <a:t>You are to look for samples of CVs or resumes and use them as guides to write your own CV or resume. Do well to capture the items we have identified which are applicable in your case.</a:t>
            </a:r>
          </a:p>
          <a:p>
            <a:pPr algn="just">
              <a:lnSpc>
                <a:spcPct val="200000"/>
              </a:lnSpc>
            </a:pPr>
            <a:endParaRPr lang="en-US" sz="2000" dirty="0">
              <a:latin typeface="Arial Black" panose="020B0A04020102020204" pitchFamily="34" charset="0"/>
            </a:endParaRPr>
          </a:p>
          <a:p>
            <a:pPr algn="just">
              <a:lnSpc>
                <a:spcPct val="200000"/>
              </a:lnSpc>
            </a:pPr>
            <a:r>
              <a:rPr lang="en-US" sz="2000" dirty="0" smtClean="0">
                <a:latin typeface="Arial Black" panose="020B0A04020102020204" pitchFamily="34" charset="0"/>
              </a:rPr>
              <a:t>Best of luck.</a:t>
            </a:r>
            <a:endParaRPr lang="en-US" sz="2000" dirty="0">
              <a:latin typeface="Arial Black" panose="020B0A04020102020204" pitchFamily="34" charset="0"/>
            </a:endParaRPr>
          </a:p>
        </p:txBody>
      </p:sp>
    </p:spTree>
    <p:extLst>
      <p:ext uri="{BB962C8B-B14F-4D97-AF65-F5344CB8AC3E}">
        <p14:creationId xmlns:p14="http://schemas.microsoft.com/office/powerpoint/2010/main" val="12556463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xmlns=""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120</TotalTime>
  <Words>354</Words>
  <Application>Microsoft Office PowerPoint</Application>
  <PresentationFormat>Custom</PresentationFormat>
  <Paragraphs>33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Savon</vt:lpstr>
      <vt:lpstr>Curriculum vitae   or resume</vt:lpstr>
      <vt:lpstr>CV OR RESUME</vt:lpstr>
      <vt:lpstr>HOW TO WRITE A CV</vt:lpstr>
      <vt:lpstr>ITEMS TO BE INCLUDED IN A VC:</vt:lpstr>
      <vt:lpstr>ITEMS TO BE INCLUDED IN A VC</vt:lpstr>
      <vt:lpstr>KEY POINTS TO CONSIDER</vt:lpstr>
      <vt:lpstr>KEY POINTS TO CONSIDER</vt:lpstr>
      <vt:lpstr>Assignment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Curriculum vitae  resume</dc:title>
  <dc:creator>Comm Studies</dc:creator>
  <cp:lastModifiedBy>TheoNartey</cp:lastModifiedBy>
  <cp:revision>12</cp:revision>
  <dcterms:created xsi:type="dcterms:W3CDTF">2020-04-06T12:07:14Z</dcterms:created>
  <dcterms:modified xsi:type="dcterms:W3CDTF">2020-04-06T15:55:14Z</dcterms:modified>
</cp:coreProperties>
</file>