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57" r:id="rId4"/>
    <p:sldId id="258" r:id="rId5"/>
    <p:sldId id="261" r:id="rId6"/>
    <p:sldId id="259" r:id="rId7"/>
    <p:sldId id="260" r:id="rId8"/>
    <p:sldId id="262" r:id="rId9"/>
    <p:sldId id="263" r:id="rId10"/>
    <p:sldId id="264" r:id="rId11"/>
    <p:sldId id="265" r:id="rId12"/>
    <p:sldId id="266" r:id="rId13"/>
    <p:sldId id="268" r:id="rId14"/>
    <p:sldId id="274" r:id="rId15"/>
    <p:sldId id="275" r:id="rId16"/>
    <p:sldId id="277" r:id="rId17"/>
    <p:sldId id="276" r:id="rId18"/>
    <p:sldId id="269" r:id="rId19"/>
    <p:sldId id="273" r:id="rId20"/>
    <p:sldId id="272" r:id="rId21"/>
    <p:sldId id="270" r:id="rId22"/>
    <p:sldId id="271"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2" d="100"/>
          <a:sy n="72" d="100"/>
        </p:scale>
        <p:origin x="-1242" y="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3E0B449-7F46-4FEA-9E4C-0A5E48DCE3E6}" type="datetimeFigureOut">
              <a:rPr lang="en-US" smtClean="0"/>
              <a:pPr/>
              <a:t>4/7/2020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13B926-2CA7-45EE-ABFC-8D9E593F16F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3E0B449-7F46-4FEA-9E4C-0A5E48DCE3E6}" type="datetimeFigureOut">
              <a:rPr lang="en-US" smtClean="0"/>
              <a:pPr/>
              <a:t>4/7/2020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13B926-2CA7-45EE-ABFC-8D9E593F16F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3E0B449-7F46-4FEA-9E4C-0A5E48DCE3E6}" type="datetimeFigureOut">
              <a:rPr lang="en-US" smtClean="0"/>
              <a:pPr/>
              <a:t>4/7/2020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13B926-2CA7-45EE-ABFC-8D9E593F16F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3E0B449-7F46-4FEA-9E4C-0A5E48DCE3E6}" type="datetimeFigureOut">
              <a:rPr lang="en-US" smtClean="0"/>
              <a:pPr/>
              <a:t>4/7/2020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13B926-2CA7-45EE-ABFC-8D9E593F16F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3E0B449-7F46-4FEA-9E4C-0A5E48DCE3E6}" type="datetimeFigureOut">
              <a:rPr lang="en-US" smtClean="0"/>
              <a:pPr/>
              <a:t>4/7/2020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13B926-2CA7-45EE-ABFC-8D9E593F16F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3E0B449-7F46-4FEA-9E4C-0A5E48DCE3E6}" type="datetimeFigureOut">
              <a:rPr lang="en-US" smtClean="0"/>
              <a:pPr/>
              <a:t>4/7/2020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013B926-2CA7-45EE-ABFC-8D9E593F16F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E0B449-7F46-4FEA-9E4C-0A5E48DCE3E6}" type="datetimeFigureOut">
              <a:rPr lang="en-US" smtClean="0"/>
              <a:pPr/>
              <a:t>4/7/2020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013B926-2CA7-45EE-ABFC-8D9E593F16F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3E0B449-7F46-4FEA-9E4C-0A5E48DCE3E6}" type="datetimeFigureOut">
              <a:rPr lang="en-US" smtClean="0"/>
              <a:pPr/>
              <a:t>4/7/2020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13B926-2CA7-45EE-ABFC-8D9E593F16F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3E0B449-7F46-4FEA-9E4C-0A5E48DCE3E6}" type="datetimeFigureOut">
              <a:rPr lang="en-US" smtClean="0"/>
              <a:pPr/>
              <a:t>4/7/2020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13B926-2CA7-45EE-ABFC-8D9E593F16F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3E0B449-7F46-4FEA-9E4C-0A5E48DCE3E6}" type="datetimeFigureOut">
              <a:rPr lang="en-US" smtClean="0"/>
              <a:pPr/>
              <a:t>4/7/2020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13B926-2CA7-45EE-ABFC-8D9E593F16F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3E0B449-7F46-4FEA-9E4C-0A5E48DCE3E6}" type="datetimeFigureOut">
              <a:rPr lang="en-US" smtClean="0"/>
              <a:pPr/>
              <a:t>4/7/2020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13B926-2CA7-45EE-ABFC-8D9E593F16F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E0B449-7F46-4FEA-9E4C-0A5E48DCE3E6}" type="datetimeFigureOut">
              <a:rPr lang="en-US" smtClean="0"/>
              <a:pPr/>
              <a:t>4/7/2020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13B926-2CA7-45EE-ABFC-8D9E593F16F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Department of Communication Studies</a:t>
            </a:r>
            <a:endParaRPr lang="en-US" dirty="0"/>
          </a:p>
        </p:txBody>
      </p:sp>
      <p:sp>
        <p:nvSpPr>
          <p:cNvPr id="3" name="Subtitle 2"/>
          <p:cNvSpPr>
            <a:spLocks noGrp="1"/>
          </p:cNvSpPr>
          <p:nvPr>
            <p:ph type="subTitle" idx="1"/>
          </p:nvPr>
        </p:nvSpPr>
        <p:spPr/>
        <p:txBody>
          <a:bodyPr>
            <a:normAutofit/>
          </a:bodyPr>
          <a:lstStyle/>
          <a:p>
            <a:r>
              <a:rPr lang="en-US" sz="2000" dirty="0" smtClean="0"/>
              <a:t>MINUTES WRITING</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MINUTES WRITING</a:t>
            </a:r>
            <a:endParaRPr lang="en-US" b="1" dirty="0"/>
          </a:p>
        </p:txBody>
      </p:sp>
      <p:sp>
        <p:nvSpPr>
          <p:cNvPr id="3" name="Content Placeholder 2"/>
          <p:cNvSpPr>
            <a:spLocks noGrp="1"/>
          </p:cNvSpPr>
          <p:nvPr>
            <p:ph idx="1"/>
          </p:nvPr>
        </p:nvSpPr>
        <p:spPr/>
        <p:txBody>
          <a:bodyPr>
            <a:normAutofit lnSpcReduction="10000"/>
          </a:bodyPr>
          <a:lstStyle/>
          <a:p>
            <a:r>
              <a:rPr lang="en-US" dirty="0" smtClean="0"/>
              <a:t>Have you had the opportunity to write the minutes of a meeting?</a:t>
            </a:r>
          </a:p>
          <a:p>
            <a:r>
              <a:rPr lang="en-US" dirty="0" smtClean="0"/>
              <a:t>How did you find it?</a:t>
            </a:r>
          </a:p>
          <a:p>
            <a:r>
              <a:rPr lang="en-US" dirty="0" smtClean="0"/>
              <a:t>Did you write everything that was said at the meeting?</a:t>
            </a:r>
          </a:p>
          <a:p>
            <a:r>
              <a:rPr lang="en-US" dirty="0" smtClean="0"/>
              <a:t>Why do you think writing minutes is important?</a:t>
            </a:r>
          </a:p>
          <a:p>
            <a:r>
              <a:rPr lang="en-US" dirty="0" smtClean="0"/>
              <a:t>I hope by the end of this session, you will be able to write good minutes for any meeting.</a:t>
            </a:r>
            <a:endParaRPr lang="en-US" dirty="0"/>
          </a:p>
        </p:txBody>
      </p:sp>
    </p:spTree>
    <p:extLst>
      <p:ext uri="{BB962C8B-B14F-4D97-AF65-F5344CB8AC3E}">
        <p14:creationId xmlns:p14="http://schemas.microsoft.com/office/powerpoint/2010/main" val="3542296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Minutes constitute a record of decisions made at a meeting</a:t>
            </a:r>
          </a:p>
          <a:p>
            <a:r>
              <a:rPr lang="en-US" dirty="0" smtClean="0"/>
              <a:t>Minutes writing is done objectively </a:t>
            </a:r>
          </a:p>
          <a:p>
            <a:r>
              <a:rPr lang="en-US" dirty="0" smtClean="0"/>
              <a:t>It is the final decisions made at a meeting that are recorded in minutes</a:t>
            </a:r>
          </a:p>
          <a:p>
            <a:endParaRPr lang="en-US" dirty="0"/>
          </a:p>
          <a:p>
            <a:endParaRPr lang="en-US" dirty="0" smtClean="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MINUTES</a:t>
            </a:r>
            <a:endParaRPr lang="en-US" dirty="0"/>
          </a:p>
        </p:txBody>
      </p:sp>
      <p:sp>
        <p:nvSpPr>
          <p:cNvPr id="3" name="Content Placeholder 2"/>
          <p:cNvSpPr>
            <a:spLocks noGrp="1"/>
          </p:cNvSpPr>
          <p:nvPr>
            <p:ph idx="1"/>
          </p:nvPr>
        </p:nvSpPr>
        <p:spPr/>
        <p:txBody>
          <a:bodyPr>
            <a:normAutofit lnSpcReduction="10000"/>
          </a:bodyPr>
          <a:lstStyle/>
          <a:p>
            <a:r>
              <a:rPr lang="en-US" dirty="0" smtClean="0"/>
              <a:t>Narrative Minutes: These are detailed type of minutes. They entail resolutions made and actions to be taken.</a:t>
            </a:r>
          </a:p>
          <a:p>
            <a:r>
              <a:rPr lang="en-US" dirty="0" smtClean="0"/>
              <a:t>Resolution Minutes: These are not as detailed as narrative minutes. They contain only the key decisions made at the meeting.</a:t>
            </a:r>
          </a:p>
          <a:p>
            <a:r>
              <a:rPr lang="en-US" dirty="0" smtClean="0"/>
              <a:t>Action Minutes: These are also not as detailed as narrative minutes. They present the actions to be taken on decisions made at the meeting.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LANGUAGE OF MINUTES</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Reported speech: Minutes are recorded in reported speech style. The writer reports what members say.</a:t>
            </a:r>
          </a:p>
          <a:p>
            <a:r>
              <a:rPr lang="en-US" dirty="0" smtClean="0"/>
              <a:t>Third person point of view: Minutes are written about some people or things. Minutes are about  the pronouns he, she, it and they. Minutes are recorded objectively. They are not about the writer.</a:t>
            </a:r>
          </a:p>
          <a:p>
            <a:r>
              <a:rPr lang="en-US" dirty="0" smtClean="0"/>
              <a:t>Tense: Minutes are normally recorded in the past tense. It is incumbent upon the writer to maintain the appropriate sequence of tense. </a:t>
            </a:r>
          </a:p>
          <a:p>
            <a:pPr marL="0" indent="0">
              <a:buNone/>
            </a:pPr>
            <a:r>
              <a:rPr lang="en-US" dirty="0"/>
              <a:t> </a:t>
            </a:r>
            <a:r>
              <a:rPr lang="en-US" dirty="0" smtClean="0"/>
              <a:t>  </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STUCTURE OF MINUTES</a:t>
            </a:r>
            <a:endParaRPr lang="en-US" dirty="0"/>
          </a:p>
        </p:txBody>
      </p:sp>
      <p:sp>
        <p:nvSpPr>
          <p:cNvPr id="3" name="Content Placeholder 2"/>
          <p:cNvSpPr>
            <a:spLocks noGrp="1"/>
          </p:cNvSpPr>
          <p:nvPr>
            <p:ph idx="1"/>
          </p:nvPr>
        </p:nvSpPr>
        <p:spPr/>
        <p:txBody>
          <a:bodyPr>
            <a:normAutofit/>
          </a:bodyPr>
          <a:lstStyle/>
          <a:p>
            <a:r>
              <a:rPr lang="en-US" dirty="0" smtClean="0"/>
              <a:t>1. Title</a:t>
            </a:r>
          </a:p>
          <a:p>
            <a:r>
              <a:rPr lang="en-US" dirty="0" smtClean="0"/>
              <a:t>Name of Association/Organization</a:t>
            </a:r>
          </a:p>
          <a:p>
            <a:r>
              <a:rPr lang="en-US" dirty="0" smtClean="0"/>
              <a:t>Date</a:t>
            </a:r>
          </a:p>
          <a:p>
            <a:r>
              <a:rPr lang="en-US" dirty="0" smtClean="0"/>
              <a:t>Time</a:t>
            </a:r>
          </a:p>
          <a:p>
            <a:r>
              <a:rPr lang="en-US" dirty="0" smtClean="0"/>
              <a:t>Place</a:t>
            </a:r>
          </a:p>
          <a:p>
            <a:r>
              <a:rPr lang="en-US" dirty="0" err="1" smtClean="0"/>
              <a:t>Eg</a:t>
            </a:r>
            <a:r>
              <a:rPr lang="en-US" dirty="0" smtClean="0"/>
              <a:t>.: Minutes of the meeting of the Association of Students of Communication Studies Held at Auditorium 900 on 4</a:t>
            </a:r>
            <a:r>
              <a:rPr lang="en-US" baseline="30000" dirty="0" smtClean="0"/>
              <a:t>th</a:t>
            </a:r>
            <a:r>
              <a:rPr lang="en-US" dirty="0" smtClean="0"/>
              <a:t> April 2020 </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 OF MINUTES, CONT.</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2. Attendance (Roll Call)</a:t>
            </a:r>
          </a:p>
          <a:p>
            <a:r>
              <a:rPr lang="en-US" dirty="0" smtClean="0"/>
              <a:t>3. Opening</a:t>
            </a:r>
          </a:p>
          <a:p>
            <a:r>
              <a:rPr lang="en-US" dirty="0" smtClean="0"/>
              <a:t>4.Reading of previous minutes</a:t>
            </a:r>
          </a:p>
          <a:p>
            <a:r>
              <a:rPr lang="en-US" dirty="0" smtClean="0"/>
              <a:t>5. Acceptance of minutes</a:t>
            </a:r>
          </a:p>
          <a:p>
            <a:r>
              <a:rPr lang="en-US" dirty="0" smtClean="0"/>
              <a:t>It is a member who was present at the previous meeting who moves for acceptance or otherwise</a:t>
            </a:r>
          </a:p>
          <a:p>
            <a:r>
              <a:rPr lang="en-US" dirty="0" smtClean="0"/>
              <a:t>6. Matters arising from previous minutes</a:t>
            </a:r>
          </a:p>
          <a:p>
            <a:r>
              <a:rPr lang="en-US" dirty="0" smtClean="0"/>
              <a:t>7. Main or new business</a:t>
            </a:r>
          </a:p>
          <a:p>
            <a:r>
              <a:rPr lang="en-US" dirty="0" smtClean="0"/>
              <a:t>8. Other matters or Any other business(AOB)</a:t>
            </a:r>
          </a:p>
          <a:p>
            <a:r>
              <a:rPr lang="en-US" dirty="0" smtClean="0"/>
              <a:t>9. Closure(A member moves for closure)</a:t>
            </a:r>
          </a:p>
          <a:p>
            <a:r>
              <a:rPr lang="en-US" dirty="0" smtClean="0"/>
              <a:t>10. Endorsement</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IMPORTANCE OF MINUTES</a:t>
            </a:r>
            <a:endParaRPr lang="en-US" dirty="0"/>
          </a:p>
        </p:txBody>
      </p:sp>
      <p:sp>
        <p:nvSpPr>
          <p:cNvPr id="3" name="Content Placeholder 2"/>
          <p:cNvSpPr>
            <a:spLocks noGrp="1"/>
          </p:cNvSpPr>
          <p:nvPr>
            <p:ph idx="1"/>
          </p:nvPr>
        </p:nvSpPr>
        <p:spPr/>
        <p:txBody>
          <a:bodyPr/>
          <a:lstStyle/>
          <a:p>
            <a:r>
              <a:rPr lang="en-US" dirty="0" smtClean="0"/>
              <a:t>Minutes serve as a reflection of consensus</a:t>
            </a:r>
          </a:p>
          <a:p>
            <a:r>
              <a:rPr lang="en-US" dirty="0" smtClean="0"/>
              <a:t>They act as a point of reference for the discussions and decisions that transpired at a meeting</a:t>
            </a:r>
          </a:p>
          <a:p>
            <a:r>
              <a:rPr lang="en-US" dirty="0" smtClean="0"/>
              <a:t>They serve as a guide</a:t>
            </a:r>
          </a:p>
          <a:p>
            <a:r>
              <a:rPr lang="en-US" dirty="0" smtClean="0"/>
              <a:t>They are used for evaluation   </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MINUTES</a:t>
            </a:r>
            <a:endParaRPr lang="en-US" dirty="0"/>
          </a:p>
        </p:txBody>
      </p:sp>
      <p:sp>
        <p:nvSpPr>
          <p:cNvPr id="3" name="Content Placeholder 2"/>
          <p:cNvSpPr>
            <a:spLocks noGrp="1"/>
          </p:cNvSpPr>
          <p:nvPr>
            <p:ph idx="1"/>
          </p:nvPr>
        </p:nvSpPr>
        <p:spPr/>
        <p:txBody>
          <a:bodyPr/>
          <a:lstStyle/>
          <a:p>
            <a:r>
              <a:rPr lang="en-US" b="1" dirty="0" smtClean="0"/>
              <a:t>MINUTES OF THE MEETING OF THE ASSOCIATION OF RESIDENTS OF GRACEHILL/RAMBLERS’ COTTAGE HELD AT PROF. ANAMUAH-MENSAH’S RESIDENCE ON SUNDAY 26</a:t>
            </a:r>
            <a:r>
              <a:rPr lang="en-US" b="1" baseline="30000" dirty="0" smtClean="0"/>
              <a:t>TH</a:t>
            </a:r>
            <a:r>
              <a:rPr lang="en-US" b="1" dirty="0" smtClean="0"/>
              <a:t> JANUARY 2020</a:t>
            </a:r>
            <a:endParaRPr lang="en-US" dirty="0" smtClean="0"/>
          </a:p>
          <a:p>
            <a:r>
              <a:rPr lang="en-US" b="1" dirty="0" smtClean="0"/>
              <a:t> </a:t>
            </a:r>
            <a:endParaRPr lang="en-US" dirty="0" smtClean="0"/>
          </a:p>
          <a:p>
            <a:pPr>
              <a:buNone/>
            </a:pPr>
            <a:endParaRPr lang="en-US" dirty="0">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25000" lnSpcReduction="20000"/>
          </a:bodyPr>
          <a:lstStyle/>
          <a:p>
            <a:r>
              <a:rPr lang="en-US" b="1" dirty="0" smtClean="0"/>
              <a:t>ATTENDANCE</a:t>
            </a:r>
            <a:endParaRPr lang="en-US" dirty="0" smtClean="0"/>
          </a:p>
          <a:p>
            <a:r>
              <a:rPr lang="en-US" dirty="0" smtClean="0"/>
              <a:t>S/N</a:t>
            </a:r>
          </a:p>
          <a:p>
            <a:r>
              <a:rPr lang="en-US" dirty="0" smtClean="0"/>
              <a:t>PRESENT</a:t>
            </a:r>
          </a:p>
          <a:p>
            <a:r>
              <a:rPr lang="en-US" dirty="0" smtClean="0"/>
              <a:t>S/N</a:t>
            </a:r>
          </a:p>
          <a:p>
            <a:r>
              <a:rPr lang="en-US" dirty="0" smtClean="0"/>
              <a:t>ABSENT</a:t>
            </a:r>
          </a:p>
          <a:p>
            <a:r>
              <a:rPr lang="en-US" dirty="0" smtClean="0"/>
              <a:t>1</a:t>
            </a:r>
          </a:p>
          <a:p>
            <a:r>
              <a:rPr lang="en-US" dirty="0" smtClean="0"/>
              <a:t>Prof. Atta </a:t>
            </a:r>
            <a:r>
              <a:rPr lang="en-US" dirty="0" err="1" smtClean="0"/>
              <a:t>Britwum</a:t>
            </a:r>
            <a:endParaRPr lang="en-US" dirty="0" smtClean="0"/>
          </a:p>
          <a:p>
            <a:r>
              <a:rPr lang="en-US" dirty="0" smtClean="0"/>
              <a:t>1</a:t>
            </a:r>
          </a:p>
          <a:p>
            <a:r>
              <a:rPr lang="en-US" dirty="0" smtClean="0"/>
              <a:t>Mr. </a:t>
            </a:r>
            <a:r>
              <a:rPr lang="en-US" dirty="0" err="1" smtClean="0"/>
              <a:t>Nyarko</a:t>
            </a:r>
            <a:r>
              <a:rPr lang="en-US" dirty="0" smtClean="0"/>
              <a:t> </a:t>
            </a:r>
            <a:r>
              <a:rPr lang="en-US" dirty="0" err="1" smtClean="0"/>
              <a:t>Ampomah</a:t>
            </a:r>
            <a:endParaRPr lang="en-US" dirty="0" smtClean="0"/>
          </a:p>
          <a:p>
            <a:r>
              <a:rPr lang="en-US" dirty="0" smtClean="0"/>
              <a:t>2</a:t>
            </a:r>
          </a:p>
          <a:p>
            <a:r>
              <a:rPr lang="en-US" dirty="0" smtClean="0"/>
              <a:t>Prof. J. </a:t>
            </a:r>
            <a:r>
              <a:rPr lang="en-US" dirty="0" err="1" smtClean="0"/>
              <a:t>Anamuah-Mensah</a:t>
            </a:r>
            <a:endParaRPr lang="en-US" dirty="0" smtClean="0"/>
          </a:p>
          <a:p>
            <a:r>
              <a:rPr lang="en-US" dirty="0" smtClean="0"/>
              <a:t>2</a:t>
            </a:r>
          </a:p>
          <a:p>
            <a:r>
              <a:rPr lang="en-US" dirty="0" smtClean="0"/>
              <a:t>Mrs. Elizabeth </a:t>
            </a:r>
            <a:r>
              <a:rPr lang="en-US" dirty="0" err="1" smtClean="0"/>
              <a:t>Voetagbe</a:t>
            </a:r>
            <a:r>
              <a:rPr lang="en-US" dirty="0" smtClean="0"/>
              <a:t> </a:t>
            </a:r>
          </a:p>
          <a:p>
            <a:r>
              <a:rPr lang="en-US" dirty="0" smtClean="0"/>
              <a:t>3</a:t>
            </a:r>
          </a:p>
          <a:p>
            <a:r>
              <a:rPr lang="en-US" dirty="0" smtClean="0"/>
              <a:t>Prof. John </a:t>
            </a:r>
            <a:r>
              <a:rPr lang="en-US" dirty="0" err="1" smtClean="0"/>
              <a:t>Blay</a:t>
            </a:r>
            <a:endParaRPr lang="en-US" dirty="0" smtClean="0"/>
          </a:p>
          <a:p>
            <a:r>
              <a:rPr lang="en-US" dirty="0" smtClean="0"/>
              <a:t>3</a:t>
            </a:r>
          </a:p>
          <a:p>
            <a:r>
              <a:rPr lang="en-US" dirty="0" smtClean="0"/>
              <a:t>Mrs. Sarah E. </a:t>
            </a:r>
            <a:r>
              <a:rPr lang="en-US" dirty="0" err="1" smtClean="0"/>
              <a:t>Aquaah</a:t>
            </a:r>
            <a:r>
              <a:rPr lang="en-US" dirty="0" smtClean="0"/>
              <a:t>  </a:t>
            </a:r>
          </a:p>
          <a:p>
            <a:r>
              <a:rPr lang="en-US" dirty="0" smtClean="0"/>
              <a:t>4</a:t>
            </a:r>
          </a:p>
          <a:p>
            <a:r>
              <a:rPr lang="en-US" dirty="0" smtClean="0"/>
              <a:t>Prof. </a:t>
            </a:r>
            <a:r>
              <a:rPr lang="en-US" dirty="0" err="1" smtClean="0"/>
              <a:t>Akua</a:t>
            </a:r>
            <a:r>
              <a:rPr lang="en-US" dirty="0" smtClean="0"/>
              <a:t> </a:t>
            </a:r>
            <a:r>
              <a:rPr lang="en-US" dirty="0" err="1" smtClean="0"/>
              <a:t>Britwum</a:t>
            </a:r>
            <a:endParaRPr lang="en-US" dirty="0" smtClean="0"/>
          </a:p>
          <a:p>
            <a:r>
              <a:rPr lang="en-US" dirty="0" smtClean="0"/>
              <a:t>4</a:t>
            </a:r>
          </a:p>
          <a:p>
            <a:r>
              <a:rPr lang="en-US" dirty="0" smtClean="0"/>
              <a:t>Mrs. Alice Marie </a:t>
            </a:r>
            <a:r>
              <a:rPr lang="en-US" dirty="0" err="1" smtClean="0"/>
              <a:t>Agyeman</a:t>
            </a:r>
            <a:r>
              <a:rPr lang="en-US" dirty="0" smtClean="0"/>
              <a:t> (With apology)  </a:t>
            </a:r>
          </a:p>
          <a:p>
            <a:r>
              <a:rPr lang="en-US" dirty="0" smtClean="0"/>
              <a:t>5</a:t>
            </a:r>
          </a:p>
          <a:p>
            <a:r>
              <a:rPr lang="en-US" dirty="0" smtClean="0"/>
              <a:t>Mr. Stephen Dennis</a:t>
            </a:r>
          </a:p>
          <a:p>
            <a:r>
              <a:rPr lang="en-US" dirty="0" smtClean="0"/>
              <a:t>5</a:t>
            </a:r>
          </a:p>
          <a:p>
            <a:r>
              <a:rPr lang="en-US" dirty="0" smtClean="0"/>
              <a:t>Ms. Priscilla </a:t>
            </a:r>
            <a:r>
              <a:rPr lang="en-US" dirty="0" err="1" smtClean="0"/>
              <a:t>Quaye</a:t>
            </a:r>
            <a:endParaRPr lang="en-US" dirty="0" smtClean="0"/>
          </a:p>
          <a:p>
            <a:r>
              <a:rPr lang="en-US" dirty="0" smtClean="0"/>
              <a:t>6</a:t>
            </a:r>
          </a:p>
          <a:p>
            <a:r>
              <a:rPr lang="en-US" dirty="0" smtClean="0"/>
              <a:t>Mr. Alfred Asante (The </a:t>
            </a:r>
            <a:r>
              <a:rPr lang="en-US" dirty="0" err="1" smtClean="0"/>
              <a:t>Ahwoi’s</a:t>
            </a:r>
            <a:r>
              <a:rPr lang="en-US" dirty="0" smtClean="0"/>
              <a:t> Rep.)</a:t>
            </a:r>
          </a:p>
          <a:p>
            <a:r>
              <a:rPr lang="en-US" dirty="0" smtClean="0"/>
              <a:t>6</a:t>
            </a:r>
          </a:p>
          <a:p>
            <a:r>
              <a:rPr lang="en-US" dirty="0" smtClean="0"/>
              <a:t>Mr. Ebenezer </a:t>
            </a:r>
            <a:r>
              <a:rPr lang="en-US" dirty="0" err="1" smtClean="0"/>
              <a:t>Amoako</a:t>
            </a:r>
            <a:r>
              <a:rPr lang="en-US" dirty="0" smtClean="0"/>
              <a:t> </a:t>
            </a:r>
            <a:r>
              <a:rPr lang="en-US" dirty="0" err="1" smtClean="0"/>
              <a:t>Asamoah</a:t>
            </a:r>
            <a:endParaRPr lang="en-US" dirty="0" smtClean="0"/>
          </a:p>
          <a:p>
            <a:r>
              <a:rPr lang="en-US" dirty="0" smtClean="0"/>
              <a:t>7</a:t>
            </a:r>
          </a:p>
          <a:p>
            <a:r>
              <a:rPr lang="en-US" dirty="0" smtClean="0"/>
              <a:t>Mr. Henry </a:t>
            </a:r>
            <a:r>
              <a:rPr lang="en-US" dirty="0" err="1" smtClean="0"/>
              <a:t>Kojo</a:t>
            </a:r>
            <a:r>
              <a:rPr lang="en-US" dirty="0" smtClean="0"/>
              <a:t> </a:t>
            </a:r>
            <a:r>
              <a:rPr lang="en-US" dirty="0" err="1" smtClean="0"/>
              <a:t>Okyir</a:t>
            </a:r>
            <a:endParaRPr lang="en-US" dirty="0" smtClean="0"/>
          </a:p>
          <a:p>
            <a:r>
              <a:rPr lang="en-US" dirty="0" smtClean="0"/>
              <a:t>7</a:t>
            </a:r>
          </a:p>
          <a:p>
            <a:r>
              <a:rPr lang="en-US" dirty="0" smtClean="0"/>
              <a:t>Mr. Emmanuel </a:t>
            </a:r>
            <a:r>
              <a:rPr lang="en-US" dirty="0" err="1" smtClean="0"/>
              <a:t>Abaidoo</a:t>
            </a:r>
            <a:r>
              <a:rPr lang="en-US" dirty="0" smtClean="0"/>
              <a:t> </a:t>
            </a:r>
          </a:p>
          <a:p>
            <a:r>
              <a:rPr lang="en-US" dirty="0" smtClean="0"/>
              <a:t>8</a:t>
            </a:r>
          </a:p>
          <a:p>
            <a:r>
              <a:rPr lang="en-US" dirty="0" smtClean="0"/>
              <a:t>Mr. </a:t>
            </a:r>
            <a:r>
              <a:rPr lang="en-US" dirty="0" err="1" smtClean="0"/>
              <a:t>Issac</a:t>
            </a:r>
            <a:r>
              <a:rPr lang="en-US" dirty="0" smtClean="0"/>
              <a:t> K. A. Sampson</a:t>
            </a:r>
          </a:p>
          <a:p>
            <a:endParaRPr lang="en-US" dirty="0" smtClean="0"/>
          </a:p>
          <a:p>
            <a:pPr>
              <a:buNone/>
            </a:pPr>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 </a:t>
            </a:r>
          </a:p>
          <a:p>
            <a:r>
              <a:rPr lang="en-US" dirty="0" smtClean="0"/>
              <a:t> </a:t>
            </a:r>
          </a:p>
          <a:p>
            <a:r>
              <a:rPr lang="en-US" dirty="0" smtClean="0"/>
              <a:t> </a:t>
            </a:r>
          </a:p>
          <a:p>
            <a:r>
              <a:rPr lang="en-US" dirty="0" smtClean="0"/>
              <a:t> </a:t>
            </a:r>
          </a:p>
          <a:p>
            <a:r>
              <a:rPr lang="en-US" dirty="0" smtClean="0"/>
              <a:t> </a:t>
            </a:r>
          </a:p>
          <a:p>
            <a:r>
              <a:rPr lang="en-US" dirty="0" smtClean="0"/>
              <a:t> </a:t>
            </a:r>
          </a:p>
          <a:p>
            <a:r>
              <a:rPr lang="en-US" dirty="0" smtClean="0"/>
              <a:t> </a:t>
            </a:r>
          </a:p>
          <a:p>
            <a:r>
              <a:rPr lang="en-US" dirty="0" smtClean="0"/>
              <a:t> </a:t>
            </a:r>
          </a:p>
          <a:p>
            <a:r>
              <a:rPr lang="en-US" dirty="0" smtClean="0"/>
              <a:t> </a:t>
            </a:r>
          </a:p>
          <a:p>
            <a:r>
              <a:rPr lang="en-US" dirty="0" smtClean="0"/>
              <a:t> </a:t>
            </a:r>
          </a:p>
          <a:p>
            <a:r>
              <a:rPr lang="en-US" dirty="0" smtClean="0"/>
              <a:t> </a:t>
            </a:r>
          </a:p>
          <a:p>
            <a:r>
              <a:rPr lang="en-US" dirty="0" smtClean="0"/>
              <a:t> </a:t>
            </a:r>
          </a:p>
          <a:p>
            <a:r>
              <a:rPr lang="en-US" dirty="0" smtClean="0"/>
              <a:t> </a:t>
            </a:r>
          </a:p>
          <a:p>
            <a:r>
              <a:rPr lang="en-US" dirty="0" smtClean="0"/>
              <a:t> </a:t>
            </a:r>
          </a:p>
          <a:p>
            <a:r>
              <a:rPr lang="en-US" dirty="0" smtClean="0"/>
              <a:t> </a:t>
            </a:r>
          </a:p>
          <a:p>
            <a:r>
              <a:rPr lang="en-US" dirty="0" smtClean="0"/>
              <a:t> </a:t>
            </a:r>
          </a:p>
          <a:p>
            <a:r>
              <a:rPr lang="en-US" dirty="0" smtClean="0"/>
              <a:t> </a:t>
            </a:r>
          </a:p>
          <a:p>
            <a:r>
              <a:rPr lang="en-US" dirty="0" smtClean="0"/>
              <a:t> </a:t>
            </a:r>
          </a:p>
          <a:p>
            <a:r>
              <a:rPr lang="en-US" dirty="0" smtClean="0"/>
              <a:t> </a:t>
            </a:r>
          </a:p>
          <a:p>
            <a:r>
              <a:rPr lang="en-US" b="1" dirty="0" smtClean="0"/>
              <a:t>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b="1" dirty="0" smtClean="0"/>
              <a:t>OPENING </a:t>
            </a:r>
            <a:endParaRPr lang="en-US" dirty="0" smtClean="0"/>
          </a:p>
          <a:p>
            <a:r>
              <a:rPr lang="en-US" dirty="0" smtClean="0"/>
              <a:t>The house commenced proceedings at 4:30pm. The President called the house to order and he welcomed members in a special way.</a:t>
            </a:r>
          </a:p>
          <a:p>
            <a:r>
              <a:rPr lang="en-US" dirty="0" smtClean="0"/>
              <a:t> </a:t>
            </a:r>
          </a:p>
          <a:p>
            <a:r>
              <a:rPr lang="en-US" b="1" dirty="0" smtClean="0"/>
              <a:t>Reading of Previous Minutes</a:t>
            </a:r>
            <a:endParaRPr lang="en-US" dirty="0" smtClean="0"/>
          </a:p>
          <a:p>
            <a:r>
              <a:rPr lang="en-US" dirty="0" smtClean="0"/>
              <a:t>The Vice-President led the house through the minutes of the previous meeting and after some corrections were effected, Prof. </a:t>
            </a:r>
            <a:r>
              <a:rPr lang="en-US" dirty="0" err="1" smtClean="0"/>
              <a:t>Anamuah-Mensah</a:t>
            </a:r>
            <a:r>
              <a:rPr lang="en-US" dirty="0" smtClean="0"/>
              <a:t> moved for their acceptance and he was seconded by Ms. Ivy </a:t>
            </a:r>
            <a:r>
              <a:rPr lang="en-US" dirty="0" err="1" smtClean="0"/>
              <a:t>Akakpo</a:t>
            </a:r>
            <a:r>
              <a:rPr lang="en-US" dirty="0" smtClean="0"/>
              <a:t>.</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b="1" dirty="0" smtClean="0"/>
              <a:t>MATTERS ARISING FROM THE PREVIOUS MINUTES</a:t>
            </a:r>
            <a:endParaRPr lang="en-US" dirty="0" smtClean="0"/>
          </a:p>
          <a:p>
            <a:r>
              <a:rPr lang="en-US" b="1" dirty="0" smtClean="0"/>
              <a:t>Environmental Committee</a:t>
            </a:r>
            <a:endParaRPr lang="en-US" dirty="0" smtClean="0"/>
          </a:p>
          <a:p>
            <a:r>
              <a:rPr lang="en-US" dirty="0" smtClean="0"/>
              <a:t>At an earlier meeting, the environmental committee was to furnish the house with a strategic plan of activities. However, the committee did not report on the environmental concerns of the Association since their chairman was absent.</a:t>
            </a:r>
          </a:p>
          <a:p>
            <a:r>
              <a:rPr lang="en-US" b="1" dirty="0" smtClean="0"/>
              <a:t>Street Naming</a:t>
            </a:r>
            <a:endParaRPr lang="en-US" dirty="0" smtClean="0"/>
          </a:p>
          <a:p>
            <a:r>
              <a:rPr lang="en-US" dirty="0" smtClean="0"/>
              <a:t>Mr. </a:t>
            </a:r>
            <a:r>
              <a:rPr lang="en-US" dirty="0" err="1" smtClean="0"/>
              <a:t>Bonney</a:t>
            </a:r>
            <a:r>
              <a:rPr lang="en-US" dirty="0" smtClean="0"/>
              <a:t>, the surveyor, had assured the Association, at an earlier meeting, that he had procured the master plan. He promised to make it available to ease the Association’s own input in the matter of the street naming activity. The President had been working on the procurement of the master plan. However, he had not received it yet. The President had also hinted the house on the cost implication of the procurement of the master plan.</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b="1" dirty="0" smtClean="0"/>
              <a:t>Police Patrol</a:t>
            </a:r>
            <a:endParaRPr lang="en-US" dirty="0" smtClean="0"/>
          </a:p>
          <a:p>
            <a:r>
              <a:rPr lang="en-US" dirty="0" smtClean="0"/>
              <a:t>The treasurer had paid all the arrears of allowances due the Police patrol team from December, 2019. However, it has been observed that the Police patrol team had not been regular and effective in the discharge of their duties in the community. The house therefore concluded that the Police showed up when they had received their allowances. </a:t>
            </a:r>
          </a:p>
          <a:p>
            <a:r>
              <a:rPr lang="en-US" dirty="0" smtClean="0"/>
              <a:t>The President and Vice-President would meet with </a:t>
            </a:r>
            <a:r>
              <a:rPr lang="en-US" dirty="0" err="1" smtClean="0"/>
              <a:t>Mr</a:t>
            </a:r>
            <a:r>
              <a:rPr lang="en-US" dirty="0" smtClean="0"/>
              <a:t> </a:t>
            </a:r>
            <a:r>
              <a:rPr lang="en-US" dirty="0" err="1" smtClean="0"/>
              <a:t>Govina</a:t>
            </a:r>
            <a:r>
              <a:rPr lang="en-US" dirty="0" smtClean="0"/>
              <a:t> to discuss the mode of Police patrol in the community.        </a:t>
            </a:r>
            <a:r>
              <a:rPr lang="en-US" b="1" dirty="0" smtClean="0"/>
              <a:t> </a:t>
            </a:r>
            <a:endParaRPr lang="en-US" dirty="0" smtClean="0"/>
          </a:p>
          <a:p>
            <a:r>
              <a:rPr lang="en-US" b="1" dirty="0" smtClean="0"/>
              <a:t>Change of signatories   </a:t>
            </a:r>
            <a:endParaRPr lang="en-US" dirty="0" smtClean="0"/>
          </a:p>
          <a:p>
            <a:r>
              <a:rPr lang="en-US" dirty="0" smtClean="0"/>
              <a:t>The Secretary was to write a letter through Mr. Dennis to the manager of Zenith Bank for the change of signatories to the Association’s bank accounts.  </a:t>
            </a:r>
          </a:p>
          <a:p>
            <a:r>
              <a:rPr lang="en-US" dirty="0" smtClean="0"/>
              <a:t> </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b="1" dirty="0" smtClean="0"/>
              <a:t>Security Issues</a:t>
            </a:r>
            <a:endParaRPr lang="en-US" dirty="0" smtClean="0"/>
          </a:p>
          <a:p>
            <a:r>
              <a:rPr lang="en-US" dirty="0" smtClean="0"/>
              <a:t>The house talked about security consciousness. The activities of tricycle drivers and scrap dealers in the community should be viewed with suspicion. The President and </a:t>
            </a:r>
            <a:r>
              <a:rPr lang="en-US" dirty="0" err="1" smtClean="0"/>
              <a:t>Mr</a:t>
            </a:r>
            <a:r>
              <a:rPr lang="en-US" dirty="0" smtClean="0"/>
              <a:t> Dennis commended members who checked on them when they suspected a strange sound and an unfamiliar parked vehicle.</a:t>
            </a:r>
          </a:p>
          <a:p>
            <a:r>
              <a:rPr lang="en-US" b="1" dirty="0" smtClean="0"/>
              <a:t>New Members</a:t>
            </a:r>
            <a:endParaRPr lang="en-US" dirty="0" smtClean="0"/>
          </a:p>
          <a:p>
            <a:r>
              <a:rPr lang="en-US" dirty="0" smtClean="0"/>
              <a:t>In addition to letters being written to invite new members to join the Association, it was suggested that the Executive made personal calls on new residents to introduce the Association to them and to invite them, in a persuasive way, to our meetings.</a:t>
            </a:r>
          </a:p>
          <a:p>
            <a:r>
              <a:rPr lang="en-US" dirty="0" smtClean="0"/>
              <a:t> </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40000" lnSpcReduction="20000"/>
          </a:bodyPr>
          <a:lstStyle/>
          <a:p>
            <a:r>
              <a:rPr lang="en-US" b="1" dirty="0" smtClean="0"/>
              <a:t>ANY OTHER BUSINESS</a:t>
            </a:r>
            <a:endParaRPr lang="en-US" dirty="0" smtClean="0"/>
          </a:p>
          <a:p>
            <a:r>
              <a:rPr lang="en-US" b="1" dirty="0" smtClean="0"/>
              <a:t> </a:t>
            </a:r>
            <a:endParaRPr lang="en-US" dirty="0" smtClean="0"/>
          </a:p>
          <a:p>
            <a:r>
              <a:rPr lang="en-US" b="1" dirty="0" smtClean="0"/>
              <a:t>End-of-year Get-together</a:t>
            </a:r>
            <a:endParaRPr lang="en-US" dirty="0" smtClean="0"/>
          </a:p>
          <a:p>
            <a:r>
              <a:rPr lang="en-US" dirty="0" smtClean="0"/>
              <a:t>The end-of-year get-together was on the 26</a:t>
            </a:r>
            <a:r>
              <a:rPr lang="en-US" baseline="30000" dirty="0" smtClean="0"/>
              <a:t>th</a:t>
            </a:r>
            <a:r>
              <a:rPr lang="en-US" dirty="0" smtClean="0"/>
              <a:t> of January 2020 and it was organized by the Welfare Committee. The event was preceded by a brief meeting by the house. Members contributed GHC20 per person towards it. The house was refreshed by the Grace Hill School of Technology. The children present were entertained and the ambience was blissful. </a:t>
            </a:r>
          </a:p>
          <a:p>
            <a:r>
              <a:rPr lang="en-US" dirty="0" smtClean="0"/>
              <a:t> </a:t>
            </a:r>
          </a:p>
          <a:p>
            <a:r>
              <a:rPr lang="en-US" b="1" dirty="0" err="1" smtClean="0"/>
              <a:t>Zoomlion</a:t>
            </a:r>
            <a:endParaRPr lang="en-US" dirty="0" smtClean="0"/>
          </a:p>
          <a:p>
            <a:r>
              <a:rPr lang="en-US" dirty="0" smtClean="0"/>
              <a:t>The Treasurer has assumed the money collection duties for </a:t>
            </a:r>
            <a:r>
              <a:rPr lang="en-US" dirty="0" err="1" smtClean="0"/>
              <a:t>Zoomlion</a:t>
            </a:r>
            <a:r>
              <a:rPr lang="en-US" dirty="0" smtClean="0"/>
              <a:t>. All payments should be channeled through him. This will streamline communication between the community and </a:t>
            </a:r>
            <a:r>
              <a:rPr lang="en-US" dirty="0" err="1" smtClean="0"/>
              <a:t>Zoomlion</a:t>
            </a:r>
            <a:r>
              <a:rPr lang="en-US" dirty="0" smtClean="0"/>
              <a:t>. </a:t>
            </a:r>
          </a:p>
          <a:p>
            <a:r>
              <a:rPr lang="en-US" dirty="0" smtClean="0"/>
              <a:t> </a:t>
            </a:r>
          </a:p>
          <a:p>
            <a:r>
              <a:rPr lang="en-US" b="1" dirty="0" smtClean="0"/>
              <a:t>Police Post</a:t>
            </a:r>
            <a:endParaRPr lang="en-US" dirty="0" smtClean="0"/>
          </a:p>
          <a:p>
            <a:r>
              <a:rPr lang="en-US" dirty="0" smtClean="0"/>
              <a:t>Mr. Dennis gave an update on the police post. The Association should make the necessary contacts in order to get hold of the site plan.</a:t>
            </a:r>
          </a:p>
          <a:p>
            <a:r>
              <a:rPr lang="en-US" b="1" dirty="0" smtClean="0"/>
              <a:t>Security Systems</a:t>
            </a:r>
            <a:endParaRPr lang="en-US" dirty="0" smtClean="0"/>
          </a:p>
          <a:p>
            <a:r>
              <a:rPr lang="en-US" dirty="0" smtClean="0"/>
              <a:t>The house was briefed by Prof. </a:t>
            </a:r>
            <a:r>
              <a:rPr lang="en-US" dirty="0" err="1" smtClean="0"/>
              <a:t>Anamuah-Mensah</a:t>
            </a:r>
            <a:r>
              <a:rPr lang="en-US" dirty="0" smtClean="0"/>
              <a:t> on the </a:t>
            </a:r>
            <a:r>
              <a:rPr lang="en-US" dirty="0" err="1" smtClean="0"/>
              <a:t>Ring.Com</a:t>
            </a:r>
            <a:r>
              <a:rPr lang="en-US" dirty="0" smtClean="0"/>
              <a:t> and </a:t>
            </a:r>
            <a:r>
              <a:rPr lang="en-US" dirty="0" err="1" smtClean="0"/>
              <a:t>Wazy</a:t>
            </a:r>
            <a:r>
              <a:rPr lang="en-US" dirty="0" smtClean="0"/>
              <a:t> security systems. According to Prof., the systems are online and interested members should be connected to the Internet. The security systems provide alerts and recordings on occurrences in the house. A user could retrieve information on previous activities in the house. The cost of a single set of the Ring.com device is $150 while the </a:t>
            </a:r>
            <a:r>
              <a:rPr lang="en-US" dirty="0" err="1" smtClean="0"/>
              <a:t>Wazy</a:t>
            </a:r>
            <a:r>
              <a:rPr lang="en-US" dirty="0" smtClean="0"/>
              <a:t> is $20.</a:t>
            </a:r>
          </a:p>
          <a:p>
            <a:r>
              <a:rPr lang="en-US" dirty="0" smtClean="0"/>
              <a:t>    </a:t>
            </a:r>
          </a:p>
          <a:p>
            <a:endParaRPr lang="en-US" dirty="0" smtClean="0"/>
          </a:p>
          <a:p>
            <a:r>
              <a:rPr lang="en-US" dirty="0" smtClean="0"/>
              <a:t> </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b="1" dirty="0" smtClean="0"/>
              <a:t>CLOSING</a:t>
            </a:r>
            <a:endParaRPr lang="en-US" dirty="0" smtClean="0"/>
          </a:p>
          <a:p>
            <a:r>
              <a:rPr lang="en-US" dirty="0" smtClean="0"/>
              <a:t>In the absence of any further deliberations, Prof. </a:t>
            </a:r>
            <a:r>
              <a:rPr lang="en-US" dirty="0" err="1" smtClean="0"/>
              <a:t>Anamuah-Mensah</a:t>
            </a:r>
            <a:r>
              <a:rPr lang="en-US" dirty="0" smtClean="0"/>
              <a:t> moved for the closure of the meeting. He was seconded by Prof. </a:t>
            </a:r>
            <a:r>
              <a:rPr lang="en-US" dirty="0" err="1" smtClean="0"/>
              <a:t>Akua</a:t>
            </a:r>
            <a:r>
              <a:rPr lang="en-US" dirty="0" smtClean="0"/>
              <a:t> </a:t>
            </a:r>
            <a:r>
              <a:rPr lang="en-US" dirty="0" err="1" smtClean="0"/>
              <a:t>Britwum</a:t>
            </a:r>
            <a:r>
              <a:rPr lang="en-US" dirty="0" smtClean="0"/>
              <a:t>. The meeting finally ended at 5:25pm.</a:t>
            </a:r>
          </a:p>
          <a:p>
            <a:r>
              <a:rPr lang="en-US" dirty="0" smtClean="0"/>
              <a:t> </a:t>
            </a:r>
          </a:p>
          <a:p>
            <a:r>
              <a:rPr lang="en-US" dirty="0" smtClean="0"/>
              <a:t> </a:t>
            </a:r>
          </a:p>
          <a:p>
            <a:r>
              <a:rPr lang="en-US" b="1" dirty="0" smtClean="0"/>
              <a:t>ENDORSEMENT</a:t>
            </a:r>
            <a:endParaRPr lang="en-US" dirty="0" smtClean="0"/>
          </a:p>
          <a:p>
            <a:r>
              <a:rPr lang="en-US" b="1" dirty="0" smtClean="0"/>
              <a:t> </a:t>
            </a:r>
            <a:endParaRPr lang="en-US" dirty="0" smtClean="0"/>
          </a:p>
          <a:p>
            <a:r>
              <a:rPr lang="en-US" b="1" dirty="0" smtClean="0"/>
              <a:t>…………………………………….                                  ……………………………….</a:t>
            </a:r>
            <a:endParaRPr lang="en-US" dirty="0" smtClean="0"/>
          </a:p>
          <a:p>
            <a:r>
              <a:rPr lang="en-US" b="1" dirty="0" smtClean="0"/>
              <a:t>Prof Atta </a:t>
            </a:r>
            <a:r>
              <a:rPr lang="en-US" b="1" dirty="0" err="1" smtClean="0"/>
              <a:t>Britwum</a:t>
            </a:r>
            <a:r>
              <a:rPr lang="en-US" b="1" dirty="0" smtClean="0"/>
              <a:t>							Dr. Richard Torto</a:t>
            </a:r>
            <a:endParaRPr lang="en-US" dirty="0" smtClean="0"/>
          </a:p>
          <a:p>
            <a:r>
              <a:rPr lang="en-US" b="1" smtClean="0"/>
              <a:t>      (President) 							     (Secretary)</a:t>
            </a:r>
            <a:endParaRPr lang="en-US" smtClean="0"/>
          </a:p>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213</TotalTime>
  <Words>942</Words>
  <Application>Microsoft Office PowerPoint</Application>
  <PresentationFormat>On-screen Show (4:3)</PresentationFormat>
  <Paragraphs>155</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Department of Communication Studies</vt:lpstr>
      <vt:lpstr>MINUTES WRITING</vt:lpstr>
      <vt:lpstr>PowerPoint Presentation</vt:lpstr>
      <vt:lpstr>TYPES OF MINUTES</vt:lpstr>
      <vt:lpstr>LANGUAGE OF MINUTES</vt:lpstr>
      <vt:lpstr>STUCTURE OF MINUTES</vt:lpstr>
      <vt:lpstr>STRUCTURE OF MINUTES, CONT.</vt:lpstr>
      <vt:lpstr>IMPORTANCE OF MINUTES</vt:lpstr>
      <vt:lpstr>SAMPLE MINUTES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Toshiba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Torto</dc:creator>
  <cp:lastModifiedBy>TheoNartey</cp:lastModifiedBy>
  <cp:revision>20</cp:revision>
  <dcterms:created xsi:type="dcterms:W3CDTF">2020-04-04T11:29:03Z</dcterms:created>
  <dcterms:modified xsi:type="dcterms:W3CDTF">2020-04-07T08:36:30Z</dcterms:modified>
</cp:coreProperties>
</file>