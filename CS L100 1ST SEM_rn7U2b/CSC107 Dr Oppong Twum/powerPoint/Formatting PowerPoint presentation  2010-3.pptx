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9"/>
  </p:notesMasterIdLst>
  <p:sldIdLst>
    <p:sldId id="260" r:id="rId2"/>
    <p:sldId id="385" r:id="rId3"/>
    <p:sldId id="294" r:id="rId4"/>
    <p:sldId id="264" r:id="rId5"/>
    <p:sldId id="591" r:id="rId6"/>
    <p:sldId id="592" r:id="rId7"/>
    <p:sldId id="593" r:id="rId8"/>
    <p:sldId id="594" r:id="rId9"/>
    <p:sldId id="595" r:id="rId10"/>
    <p:sldId id="596" r:id="rId11"/>
    <p:sldId id="597" r:id="rId12"/>
    <p:sldId id="598" r:id="rId13"/>
    <p:sldId id="599" r:id="rId14"/>
    <p:sldId id="600" r:id="rId15"/>
    <p:sldId id="601" r:id="rId16"/>
    <p:sldId id="602" r:id="rId17"/>
    <p:sldId id="604" r:id="rId18"/>
    <p:sldId id="605" r:id="rId19"/>
    <p:sldId id="606" r:id="rId20"/>
    <p:sldId id="607" r:id="rId21"/>
    <p:sldId id="608" r:id="rId22"/>
    <p:sldId id="609" r:id="rId23"/>
    <p:sldId id="610" r:id="rId24"/>
    <p:sldId id="611" r:id="rId25"/>
    <p:sldId id="612" r:id="rId26"/>
    <p:sldId id="613" r:id="rId27"/>
    <p:sldId id="614" r:id="rId28"/>
    <p:sldId id="615" r:id="rId29"/>
    <p:sldId id="616" r:id="rId30"/>
    <p:sldId id="617" r:id="rId31"/>
    <p:sldId id="618" r:id="rId32"/>
    <p:sldId id="620" r:id="rId33"/>
    <p:sldId id="619" r:id="rId34"/>
    <p:sldId id="621" r:id="rId35"/>
    <p:sldId id="622" r:id="rId36"/>
    <p:sldId id="623" r:id="rId37"/>
    <p:sldId id="624" r:id="rId38"/>
    <p:sldId id="625" r:id="rId39"/>
    <p:sldId id="626" r:id="rId40"/>
    <p:sldId id="627" r:id="rId41"/>
    <p:sldId id="628" r:id="rId42"/>
    <p:sldId id="629" r:id="rId43"/>
    <p:sldId id="630" r:id="rId44"/>
    <p:sldId id="631" r:id="rId45"/>
    <p:sldId id="632" r:id="rId46"/>
    <p:sldId id="633" r:id="rId47"/>
    <p:sldId id="634" r:id="rId48"/>
    <p:sldId id="635" r:id="rId49"/>
    <p:sldId id="636" r:id="rId50"/>
    <p:sldId id="637" r:id="rId51"/>
    <p:sldId id="638" r:id="rId52"/>
    <p:sldId id="639" r:id="rId53"/>
    <p:sldId id="640" r:id="rId54"/>
    <p:sldId id="641" r:id="rId55"/>
    <p:sldId id="642" r:id="rId56"/>
    <p:sldId id="440" r:id="rId57"/>
    <p:sldId id="384" r:id="rId5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8" d="100"/>
          <a:sy n="68" d="100"/>
        </p:scale>
        <p:origin x="-1446" y="-12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Introduction </a:t>
          </a:r>
        </a:p>
        <a:p>
          <a:r>
            <a:rPr lang="en-US" dirty="0"/>
            <a:t>to </a:t>
          </a:r>
          <a:endParaRPr lang="en-US" dirty="0" smtClean="0"/>
        </a:p>
        <a:p>
          <a:r>
            <a:rPr lang="en-US" dirty="0" smtClean="0"/>
            <a:t>Microsoft PowerPoint 2010</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0B62D86B-A0DA-4B75-8C82-CC0B7B67BE45}" type="presOf" srcId="{7D821BC7-213D-4CEC-978A-9CFFE70F3D67}" destId="{9972E4C6-FDD6-4F32-8994-B9E0115268C3}"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36C3BEF2-2DBA-42EB-9810-973BE445D0C7}" type="presOf" srcId="{3DE9E547-3C66-4E5D-9D07-0515EED2B913}" destId="{46A1C575-DE29-4021-A28C-E1E7FA78085E}" srcOrd="0" destOrd="0" presId="urn:microsoft.com/office/officeart/2005/8/layout/default#1"/>
    <dgm:cxn modelId="{9FF98F3C-4B54-499E-81E4-D4C2F1EE2959}"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smtClean="0"/>
            <a:t>Formatting Presentation in Word 2010</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65DCDAFD-8909-4CCC-96D3-23F19B6A2257}" type="presOf" srcId="{7D821BC7-213D-4CEC-978A-9CFFE70F3D67}" destId="{9972E4C6-FDD6-4F32-8994-B9E0115268C3}" srcOrd="0" destOrd="0" presId="urn:microsoft.com/office/officeart/2005/8/layout/default#1"/>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smtClean="0"/>
            <a:t>How to manage font </a:t>
          </a:r>
          <a:endParaRPr lang="en-US" dirty="0"/>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smtClean="0"/>
            <a:t>How to set Text fonts </a:t>
          </a:r>
          <a:endParaRPr lang="en-US" dirty="0"/>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C11B75ED-B46B-4BF2-80F2-DA583A75044E}">
      <dgm:prSet/>
      <dgm:spPr/>
      <dgm:t>
        <a:bodyPr/>
        <a:lstStyle/>
        <a:p>
          <a:r>
            <a:rPr lang="en-US" dirty="0" smtClean="0"/>
            <a:t>How to do text decoration </a:t>
          </a:r>
          <a:endParaRPr lang="en-US" dirty="0"/>
        </a:p>
      </dgm:t>
    </dgm:pt>
    <dgm:pt modelId="{5645C486-8F55-4C5D-BAFE-57B0FB9C1457}" type="parTrans" cxnId="{0DB3BCB8-BFA0-457C-84E0-1D03CDEA15BA}">
      <dgm:prSet/>
      <dgm:spPr/>
      <dgm:t>
        <a:bodyPr/>
        <a:lstStyle/>
        <a:p>
          <a:endParaRPr lang="en-US"/>
        </a:p>
      </dgm:t>
    </dgm:pt>
    <dgm:pt modelId="{0F8F958D-95B3-4287-AB04-371DBF737C1C}" type="sibTrans" cxnId="{0DB3BCB8-BFA0-457C-84E0-1D03CDEA15BA}">
      <dgm:prSet/>
      <dgm:spPr/>
      <dgm:t>
        <a:bodyPr/>
        <a:lstStyle/>
        <a:p>
          <a:endParaRPr lang="en-US"/>
        </a:p>
      </dgm:t>
    </dgm:pt>
    <dgm:pt modelId="{23F2D5E2-61FA-40AD-9F7D-BF405C8CDFAE}">
      <dgm:prSet/>
      <dgm:spPr/>
      <dgm:t>
        <a:bodyPr/>
        <a:lstStyle/>
        <a:p>
          <a:r>
            <a:rPr lang="en-US" dirty="0" smtClean="0"/>
            <a:t>How to change text case</a:t>
          </a:r>
          <a:endParaRPr lang="en-US" dirty="0"/>
        </a:p>
      </dgm:t>
    </dgm:pt>
    <dgm:pt modelId="{AB5E8461-293C-485A-87B5-1F0B83CE1442}" type="parTrans" cxnId="{FBDBE29A-0A0F-4D97-8A3B-694C132A4FE5}">
      <dgm:prSet/>
      <dgm:spPr/>
      <dgm:t>
        <a:bodyPr/>
        <a:lstStyle/>
        <a:p>
          <a:endParaRPr lang="en-US"/>
        </a:p>
      </dgm:t>
    </dgm:pt>
    <dgm:pt modelId="{2155DDCB-A76B-4506-AD94-A2E4AE9F6F2F}" type="sibTrans" cxnId="{FBDBE29A-0A0F-4D97-8A3B-694C132A4FE5}">
      <dgm:prSet/>
      <dgm:spPr/>
      <dgm:t>
        <a:bodyPr/>
        <a:lstStyle/>
        <a:p>
          <a:endParaRPr lang="en-US"/>
        </a:p>
      </dgm:t>
    </dgm:pt>
    <dgm:pt modelId="{D032DDD3-5BE8-4773-89B2-68CD8965B3E6}">
      <dgm:prSet/>
      <dgm:spPr/>
      <dgm:t>
        <a:bodyPr/>
        <a:lstStyle/>
        <a:p>
          <a:r>
            <a:rPr lang="en-US" dirty="0" smtClean="0"/>
            <a:t>How to change text size</a:t>
          </a:r>
          <a:endParaRPr lang="en-US" dirty="0"/>
        </a:p>
      </dgm:t>
    </dgm:pt>
    <dgm:pt modelId="{81D33D49-3010-4917-BC50-D44BA8B22DF2}" type="parTrans" cxnId="{864161E3-D902-466F-A23C-0B9201C3B39B}">
      <dgm:prSet/>
      <dgm:spPr/>
      <dgm:t>
        <a:bodyPr/>
        <a:lstStyle/>
        <a:p>
          <a:endParaRPr lang="en-US"/>
        </a:p>
      </dgm:t>
    </dgm:pt>
    <dgm:pt modelId="{C692D208-6BD8-417E-A3C9-418AEBD7A4B3}" type="sibTrans" cxnId="{864161E3-D902-466F-A23C-0B9201C3B39B}">
      <dgm:prSet/>
      <dgm:spPr/>
      <dgm:t>
        <a:bodyPr/>
        <a:lstStyle/>
        <a:p>
          <a:endParaRPr lang="en-US"/>
        </a:p>
      </dgm:t>
    </dgm:pt>
    <dgm:pt modelId="{0C2A3C5A-0AE4-41C1-AA5D-5BC4E760C57F}">
      <dgm:prSet/>
      <dgm:spPr/>
      <dgm:t>
        <a:bodyPr/>
        <a:lstStyle/>
        <a:p>
          <a:r>
            <a:rPr lang="en-US" dirty="0" smtClean="0"/>
            <a:t>How to change text color</a:t>
          </a:r>
          <a:endParaRPr lang="en-US" dirty="0"/>
        </a:p>
      </dgm:t>
    </dgm:pt>
    <dgm:pt modelId="{C63CDA1C-7537-4175-AE85-DCCC8B9595D5}" type="parTrans" cxnId="{86E31C76-0D62-4F6E-AF30-DF0CF87F6868}">
      <dgm:prSet/>
      <dgm:spPr/>
      <dgm:t>
        <a:bodyPr/>
        <a:lstStyle/>
        <a:p>
          <a:endParaRPr lang="en-US"/>
        </a:p>
      </dgm:t>
    </dgm:pt>
    <dgm:pt modelId="{C25ACD3C-6ADA-4FCF-83F9-C46AF1053BB7}" type="sibTrans" cxnId="{86E31C76-0D62-4F6E-AF30-DF0CF87F6868}">
      <dgm:prSet/>
      <dgm:spPr/>
      <dgm:t>
        <a:bodyPr/>
        <a:lstStyle/>
        <a:p>
          <a:endParaRPr lang="en-US"/>
        </a:p>
      </dgm:t>
    </dgm:pt>
    <dgm:pt modelId="{B9D2FC92-ECB4-4D54-9508-F43A91E7E65C}">
      <dgm:prSet/>
      <dgm:spPr/>
      <dgm:t>
        <a:bodyPr/>
        <a:lstStyle/>
        <a:p>
          <a:r>
            <a:rPr lang="en-GB" dirty="0"/>
            <a:t>How </a:t>
          </a:r>
          <a:r>
            <a:rPr lang="en-GB" dirty="0" smtClean="0"/>
            <a:t>to do text alignments</a:t>
          </a:r>
          <a:endParaRPr lang="en-GB" dirty="0"/>
        </a:p>
      </dgm:t>
    </dgm:pt>
    <dgm:pt modelId="{78D7DF5E-40D2-4C2E-A6D8-113A5982009C}" type="parTrans" cxnId="{7F547AE8-3119-406B-94F9-F606AA7491D7}">
      <dgm:prSet/>
      <dgm:spPr/>
      <dgm:t>
        <a:bodyPr/>
        <a:lstStyle/>
        <a:p>
          <a:endParaRPr lang="en-GB"/>
        </a:p>
      </dgm:t>
    </dgm:pt>
    <dgm:pt modelId="{E2B3D82B-B21B-4F72-B2BC-78A1696AD170}" type="sibTrans" cxnId="{7F547AE8-3119-406B-94F9-F606AA7491D7}">
      <dgm:prSet/>
      <dgm:spPr/>
      <dgm:t>
        <a:bodyPr/>
        <a:lstStyle/>
        <a:p>
          <a:endParaRPr lang="en-GB"/>
        </a:p>
      </dgm:t>
    </dgm:pt>
    <dgm:pt modelId="{476A1A6D-9E32-412F-852C-EA036D2EA443}">
      <dgm:prSet/>
      <dgm:spPr/>
      <dgm:t>
        <a:bodyPr/>
        <a:lstStyle/>
        <a:p>
          <a:r>
            <a:rPr lang="en-GB" dirty="0"/>
            <a:t>How to </a:t>
          </a:r>
          <a:r>
            <a:rPr lang="en-GB" dirty="0" smtClean="0"/>
            <a:t>indent paragraphs</a:t>
          </a:r>
          <a:endParaRPr lang="en-GB" dirty="0"/>
        </a:p>
      </dgm:t>
    </dgm:pt>
    <dgm:pt modelId="{A6D156B3-65C8-4D8D-9BA4-CBE69004882B}" type="parTrans" cxnId="{9F622BE6-A9AE-4059-9547-F4054D63F899}">
      <dgm:prSet/>
      <dgm:spPr/>
      <dgm:t>
        <a:bodyPr/>
        <a:lstStyle/>
        <a:p>
          <a:endParaRPr lang="en-GB"/>
        </a:p>
      </dgm:t>
    </dgm:pt>
    <dgm:pt modelId="{3C054B08-0B7E-409B-8D87-F73633A89691}" type="sibTrans" cxnId="{9F622BE6-A9AE-4059-9547-F4054D63F899}">
      <dgm:prSet/>
      <dgm:spPr/>
      <dgm:t>
        <a:bodyPr/>
        <a:lstStyle/>
        <a:p>
          <a:endParaRPr lang="en-GB"/>
        </a:p>
      </dgm:t>
    </dgm:pt>
    <dgm:pt modelId="{46AD4FAA-08CF-46B0-A6A5-C2E3B45434F7}">
      <dgm:prSet/>
      <dgm:spPr/>
      <dgm:t>
        <a:bodyPr/>
        <a:lstStyle/>
        <a:p>
          <a:r>
            <a:rPr lang="en-GB" dirty="0"/>
            <a:t>How to </a:t>
          </a:r>
          <a:r>
            <a:rPr lang="en-GB" dirty="0" smtClean="0"/>
            <a:t>set line spacing</a:t>
          </a:r>
          <a:endParaRPr lang="en-GB" dirty="0"/>
        </a:p>
      </dgm:t>
    </dgm:pt>
    <dgm:pt modelId="{20C8D365-4B2A-4C54-8F84-5246FC8CB85C}" type="parTrans" cxnId="{E9D93D48-8525-4B81-907E-00F2C7F5CA04}">
      <dgm:prSet/>
      <dgm:spPr/>
      <dgm:t>
        <a:bodyPr/>
        <a:lstStyle/>
        <a:p>
          <a:endParaRPr lang="en-GB"/>
        </a:p>
      </dgm:t>
    </dgm:pt>
    <dgm:pt modelId="{80CEB547-75E7-4B34-98D7-8DC4085FABC1}" type="sibTrans" cxnId="{E9D93D48-8525-4B81-907E-00F2C7F5CA04}">
      <dgm:prSet/>
      <dgm:spPr/>
      <dgm:t>
        <a:bodyPr/>
        <a:lstStyle/>
        <a:p>
          <a:endParaRPr lang="en-GB"/>
        </a:p>
      </dgm:t>
    </dgm:pt>
    <dgm:pt modelId="{E78E9149-F398-4971-8F49-24F74A9B7CA4}">
      <dgm:prSet/>
      <dgm:spPr/>
      <dgm:t>
        <a:bodyPr/>
        <a:lstStyle/>
        <a:p>
          <a:r>
            <a:rPr lang="en-GB" dirty="0" smtClean="0"/>
            <a:t>How to set borders and shades</a:t>
          </a:r>
          <a:endParaRPr lang="en-GB" dirty="0"/>
        </a:p>
      </dgm:t>
    </dgm:pt>
    <dgm:pt modelId="{EF4A9A1E-41C1-476C-992E-F95677BE25F5}" type="parTrans" cxnId="{2929454B-6C66-44AC-9FDD-F30157A5F3D8}">
      <dgm:prSet/>
      <dgm:spPr/>
      <dgm:t>
        <a:bodyPr/>
        <a:lstStyle/>
        <a:p>
          <a:endParaRPr lang="en-GB"/>
        </a:p>
      </dgm:t>
    </dgm:pt>
    <dgm:pt modelId="{7AEA9C32-2BA4-4C55-9E71-48C732BF5969}" type="sibTrans" cxnId="{2929454B-6C66-44AC-9FDD-F30157A5F3D8}">
      <dgm:prSet/>
      <dgm:spPr/>
      <dgm:t>
        <a:bodyPr/>
        <a:lstStyle/>
        <a:p>
          <a:endParaRPr lang="en-GB"/>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E43CDCF3-D5B2-4556-A6FF-1FBA940E878F}" type="pres">
      <dgm:prSet presAssocID="{F9022B54-68C2-4973-9A00-460029290542}" presName="node" presStyleLbl="node1" presStyleIdx="0" presStyleCnt="10">
        <dgm:presLayoutVars>
          <dgm:bulletEnabled val="1"/>
        </dgm:presLayoutVars>
      </dgm:prSet>
      <dgm:spPr/>
      <dgm:t>
        <a:bodyPr/>
        <a:lstStyle/>
        <a:p>
          <a:endParaRPr lang="en-GB"/>
        </a:p>
      </dgm:t>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10">
        <dgm:presLayoutVars>
          <dgm:bulletEnabled val="1"/>
        </dgm:presLayoutVars>
      </dgm:prSet>
      <dgm:spPr/>
      <dgm:t>
        <a:bodyPr/>
        <a:lstStyle/>
        <a:p>
          <a:endParaRPr lang="en-GB"/>
        </a:p>
      </dgm:t>
    </dgm:pt>
    <dgm:pt modelId="{94E3CC2B-92E4-4B0C-B930-B4411572BF9F}" type="pres">
      <dgm:prSet presAssocID="{8B37F55B-F450-4B0B-98F7-A2B490DAC81A}" presName="sibTrans" presStyleCnt="0"/>
      <dgm:spPr/>
    </dgm:pt>
    <dgm:pt modelId="{D32AB574-D896-42B8-809A-74BD322B19E9}" type="pres">
      <dgm:prSet presAssocID="{C11B75ED-B46B-4BF2-80F2-DA583A75044E}" presName="node" presStyleLbl="node1" presStyleIdx="2" presStyleCnt="10">
        <dgm:presLayoutVars>
          <dgm:bulletEnabled val="1"/>
        </dgm:presLayoutVars>
      </dgm:prSet>
      <dgm:spPr/>
      <dgm:t>
        <a:bodyPr/>
        <a:lstStyle/>
        <a:p>
          <a:endParaRPr lang="en-GB"/>
        </a:p>
      </dgm:t>
    </dgm:pt>
    <dgm:pt modelId="{8FCDC96A-B844-4560-9827-3799EB37A607}" type="pres">
      <dgm:prSet presAssocID="{0F8F958D-95B3-4287-AB04-371DBF737C1C}" presName="sibTrans" presStyleCnt="0"/>
      <dgm:spPr/>
    </dgm:pt>
    <dgm:pt modelId="{126D987F-03E4-4E3A-BED9-08B6BA3A15AB}" type="pres">
      <dgm:prSet presAssocID="{23F2D5E2-61FA-40AD-9F7D-BF405C8CDFAE}" presName="node" presStyleLbl="node1" presStyleIdx="3" presStyleCnt="10">
        <dgm:presLayoutVars>
          <dgm:bulletEnabled val="1"/>
        </dgm:presLayoutVars>
      </dgm:prSet>
      <dgm:spPr/>
      <dgm:t>
        <a:bodyPr/>
        <a:lstStyle/>
        <a:p>
          <a:endParaRPr lang="en-GB"/>
        </a:p>
      </dgm:t>
    </dgm:pt>
    <dgm:pt modelId="{E35D6D9B-6CD2-4458-885A-62ADB7B92653}" type="pres">
      <dgm:prSet presAssocID="{2155DDCB-A76B-4506-AD94-A2E4AE9F6F2F}" presName="sibTrans" presStyleCnt="0"/>
      <dgm:spPr/>
    </dgm:pt>
    <dgm:pt modelId="{A0EFA616-1553-4077-9D32-88AE20AC0552}" type="pres">
      <dgm:prSet presAssocID="{D032DDD3-5BE8-4773-89B2-68CD8965B3E6}" presName="node" presStyleLbl="node1" presStyleIdx="4" presStyleCnt="10">
        <dgm:presLayoutVars>
          <dgm:bulletEnabled val="1"/>
        </dgm:presLayoutVars>
      </dgm:prSet>
      <dgm:spPr/>
      <dgm:t>
        <a:bodyPr/>
        <a:lstStyle/>
        <a:p>
          <a:endParaRPr lang="en-GB"/>
        </a:p>
      </dgm:t>
    </dgm:pt>
    <dgm:pt modelId="{4543EDFD-DAD7-4CC1-8700-DF379CC38E62}" type="pres">
      <dgm:prSet presAssocID="{C692D208-6BD8-417E-A3C9-418AEBD7A4B3}" presName="sibTrans" presStyleCnt="0"/>
      <dgm:spPr/>
    </dgm:pt>
    <dgm:pt modelId="{D944875E-4200-44D3-9F4D-D995865E5F68}" type="pres">
      <dgm:prSet presAssocID="{0C2A3C5A-0AE4-41C1-AA5D-5BC4E760C57F}" presName="node" presStyleLbl="node1" presStyleIdx="5" presStyleCnt="10">
        <dgm:presLayoutVars>
          <dgm:bulletEnabled val="1"/>
        </dgm:presLayoutVars>
      </dgm:prSet>
      <dgm:spPr/>
      <dgm:t>
        <a:bodyPr/>
        <a:lstStyle/>
        <a:p>
          <a:endParaRPr lang="en-GB"/>
        </a:p>
      </dgm:t>
    </dgm:pt>
    <dgm:pt modelId="{78CB8F77-3CF7-4A24-AB1C-13517BFF6342}" type="pres">
      <dgm:prSet presAssocID="{C25ACD3C-6ADA-4FCF-83F9-C46AF1053BB7}" presName="sibTrans" presStyleCnt="0"/>
      <dgm:spPr/>
    </dgm:pt>
    <dgm:pt modelId="{4F3BB94F-726F-42B1-B2C9-9077543F3D05}" type="pres">
      <dgm:prSet presAssocID="{B9D2FC92-ECB4-4D54-9508-F43A91E7E65C}" presName="node" presStyleLbl="node1" presStyleIdx="6" presStyleCnt="10">
        <dgm:presLayoutVars>
          <dgm:bulletEnabled val="1"/>
        </dgm:presLayoutVars>
      </dgm:prSet>
      <dgm:spPr/>
      <dgm:t>
        <a:bodyPr/>
        <a:lstStyle/>
        <a:p>
          <a:endParaRPr lang="en-GB"/>
        </a:p>
      </dgm:t>
    </dgm:pt>
    <dgm:pt modelId="{A5408A91-DCB4-4486-8086-1187B0570DB1}" type="pres">
      <dgm:prSet presAssocID="{E2B3D82B-B21B-4F72-B2BC-78A1696AD170}" presName="sibTrans" presStyleCnt="0"/>
      <dgm:spPr/>
    </dgm:pt>
    <dgm:pt modelId="{31EA35DB-A737-45B2-AEA8-3AC4C64F3EDA}" type="pres">
      <dgm:prSet presAssocID="{476A1A6D-9E32-412F-852C-EA036D2EA443}" presName="node" presStyleLbl="node1" presStyleIdx="7" presStyleCnt="10">
        <dgm:presLayoutVars>
          <dgm:bulletEnabled val="1"/>
        </dgm:presLayoutVars>
      </dgm:prSet>
      <dgm:spPr/>
      <dgm:t>
        <a:bodyPr/>
        <a:lstStyle/>
        <a:p>
          <a:endParaRPr lang="en-GB"/>
        </a:p>
      </dgm:t>
    </dgm:pt>
    <dgm:pt modelId="{65BDC7F1-CE1E-4FAA-97DC-B6E857B3C9A4}" type="pres">
      <dgm:prSet presAssocID="{3C054B08-0B7E-409B-8D87-F73633A89691}" presName="sibTrans" presStyleCnt="0"/>
      <dgm:spPr/>
    </dgm:pt>
    <dgm:pt modelId="{FDE44B15-3789-4C35-B1D8-5100954711D8}" type="pres">
      <dgm:prSet presAssocID="{46AD4FAA-08CF-46B0-A6A5-C2E3B45434F7}" presName="node" presStyleLbl="node1" presStyleIdx="8" presStyleCnt="10">
        <dgm:presLayoutVars>
          <dgm:bulletEnabled val="1"/>
        </dgm:presLayoutVars>
      </dgm:prSet>
      <dgm:spPr/>
      <dgm:t>
        <a:bodyPr/>
        <a:lstStyle/>
        <a:p>
          <a:endParaRPr lang="en-GB"/>
        </a:p>
      </dgm:t>
    </dgm:pt>
    <dgm:pt modelId="{A7E9D12B-A986-48FB-B113-9D7A91177FB8}" type="pres">
      <dgm:prSet presAssocID="{80CEB547-75E7-4B34-98D7-8DC4085FABC1}" presName="sibTrans" presStyleCnt="0"/>
      <dgm:spPr/>
    </dgm:pt>
    <dgm:pt modelId="{6DB816B9-8BAD-42B5-8E11-013AACDC818E}" type="pres">
      <dgm:prSet presAssocID="{E78E9149-F398-4971-8F49-24F74A9B7CA4}" presName="node" presStyleLbl="node1" presStyleIdx="9" presStyleCnt="10">
        <dgm:presLayoutVars>
          <dgm:bulletEnabled val="1"/>
        </dgm:presLayoutVars>
      </dgm:prSet>
      <dgm:spPr/>
      <dgm:t>
        <a:bodyPr/>
        <a:lstStyle/>
        <a:p>
          <a:endParaRPr lang="en-GB"/>
        </a:p>
      </dgm:t>
    </dgm:pt>
  </dgm:ptLst>
  <dgm:cxnLst>
    <dgm:cxn modelId="{2929454B-6C66-44AC-9FDD-F30157A5F3D8}" srcId="{3DE9E547-3C66-4E5D-9D07-0515EED2B913}" destId="{E78E9149-F398-4971-8F49-24F74A9B7CA4}" srcOrd="9" destOrd="0" parTransId="{EF4A9A1E-41C1-476C-992E-F95677BE25F5}" sibTransId="{7AEA9C32-2BA4-4C55-9E71-48C732BF5969}"/>
    <dgm:cxn modelId="{864161E3-D902-466F-A23C-0B9201C3B39B}" srcId="{3DE9E547-3C66-4E5D-9D07-0515EED2B913}" destId="{D032DDD3-5BE8-4773-89B2-68CD8965B3E6}" srcOrd="4" destOrd="0" parTransId="{81D33D49-3010-4917-BC50-D44BA8B22DF2}" sibTransId="{C692D208-6BD8-417E-A3C9-418AEBD7A4B3}"/>
    <dgm:cxn modelId="{A8B40AA2-278C-4338-99E0-4615B7D73CD9}" type="presOf" srcId="{B9D2FC92-ECB4-4D54-9508-F43A91E7E65C}" destId="{4F3BB94F-726F-42B1-B2C9-9077543F3D05}" srcOrd="0" destOrd="0" presId="urn:microsoft.com/office/officeart/2005/8/layout/default#1"/>
    <dgm:cxn modelId="{FD5D13DE-A886-43C1-8176-BE8410373EBE}" type="presOf" srcId="{D032DDD3-5BE8-4773-89B2-68CD8965B3E6}" destId="{A0EFA616-1553-4077-9D32-88AE20AC0552}" srcOrd="0" destOrd="0" presId="urn:microsoft.com/office/officeart/2005/8/layout/default#1"/>
    <dgm:cxn modelId="{9F622BE6-A9AE-4059-9547-F4054D63F899}" srcId="{3DE9E547-3C66-4E5D-9D07-0515EED2B913}" destId="{476A1A6D-9E32-412F-852C-EA036D2EA443}" srcOrd="7" destOrd="0" parTransId="{A6D156B3-65C8-4D8D-9BA4-CBE69004882B}" sibTransId="{3C054B08-0B7E-409B-8D87-F73633A89691}"/>
    <dgm:cxn modelId="{8C7B99DC-F8B1-492C-AD47-8DB1AB5E9999}" type="presOf" srcId="{C11B75ED-B46B-4BF2-80F2-DA583A75044E}" destId="{D32AB574-D896-42B8-809A-74BD322B19E9}" srcOrd="0" destOrd="0" presId="urn:microsoft.com/office/officeart/2005/8/layout/default#1"/>
    <dgm:cxn modelId="{5975DE9F-9538-4AC2-A004-1F0309A49A9F}" type="presOf" srcId="{BBBB9B4E-DA71-45DE-92BC-1EF247E5F9B2}" destId="{08678D36-F832-48B7-8548-C43AEE1F6A43}" srcOrd="0" destOrd="0" presId="urn:microsoft.com/office/officeart/2005/8/layout/default#1"/>
    <dgm:cxn modelId="{FBDBE29A-0A0F-4D97-8A3B-694C132A4FE5}" srcId="{3DE9E547-3C66-4E5D-9D07-0515EED2B913}" destId="{23F2D5E2-61FA-40AD-9F7D-BF405C8CDFAE}" srcOrd="3" destOrd="0" parTransId="{AB5E8461-293C-485A-87B5-1F0B83CE1442}" sibTransId="{2155DDCB-A76B-4506-AD94-A2E4AE9F6F2F}"/>
    <dgm:cxn modelId="{A36A33C9-5EC3-4472-82B9-956D1373C0B4}" srcId="{3DE9E547-3C66-4E5D-9D07-0515EED2B913}" destId="{F9022B54-68C2-4973-9A00-460029290542}" srcOrd="0" destOrd="0" parTransId="{0EBC0F7C-C083-479E-822C-AA3F278D062A}" sibTransId="{AEC43A17-FDDC-4261-BB01-B6005B7A4552}"/>
    <dgm:cxn modelId="{731883DE-A397-4844-B4ED-69A267AB49C8}" type="presOf" srcId="{46AD4FAA-08CF-46B0-A6A5-C2E3B45434F7}" destId="{FDE44B15-3789-4C35-B1D8-5100954711D8}" srcOrd="0" destOrd="0" presId="urn:microsoft.com/office/officeart/2005/8/layout/default#1"/>
    <dgm:cxn modelId="{7F547AE8-3119-406B-94F9-F606AA7491D7}" srcId="{3DE9E547-3C66-4E5D-9D07-0515EED2B913}" destId="{B9D2FC92-ECB4-4D54-9508-F43A91E7E65C}" srcOrd="6" destOrd="0" parTransId="{78D7DF5E-40D2-4C2E-A6D8-113A5982009C}" sibTransId="{E2B3D82B-B21B-4F72-B2BC-78A1696AD170}"/>
    <dgm:cxn modelId="{E9D93D48-8525-4B81-907E-00F2C7F5CA04}" srcId="{3DE9E547-3C66-4E5D-9D07-0515EED2B913}" destId="{46AD4FAA-08CF-46B0-A6A5-C2E3B45434F7}" srcOrd="8" destOrd="0" parTransId="{20C8D365-4B2A-4C54-8F84-5246FC8CB85C}" sibTransId="{80CEB547-75E7-4B34-98D7-8DC4085FABC1}"/>
    <dgm:cxn modelId="{8294D506-3CCF-46C3-9D45-09DDBBAFC9A2}" srcId="{3DE9E547-3C66-4E5D-9D07-0515EED2B913}" destId="{BBBB9B4E-DA71-45DE-92BC-1EF247E5F9B2}" srcOrd="1" destOrd="0" parTransId="{A9ED417C-F968-4650-A07D-E6C8B9F80C83}" sibTransId="{8B37F55B-F450-4B0B-98F7-A2B490DAC81A}"/>
    <dgm:cxn modelId="{0DB3BCB8-BFA0-457C-84E0-1D03CDEA15BA}" srcId="{3DE9E547-3C66-4E5D-9D07-0515EED2B913}" destId="{C11B75ED-B46B-4BF2-80F2-DA583A75044E}" srcOrd="2" destOrd="0" parTransId="{5645C486-8F55-4C5D-BAFE-57B0FB9C1457}" sibTransId="{0F8F958D-95B3-4287-AB04-371DBF737C1C}"/>
    <dgm:cxn modelId="{86E31C76-0D62-4F6E-AF30-DF0CF87F6868}" srcId="{3DE9E547-3C66-4E5D-9D07-0515EED2B913}" destId="{0C2A3C5A-0AE4-41C1-AA5D-5BC4E760C57F}" srcOrd="5" destOrd="0" parTransId="{C63CDA1C-7537-4175-AE85-DCCC8B9595D5}" sibTransId="{C25ACD3C-6ADA-4FCF-83F9-C46AF1053BB7}"/>
    <dgm:cxn modelId="{36C3BEF2-2DBA-42EB-9810-973BE445D0C7}" type="presOf" srcId="{3DE9E547-3C66-4E5D-9D07-0515EED2B913}" destId="{46A1C575-DE29-4021-A28C-E1E7FA78085E}" srcOrd="0" destOrd="0" presId="urn:microsoft.com/office/officeart/2005/8/layout/default#1"/>
    <dgm:cxn modelId="{83122414-9691-4F6C-BC60-0171D826C93D}" type="presOf" srcId="{476A1A6D-9E32-412F-852C-EA036D2EA443}" destId="{31EA35DB-A737-45B2-AEA8-3AC4C64F3EDA}" srcOrd="0" destOrd="0" presId="urn:microsoft.com/office/officeart/2005/8/layout/default#1"/>
    <dgm:cxn modelId="{6AAA590D-29DC-4E4C-8B98-98C454876ACA}" type="presOf" srcId="{0C2A3C5A-0AE4-41C1-AA5D-5BC4E760C57F}" destId="{D944875E-4200-44D3-9F4D-D995865E5F68}" srcOrd="0" destOrd="0" presId="urn:microsoft.com/office/officeart/2005/8/layout/default#1"/>
    <dgm:cxn modelId="{031BCA45-34A2-4E89-93EF-0C69AA13A8F0}" type="presOf" srcId="{23F2D5E2-61FA-40AD-9F7D-BF405C8CDFAE}" destId="{126D987F-03E4-4E3A-BED9-08B6BA3A15AB}" srcOrd="0" destOrd="0" presId="urn:microsoft.com/office/officeart/2005/8/layout/default#1"/>
    <dgm:cxn modelId="{DB5CF76F-016D-4F32-AE1E-423FE30EF2F6}" type="presOf" srcId="{F9022B54-68C2-4973-9A00-460029290542}" destId="{E43CDCF3-D5B2-4556-A6FF-1FBA940E878F}" srcOrd="0" destOrd="0" presId="urn:microsoft.com/office/officeart/2005/8/layout/default#1"/>
    <dgm:cxn modelId="{4483EB70-31AB-4DDE-90FF-6B20C2D02DCA}" type="presOf" srcId="{E78E9149-F398-4971-8F49-24F74A9B7CA4}" destId="{6DB816B9-8BAD-42B5-8E11-013AACDC818E}" srcOrd="0" destOrd="0" presId="urn:microsoft.com/office/officeart/2005/8/layout/default#1"/>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10FB1E55-51FE-4D10-8536-2E0EBE944374}" type="presParOf" srcId="{46A1C575-DE29-4021-A28C-E1E7FA78085E}" destId="{D32AB574-D896-42B8-809A-74BD322B19E9}" srcOrd="4" destOrd="0" presId="urn:microsoft.com/office/officeart/2005/8/layout/default#1"/>
    <dgm:cxn modelId="{9EDDF9FC-F073-4434-AE22-C4716365B1A3}" type="presParOf" srcId="{46A1C575-DE29-4021-A28C-E1E7FA78085E}" destId="{8FCDC96A-B844-4560-9827-3799EB37A607}" srcOrd="5" destOrd="0" presId="urn:microsoft.com/office/officeart/2005/8/layout/default#1"/>
    <dgm:cxn modelId="{62AA1254-BAAA-4C30-915B-8E8B8D5D39B6}" type="presParOf" srcId="{46A1C575-DE29-4021-A28C-E1E7FA78085E}" destId="{126D987F-03E4-4E3A-BED9-08B6BA3A15AB}" srcOrd="6" destOrd="0" presId="urn:microsoft.com/office/officeart/2005/8/layout/default#1"/>
    <dgm:cxn modelId="{DA7D4CFB-222D-4450-8AF0-D10DC3C95EA3}" type="presParOf" srcId="{46A1C575-DE29-4021-A28C-E1E7FA78085E}" destId="{E35D6D9B-6CD2-4458-885A-62ADB7B92653}" srcOrd="7" destOrd="0" presId="urn:microsoft.com/office/officeart/2005/8/layout/default#1"/>
    <dgm:cxn modelId="{6AE59283-A23C-4A44-A8A5-3A057903230C}" type="presParOf" srcId="{46A1C575-DE29-4021-A28C-E1E7FA78085E}" destId="{A0EFA616-1553-4077-9D32-88AE20AC0552}" srcOrd="8" destOrd="0" presId="urn:microsoft.com/office/officeart/2005/8/layout/default#1"/>
    <dgm:cxn modelId="{429B9619-7928-43DC-A3FE-1E9D2DB4D886}" type="presParOf" srcId="{46A1C575-DE29-4021-A28C-E1E7FA78085E}" destId="{4543EDFD-DAD7-4CC1-8700-DF379CC38E62}" srcOrd="9" destOrd="0" presId="urn:microsoft.com/office/officeart/2005/8/layout/default#1"/>
    <dgm:cxn modelId="{704D0315-1C8A-4D5F-A07E-7D3763651A72}" type="presParOf" srcId="{46A1C575-DE29-4021-A28C-E1E7FA78085E}" destId="{D944875E-4200-44D3-9F4D-D995865E5F68}" srcOrd="10" destOrd="0" presId="urn:microsoft.com/office/officeart/2005/8/layout/default#1"/>
    <dgm:cxn modelId="{3F5A64F1-66F4-44C1-BF95-02D94C0DFAD0}" type="presParOf" srcId="{46A1C575-DE29-4021-A28C-E1E7FA78085E}" destId="{78CB8F77-3CF7-4A24-AB1C-13517BFF6342}" srcOrd="11" destOrd="0" presId="urn:microsoft.com/office/officeart/2005/8/layout/default#1"/>
    <dgm:cxn modelId="{A0309069-2853-4FAA-AC09-2E967F751159}" type="presParOf" srcId="{46A1C575-DE29-4021-A28C-E1E7FA78085E}" destId="{4F3BB94F-726F-42B1-B2C9-9077543F3D05}" srcOrd="12" destOrd="0" presId="urn:microsoft.com/office/officeart/2005/8/layout/default#1"/>
    <dgm:cxn modelId="{B6D090FA-77F1-4532-850C-6322F5F68B9B}" type="presParOf" srcId="{46A1C575-DE29-4021-A28C-E1E7FA78085E}" destId="{A5408A91-DCB4-4486-8086-1187B0570DB1}" srcOrd="13" destOrd="0" presId="urn:microsoft.com/office/officeart/2005/8/layout/default#1"/>
    <dgm:cxn modelId="{07999851-A652-4497-BD02-78B00D8DF8BA}" type="presParOf" srcId="{46A1C575-DE29-4021-A28C-E1E7FA78085E}" destId="{31EA35DB-A737-45B2-AEA8-3AC4C64F3EDA}" srcOrd="14" destOrd="0" presId="urn:microsoft.com/office/officeart/2005/8/layout/default#1"/>
    <dgm:cxn modelId="{7524A786-169B-4F4A-8A08-7CB40B3D91C9}" type="presParOf" srcId="{46A1C575-DE29-4021-A28C-E1E7FA78085E}" destId="{65BDC7F1-CE1E-4FAA-97DC-B6E857B3C9A4}" srcOrd="15" destOrd="0" presId="urn:microsoft.com/office/officeart/2005/8/layout/default#1"/>
    <dgm:cxn modelId="{40FC6E6D-0ADA-4C85-B7FF-F1D3711D639D}" type="presParOf" srcId="{46A1C575-DE29-4021-A28C-E1E7FA78085E}" destId="{FDE44B15-3789-4C35-B1D8-5100954711D8}" srcOrd="16" destOrd="0" presId="urn:microsoft.com/office/officeart/2005/8/layout/default#1"/>
    <dgm:cxn modelId="{CC225323-1888-4935-806A-78527BBDF6AF}" type="presParOf" srcId="{46A1C575-DE29-4021-A28C-E1E7FA78085E}" destId="{A7E9D12B-A986-48FB-B113-9D7A91177FB8}" srcOrd="17" destOrd="0" presId="urn:microsoft.com/office/officeart/2005/8/layout/default#1"/>
    <dgm:cxn modelId="{00D74BD0-908F-4F46-9EE6-E7CDA92A7E54}" type="presParOf" srcId="{46A1C575-DE29-4021-A28C-E1E7FA78085E}" destId="{6DB816B9-8BAD-42B5-8E11-013AACDC818E}" srcOrd="18"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3840" tIns="243840" rIns="243840" bIns="243840" numCol="1" spcCol="1270" anchor="ctr" anchorCtr="0">
          <a:noAutofit/>
        </a:bodyPr>
        <a:lstStyle/>
        <a:p>
          <a:pPr lvl="0" algn="ctr" defTabSz="2844800">
            <a:lnSpc>
              <a:spcPct val="90000"/>
            </a:lnSpc>
            <a:spcBef>
              <a:spcPct val="0"/>
            </a:spcBef>
            <a:spcAft>
              <a:spcPct val="35000"/>
            </a:spcAft>
          </a:pPr>
          <a:r>
            <a:rPr lang="en-US" sz="6400" kern="1200" dirty="0"/>
            <a:t>Introduction </a:t>
          </a:r>
        </a:p>
        <a:p>
          <a:pPr lvl="0" algn="ctr" defTabSz="2844800">
            <a:lnSpc>
              <a:spcPct val="90000"/>
            </a:lnSpc>
            <a:spcBef>
              <a:spcPct val="0"/>
            </a:spcBef>
            <a:spcAft>
              <a:spcPct val="35000"/>
            </a:spcAft>
          </a:pPr>
          <a:r>
            <a:rPr lang="en-US" sz="6400" kern="1200" dirty="0"/>
            <a:t>to </a:t>
          </a:r>
          <a:endParaRPr lang="en-US" sz="6400" kern="1200" dirty="0" smtClean="0"/>
        </a:p>
        <a:p>
          <a:pPr lvl="0" algn="ctr" defTabSz="2844800">
            <a:lnSpc>
              <a:spcPct val="90000"/>
            </a:lnSpc>
            <a:spcBef>
              <a:spcPct val="0"/>
            </a:spcBef>
            <a:spcAft>
              <a:spcPct val="35000"/>
            </a:spcAft>
          </a:pPr>
          <a:r>
            <a:rPr lang="en-US" sz="6400" kern="1200" dirty="0" smtClean="0"/>
            <a:t>Microsoft PowerPoint 2010</a:t>
          </a:r>
          <a:endParaRPr lang="en-US" sz="6400" kern="1200" dirty="0"/>
        </a:p>
      </dsp:txBody>
      <dsp:txXfrm>
        <a:off x="162" y="1817"/>
        <a:ext cx="8838875" cy="4811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Formatting Presentation in Word 2010</a:t>
          </a:r>
          <a:endParaRPr lang="en-US" sz="6500" kern="1200" dirty="0"/>
        </a:p>
      </dsp:txBody>
      <dsp:txXfrm>
        <a:off x="162" y="1817"/>
        <a:ext cx="8838875" cy="4811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2589" y="609872"/>
          <a:ext cx="2054423" cy="123265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How to manage font </a:t>
          </a:r>
          <a:endParaRPr lang="en-US" sz="2400" kern="1200" dirty="0"/>
        </a:p>
      </dsp:txBody>
      <dsp:txXfrm>
        <a:off x="2589" y="609872"/>
        <a:ext cx="2054423" cy="1232654"/>
      </dsp:txXfrm>
    </dsp:sp>
    <dsp:sp modelId="{08678D36-F832-48B7-8548-C43AEE1F6A43}">
      <dsp:nvSpPr>
        <dsp:cNvPr id="0" name=""/>
        <dsp:cNvSpPr/>
      </dsp:nvSpPr>
      <dsp:spPr>
        <a:xfrm>
          <a:off x="2262455" y="609872"/>
          <a:ext cx="2054423" cy="1232654"/>
        </a:xfrm>
        <a:prstGeom prst="rect">
          <a:avLst/>
        </a:prstGeom>
        <a:gradFill rotWithShape="0">
          <a:gsLst>
            <a:gs pos="0">
              <a:schemeClr val="accent4">
                <a:shade val="80000"/>
                <a:hueOff val="-19618"/>
                <a:satOff val="-485"/>
                <a:lumOff val="2776"/>
                <a:alphaOff val="0"/>
                <a:shade val="51000"/>
                <a:satMod val="130000"/>
              </a:schemeClr>
            </a:gs>
            <a:gs pos="80000">
              <a:schemeClr val="accent4">
                <a:shade val="80000"/>
                <a:hueOff val="-19618"/>
                <a:satOff val="-485"/>
                <a:lumOff val="2776"/>
                <a:alphaOff val="0"/>
                <a:shade val="93000"/>
                <a:satMod val="130000"/>
              </a:schemeClr>
            </a:gs>
            <a:gs pos="100000">
              <a:schemeClr val="accent4">
                <a:shade val="80000"/>
                <a:hueOff val="-19618"/>
                <a:satOff val="-485"/>
                <a:lumOff val="277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How to set Text fonts </a:t>
          </a:r>
          <a:endParaRPr lang="en-US" sz="2400" kern="1200" dirty="0"/>
        </a:p>
      </dsp:txBody>
      <dsp:txXfrm>
        <a:off x="2262455" y="609872"/>
        <a:ext cx="2054423" cy="1232654"/>
      </dsp:txXfrm>
    </dsp:sp>
    <dsp:sp modelId="{D32AB574-D896-42B8-809A-74BD322B19E9}">
      <dsp:nvSpPr>
        <dsp:cNvPr id="0" name=""/>
        <dsp:cNvSpPr/>
      </dsp:nvSpPr>
      <dsp:spPr>
        <a:xfrm>
          <a:off x="4522321" y="609872"/>
          <a:ext cx="2054423" cy="1232654"/>
        </a:xfrm>
        <a:prstGeom prst="rect">
          <a:avLst/>
        </a:prstGeom>
        <a:gradFill rotWithShape="0">
          <a:gsLst>
            <a:gs pos="0">
              <a:schemeClr val="accent4">
                <a:shade val="80000"/>
                <a:hueOff val="-39235"/>
                <a:satOff val="-970"/>
                <a:lumOff val="5553"/>
                <a:alphaOff val="0"/>
                <a:shade val="51000"/>
                <a:satMod val="130000"/>
              </a:schemeClr>
            </a:gs>
            <a:gs pos="80000">
              <a:schemeClr val="accent4">
                <a:shade val="80000"/>
                <a:hueOff val="-39235"/>
                <a:satOff val="-970"/>
                <a:lumOff val="5553"/>
                <a:alphaOff val="0"/>
                <a:shade val="93000"/>
                <a:satMod val="130000"/>
              </a:schemeClr>
            </a:gs>
            <a:gs pos="100000">
              <a:schemeClr val="accent4">
                <a:shade val="80000"/>
                <a:hueOff val="-39235"/>
                <a:satOff val="-970"/>
                <a:lumOff val="5553"/>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How to do text decoration </a:t>
          </a:r>
          <a:endParaRPr lang="en-US" sz="2400" kern="1200" dirty="0"/>
        </a:p>
      </dsp:txBody>
      <dsp:txXfrm>
        <a:off x="4522321" y="609872"/>
        <a:ext cx="2054423" cy="1232654"/>
      </dsp:txXfrm>
    </dsp:sp>
    <dsp:sp modelId="{126D987F-03E4-4E3A-BED9-08B6BA3A15AB}">
      <dsp:nvSpPr>
        <dsp:cNvPr id="0" name=""/>
        <dsp:cNvSpPr/>
      </dsp:nvSpPr>
      <dsp:spPr>
        <a:xfrm>
          <a:off x="6782186" y="609872"/>
          <a:ext cx="2054423" cy="1232654"/>
        </a:xfrm>
        <a:prstGeom prst="rect">
          <a:avLst/>
        </a:prstGeom>
        <a:gradFill rotWithShape="0">
          <a:gsLst>
            <a:gs pos="0">
              <a:schemeClr val="accent4">
                <a:shade val="80000"/>
                <a:hueOff val="-58853"/>
                <a:satOff val="-1455"/>
                <a:lumOff val="8329"/>
                <a:alphaOff val="0"/>
                <a:shade val="51000"/>
                <a:satMod val="130000"/>
              </a:schemeClr>
            </a:gs>
            <a:gs pos="80000">
              <a:schemeClr val="accent4">
                <a:shade val="80000"/>
                <a:hueOff val="-58853"/>
                <a:satOff val="-1455"/>
                <a:lumOff val="8329"/>
                <a:alphaOff val="0"/>
                <a:shade val="93000"/>
                <a:satMod val="130000"/>
              </a:schemeClr>
            </a:gs>
            <a:gs pos="100000">
              <a:schemeClr val="accent4">
                <a:shade val="80000"/>
                <a:hueOff val="-58853"/>
                <a:satOff val="-1455"/>
                <a:lumOff val="832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How to change text case</a:t>
          </a:r>
          <a:endParaRPr lang="en-US" sz="2400" kern="1200" dirty="0"/>
        </a:p>
      </dsp:txBody>
      <dsp:txXfrm>
        <a:off x="6782186" y="609872"/>
        <a:ext cx="2054423" cy="1232654"/>
      </dsp:txXfrm>
    </dsp:sp>
    <dsp:sp modelId="{A0EFA616-1553-4077-9D32-88AE20AC0552}">
      <dsp:nvSpPr>
        <dsp:cNvPr id="0" name=""/>
        <dsp:cNvSpPr/>
      </dsp:nvSpPr>
      <dsp:spPr>
        <a:xfrm>
          <a:off x="2589" y="2047968"/>
          <a:ext cx="2054423" cy="1232654"/>
        </a:xfrm>
        <a:prstGeom prst="rect">
          <a:avLst/>
        </a:prstGeom>
        <a:gradFill rotWithShape="0">
          <a:gsLst>
            <a:gs pos="0">
              <a:schemeClr val="accent4">
                <a:shade val="80000"/>
                <a:hueOff val="-78470"/>
                <a:satOff val="-1940"/>
                <a:lumOff val="11106"/>
                <a:alphaOff val="0"/>
                <a:shade val="51000"/>
                <a:satMod val="130000"/>
              </a:schemeClr>
            </a:gs>
            <a:gs pos="80000">
              <a:schemeClr val="accent4">
                <a:shade val="80000"/>
                <a:hueOff val="-78470"/>
                <a:satOff val="-1940"/>
                <a:lumOff val="11106"/>
                <a:alphaOff val="0"/>
                <a:shade val="93000"/>
                <a:satMod val="130000"/>
              </a:schemeClr>
            </a:gs>
            <a:gs pos="100000">
              <a:schemeClr val="accent4">
                <a:shade val="80000"/>
                <a:hueOff val="-78470"/>
                <a:satOff val="-1940"/>
                <a:lumOff val="11106"/>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How to change text size</a:t>
          </a:r>
          <a:endParaRPr lang="en-US" sz="2400" kern="1200" dirty="0"/>
        </a:p>
      </dsp:txBody>
      <dsp:txXfrm>
        <a:off x="2589" y="2047968"/>
        <a:ext cx="2054423" cy="1232654"/>
      </dsp:txXfrm>
    </dsp:sp>
    <dsp:sp modelId="{D944875E-4200-44D3-9F4D-D995865E5F68}">
      <dsp:nvSpPr>
        <dsp:cNvPr id="0" name=""/>
        <dsp:cNvSpPr/>
      </dsp:nvSpPr>
      <dsp:spPr>
        <a:xfrm>
          <a:off x="2262455" y="2047968"/>
          <a:ext cx="2054423" cy="1232654"/>
        </a:xfrm>
        <a:prstGeom prst="rect">
          <a:avLst/>
        </a:prstGeom>
        <a:gradFill rotWithShape="0">
          <a:gsLst>
            <a:gs pos="0">
              <a:schemeClr val="accent4">
                <a:shade val="80000"/>
                <a:hueOff val="-98088"/>
                <a:satOff val="-2425"/>
                <a:lumOff val="13882"/>
                <a:alphaOff val="0"/>
                <a:shade val="51000"/>
                <a:satMod val="130000"/>
              </a:schemeClr>
            </a:gs>
            <a:gs pos="80000">
              <a:schemeClr val="accent4">
                <a:shade val="80000"/>
                <a:hueOff val="-98088"/>
                <a:satOff val="-2425"/>
                <a:lumOff val="13882"/>
                <a:alphaOff val="0"/>
                <a:shade val="93000"/>
                <a:satMod val="130000"/>
              </a:schemeClr>
            </a:gs>
            <a:gs pos="100000">
              <a:schemeClr val="accent4">
                <a:shade val="80000"/>
                <a:hueOff val="-98088"/>
                <a:satOff val="-2425"/>
                <a:lumOff val="13882"/>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kern="1200" dirty="0" smtClean="0"/>
            <a:t>How to change text color</a:t>
          </a:r>
          <a:endParaRPr lang="en-US" sz="2400" kern="1200" dirty="0"/>
        </a:p>
      </dsp:txBody>
      <dsp:txXfrm>
        <a:off x="2262455" y="2047968"/>
        <a:ext cx="2054423" cy="1232654"/>
      </dsp:txXfrm>
    </dsp:sp>
    <dsp:sp modelId="{4F3BB94F-726F-42B1-B2C9-9077543F3D05}">
      <dsp:nvSpPr>
        <dsp:cNvPr id="0" name=""/>
        <dsp:cNvSpPr/>
      </dsp:nvSpPr>
      <dsp:spPr>
        <a:xfrm>
          <a:off x="4522321" y="2047968"/>
          <a:ext cx="2054423" cy="1232654"/>
        </a:xfrm>
        <a:prstGeom prst="rect">
          <a:avLst/>
        </a:prstGeom>
        <a:gradFill rotWithShape="0">
          <a:gsLst>
            <a:gs pos="0">
              <a:schemeClr val="accent4">
                <a:shade val="80000"/>
                <a:hueOff val="-117705"/>
                <a:satOff val="-2910"/>
                <a:lumOff val="16659"/>
                <a:alphaOff val="0"/>
                <a:shade val="51000"/>
                <a:satMod val="130000"/>
              </a:schemeClr>
            </a:gs>
            <a:gs pos="80000">
              <a:schemeClr val="accent4">
                <a:shade val="80000"/>
                <a:hueOff val="-117705"/>
                <a:satOff val="-2910"/>
                <a:lumOff val="16659"/>
                <a:alphaOff val="0"/>
                <a:shade val="93000"/>
                <a:satMod val="130000"/>
              </a:schemeClr>
            </a:gs>
            <a:gs pos="100000">
              <a:schemeClr val="accent4">
                <a:shade val="80000"/>
                <a:hueOff val="-117705"/>
                <a:satOff val="-2910"/>
                <a:lumOff val="1665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GB" sz="2400" kern="1200" dirty="0"/>
            <a:t>How </a:t>
          </a:r>
          <a:r>
            <a:rPr lang="en-GB" sz="2400" kern="1200" dirty="0" smtClean="0"/>
            <a:t>to do text alignments</a:t>
          </a:r>
          <a:endParaRPr lang="en-GB" sz="2400" kern="1200" dirty="0"/>
        </a:p>
      </dsp:txBody>
      <dsp:txXfrm>
        <a:off x="4522321" y="2047968"/>
        <a:ext cx="2054423" cy="1232654"/>
      </dsp:txXfrm>
    </dsp:sp>
    <dsp:sp modelId="{31EA35DB-A737-45B2-AEA8-3AC4C64F3EDA}">
      <dsp:nvSpPr>
        <dsp:cNvPr id="0" name=""/>
        <dsp:cNvSpPr/>
      </dsp:nvSpPr>
      <dsp:spPr>
        <a:xfrm>
          <a:off x="6782186" y="2047968"/>
          <a:ext cx="2054423" cy="1232654"/>
        </a:xfrm>
        <a:prstGeom prst="rect">
          <a:avLst/>
        </a:prstGeom>
        <a:gradFill rotWithShape="0">
          <a:gsLst>
            <a:gs pos="0">
              <a:schemeClr val="accent4">
                <a:shade val="80000"/>
                <a:hueOff val="-137323"/>
                <a:satOff val="-3395"/>
                <a:lumOff val="19435"/>
                <a:alphaOff val="0"/>
                <a:shade val="51000"/>
                <a:satMod val="130000"/>
              </a:schemeClr>
            </a:gs>
            <a:gs pos="80000">
              <a:schemeClr val="accent4">
                <a:shade val="80000"/>
                <a:hueOff val="-137323"/>
                <a:satOff val="-3395"/>
                <a:lumOff val="19435"/>
                <a:alphaOff val="0"/>
                <a:shade val="93000"/>
                <a:satMod val="130000"/>
              </a:schemeClr>
            </a:gs>
            <a:gs pos="100000">
              <a:schemeClr val="accent4">
                <a:shade val="80000"/>
                <a:hueOff val="-137323"/>
                <a:satOff val="-3395"/>
                <a:lumOff val="19435"/>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GB" sz="2400" kern="1200" dirty="0"/>
            <a:t>How to </a:t>
          </a:r>
          <a:r>
            <a:rPr lang="en-GB" sz="2400" kern="1200" dirty="0" smtClean="0"/>
            <a:t>indent paragraphs</a:t>
          </a:r>
          <a:endParaRPr lang="en-GB" sz="2400" kern="1200" dirty="0"/>
        </a:p>
      </dsp:txBody>
      <dsp:txXfrm>
        <a:off x="6782186" y="2047968"/>
        <a:ext cx="2054423" cy="1232654"/>
      </dsp:txXfrm>
    </dsp:sp>
    <dsp:sp modelId="{FDE44B15-3789-4C35-B1D8-5100954711D8}">
      <dsp:nvSpPr>
        <dsp:cNvPr id="0" name=""/>
        <dsp:cNvSpPr/>
      </dsp:nvSpPr>
      <dsp:spPr>
        <a:xfrm>
          <a:off x="2262455" y="3486065"/>
          <a:ext cx="2054423" cy="1232654"/>
        </a:xfrm>
        <a:prstGeom prst="rect">
          <a:avLst/>
        </a:prstGeom>
        <a:gradFill rotWithShape="0">
          <a:gsLst>
            <a:gs pos="0">
              <a:schemeClr val="accent4">
                <a:shade val="80000"/>
                <a:hueOff val="-156940"/>
                <a:satOff val="-3880"/>
                <a:lumOff val="22212"/>
                <a:alphaOff val="0"/>
                <a:shade val="51000"/>
                <a:satMod val="130000"/>
              </a:schemeClr>
            </a:gs>
            <a:gs pos="80000">
              <a:schemeClr val="accent4">
                <a:shade val="80000"/>
                <a:hueOff val="-156940"/>
                <a:satOff val="-3880"/>
                <a:lumOff val="22212"/>
                <a:alphaOff val="0"/>
                <a:shade val="93000"/>
                <a:satMod val="130000"/>
              </a:schemeClr>
            </a:gs>
            <a:gs pos="100000">
              <a:schemeClr val="accent4">
                <a:shade val="80000"/>
                <a:hueOff val="-156940"/>
                <a:satOff val="-3880"/>
                <a:lumOff val="22212"/>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GB" sz="2400" kern="1200" dirty="0"/>
            <a:t>How to </a:t>
          </a:r>
          <a:r>
            <a:rPr lang="en-GB" sz="2400" kern="1200" dirty="0" smtClean="0"/>
            <a:t>set line spacing</a:t>
          </a:r>
          <a:endParaRPr lang="en-GB" sz="2400" kern="1200" dirty="0"/>
        </a:p>
      </dsp:txBody>
      <dsp:txXfrm>
        <a:off x="2262455" y="3486065"/>
        <a:ext cx="2054423" cy="1232654"/>
      </dsp:txXfrm>
    </dsp:sp>
    <dsp:sp modelId="{6DB816B9-8BAD-42B5-8E11-013AACDC818E}">
      <dsp:nvSpPr>
        <dsp:cNvPr id="0" name=""/>
        <dsp:cNvSpPr/>
      </dsp:nvSpPr>
      <dsp:spPr>
        <a:xfrm>
          <a:off x="4522321" y="3486065"/>
          <a:ext cx="2054423" cy="1232654"/>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GB" sz="2400" kern="1200" dirty="0" smtClean="0"/>
            <a:t>How to set borders and shades</a:t>
          </a:r>
          <a:endParaRPr lang="en-GB" sz="2400" kern="1200" dirty="0"/>
        </a:p>
      </dsp:txBody>
      <dsp:txXfrm>
        <a:off x="4522321" y="3486065"/>
        <a:ext cx="2054423" cy="1232654"/>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3/17/2021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a:p>
        </p:txBody>
      </p:sp>
    </p:spTree>
    <p:extLst>
      <p:ext uri="{BB962C8B-B14F-4D97-AF65-F5344CB8AC3E}">
        <p14:creationId xmlns:p14="http://schemas.microsoft.com/office/powerpoint/2010/main" val="374397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a:t>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a:t>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a:t>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a:t>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a:t>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a:t>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a:t>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a:t>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a:t>
            </a:fld>
            <a:endParaRPr 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a:t>
            </a:fld>
            <a:endParaRPr 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a:t>
            </a:fld>
            <a:endParaRPr 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a:t>
            </a:fld>
            <a:endParaRPr 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a:t>
            </a:fld>
            <a:endParaRPr 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18</a:t>
            </a:fld>
            <a:endParaRPr 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19</a:t>
            </a:fld>
            <a:endParaRPr 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20</a:t>
            </a:fld>
            <a:endParaRPr 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21</a:t>
            </a:fld>
            <a:endParaRPr 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22</a:t>
            </a:fld>
            <a:endParaRPr 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23</a:t>
            </a:fld>
            <a:endParaRPr 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24</a:t>
            </a:fld>
            <a:endParaRPr 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25</a:t>
            </a:fld>
            <a:endParaRPr 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26</a:t>
            </a:fld>
            <a:endParaRPr 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27</a:t>
            </a:fld>
            <a:endParaRPr 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28</a:t>
            </a:fld>
            <a:endParaRPr 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29</a:t>
            </a:fld>
            <a:endParaRPr lang="en-US">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30</a:t>
            </a:fld>
            <a:endParaRPr 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31</a:t>
            </a:fld>
            <a:endParaRPr lang="en-US">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32</a:t>
            </a:fld>
            <a:endParaRPr 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33</a:t>
            </a:fld>
            <a:endParaRPr 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34</a:t>
            </a:fld>
            <a:endParaRPr 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35</a:t>
            </a:fld>
            <a:endParaRPr lang="en-US">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36</a:t>
            </a:fld>
            <a:endParaRPr 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37</a:t>
            </a:fld>
            <a:endParaRPr lang="en-US">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38</a:t>
            </a:fld>
            <a:endParaRPr 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39</a:t>
            </a:fld>
            <a:endParaRPr lang="en-US">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40</a:t>
            </a:fld>
            <a:endParaRPr 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41</a:t>
            </a:fld>
            <a:endParaRPr lang="en-US">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42</a:t>
            </a:fld>
            <a:endParaRPr 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43</a:t>
            </a:fld>
            <a:endParaRPr 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44</a:t>
            </a:fld>
            <a:endParaRPr lang="en-US">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45</a:t>
            </a:fld>
            <a:endParaRPr lang="en-US">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46</a:t>
            </a:fld>
            <a:endParaRPr lang="en-US">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47</a:t>
            </a:fld>
            <a:endParaRPr lang="en-US">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48</a:t>
            </a:fld>
            <a:endParaRPr lang="en-US">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49</a:t>
            </a:fld>
            <a:endParaRPr lang="en-US">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50</a:t>
            </a:fld>
            <a:endParaRPr lang="en-US">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51</a:t>
            </a:fld>
            <a:endParaRPr lang="en-US">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52</a:t>
            </a:fld>
            <a:endParaRPr lang="en-US">
              <a:solidFill>
                <a:prstClr val="black"/>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53</a:t>
            </a:fld>
            <a:endParaRPr lang="en-US">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54</a:t>
            </a:fld>
            <a:endParaRPr lang="en-US">
              <a:solidFill>
                <a:prstClr val="black"/>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55</a:t>
            </a:fld>
            <a:endParaRPr lang="en-US">
              <a:solidFill>
                <a:prstClr val="black"/>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56</a:t>
            </a:fld>
            <a:endParaRPr lang="en-US" smtClean="0">
              <a:solidFill>
                <a:prstClr val="black"/>
              </a:solidFill>
              <a:latin typeface="Calibri" pitchFamily="34"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57</a:t>
            </a:fld>
            <a:endParaRPr lang="en-US" smtClean="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490264701"/>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962562062"/>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282839728"/>
              </p:ext>
            </p:extLst>
          </p:nvPr>
        </p:nvGraphicFramePr>
        <p:xfrm>
          <a:off x="28135" y="1268760"/>
          <a:ext cx="8839200"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2000"/>
                                  </p:stCondLst>
                                  <p:childTnLst>
                                    <p:set>
                                      <p:cBhvr>
                                        <p:cTn id="11"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2" dur="500"/>
                                        <p:tgtEl>
                                          <p:spTgt spid="7">
                                            <p:graphicEl>
                                              <a:dgm id="{08678D36-F832-48B7-8548-C43AEE1F6A4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2000"/>
                                  </p:stCondLst>
                                  <p:childTnLst>
                                    <p:set>
                                      <p:cBhvr>
                                        <p:cTn id="16" dur="1" fill="hold">
                                          <p:stCondLst>
                                            <p:cond delay="0"/>
                                          </p:stCondLst>
                                        </p:cTn>
                                        <p:tgtEl>
                                          <p:spTgt spid="7">
                                            <p:graphicEl>
                                              <a:dgm id="{D32AB574-D896-42B8-809A-74BD322B19E9}"/>
                                            </p:graphicEl>
                                          </p:spTgt>
                                        </p:tgtEl>
                                        <p:attrNameLst>
                                          <p:attrName>style.visibility</p:attrName>
                                        </p:attrNameLst>
                                      </p:cBhvr>
                                      <p:to>
                                        <p:strVal val="visible"/>
                                      </p:to>
                                    </p:set>
                                    <p:animEffect transition="in" filter="dissolve">
                                      <p:cBhvr>
                                        <p:cTn id="17" dur="500"/>
                                        <p:tgtEl>
                                          <p:spTgt spid="7">
                                            <p:graphicEl>
                                              <a:dgm id="{D32AB574-D896-42B8-809A-74BD322B19E9}"/>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2000"/>
                                  </p:stCondLst>
                                  <p:childTnLst>
                                    <p:set>
                                      <p:cBhvr>
                                        <p:cTn id="21" dur="1" fill="hold">
                                          <p:stCondLst>
                                            <p:cond delay="0"/>
                                          </p:stCondLst>
                                        </p:cTn>
                                        <p:tgtEl>
                                          <p:spTgt spid="7">
                                            <p:graphicEl>
                                              <a:dgm id="{126D987F-03E4-4E3A-BED9-08B6BA3A15AB}"/>
                                            </p:graphicEl>
                                          </p:spTgt>
                                        </p:tgtEl>
                                        <p:attrNameLst>
                                          <p:attrName>style.visibility</p:attrName>
                                        </p:attrNameLst>
                                      </p:cBhvr>
                                      <p:to>
                                        <p:strVal val="visible"/>
                                      </p:to>
                                    </p:set>
                                    <p:animEffect transition="in" filter="dissolve">
                                      <p:cBhvr>
                                        <p:cTn id="22" dur="500"/>
                                        <p:tgtEl>
                                          <p:spTgt spid="7">
                                            <p:graphicEl>
                                              <a:dgm id="{126D987F-03E4-4E3A-BED9-08B6BA3A15A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2000"/>
                                  </p:stCondLst>
                                  <p:childTnLst>
                                    <p:set>
                                      <p:cBhvr>
                                        <p:cTn id="26" dur="1" fill="hold">
                                          <p:stCondLst>
                                            <p:cond delay="0"/>
                                          </p:stCondLst>
                                        </p:cTn>
                                        <p:tgtEl>
                                          <p:spTgt spid="7">
                                            <p:graphicEl>
                                              <a:dgm id="{A0EFA616-1553-4077-9D32-88AE20AC0552}"/>
                                            </p:graphicEl>
                                          </p:spTgt>
                                        </p:tgtEl>
                                        <p:attrNameLst>
                                          <p:attrName>style.visibility</p:attrName>
                                        </p:attrNameLst>
                                      </p:cBhvr>
                                      <p:to>
                                        <p:strVal val="visible"/>
                                      </p:to>
                                    </p:set>
                                    <p:animEffect transition="in" filter="dissolve">
                                      <p:cBhvr>
                                        <p:cTn id="27" dur="500"/>
                                        <p:tgtEl>
                                          <p:spTgt spid="7">
                                            <p:graphicEl>
                                              <a:dgm id="{A0EFA616-1553-4077-9D32-88AE20AC055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2000"/>
                                  </p:stCondLst>
                                  <p:childTnLst>
                                    <p:set>
                                      <p:cBhvr>
                                        <p:cTn id="31" dur="1" fill="hold">
                                          <p:stCondLst>
                                            <p:cond delay="0"/>
                                          </p:stCondLst>
                                        </p:cTn>
                                        <p:tgtEl>
                                          <p:spTgt spid="7">
                                            <p:graphicEl>
                                              <a:dgm id="{D944875E-4200-44D3-9F4D-D995865E5F68}"/>
                                            </p:graphicEl>
                                          </p:spTgt>
                                        </p:tgtEl>
                                        <p:attrNameLst>
                                          <p:attrName>style.visibility</p:attrName>
                                        </p:attrNameLst>
                                      </p:cBhvr>
                                      <p:to>
                                        <p:strVal val="visible"/>
                                      </p:to>
                                    </p:set>
                                    <p:animEffect transition="in" filter="dissolve">
                                      <p:cBhvr>
                                        <p:cTn id="32" dur="500"/>
                                        <p:tgtEl>
                                          <p:spTgt spid="7">
                                            <p:graphicEl>
                                              <a:dgm id="{D944875E-4200-44D3-9F4D-D995865E5F68}"/>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2000"/>
                                  </p:stCondLst>
                                  <p:childTnLst>
                                    <p:set>
                                      <p:cBhvr>
                                        <p:cTn id="36" dur="1" fill="hold">
                                          <p:stCondLst>
                                            <p:cond delay="0"/>
                                          </p:stCondLst>
                                        </p:cTn>
                                        <p:tgtEl>
                                          <p:spTgt spid="7">
                                            <p:graphicEl>
                                              <a:dgm id="{4F3BB94F-726F-42B1-B2C9-9077543F3D05}"/>
                                            </p:graphicEl>
                                          </p:spTgt>
                                        </p:tgtEl>
                                        <p:attrNameLst>
                                          <p:attrName>style.visibility</p:attrName>
                                        </p:attrNameLst>
                                      </p:cBhvr>
                                      <p:to>
                                        <p:strVal val="visible"/>
                                      </p:to>
                                    </p:set>
                                    <p:animEffect transition="in" filter="dissolve">
                                      <p:cBhvr>
                                        <p:cTn id="37" dur="500"/>
                                        <p:tgtEl>
                                          <p:spTgt spid="7">
                                            <p:graphicEl>
                                              <a:dgm id="{4F3BB94F-726F-42B1-B2C9-9077543F3D05}"/>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2000"/>
                                  </p:stCondLst>
                                  <p:childTnLst>
                                    <p:set>
                                      <p:cBhvr>
                                        <p:cTn id="41" dur="1" fill="hold">
                                          <p:stCondLst>
                                            <p:cond delay="0"/>
                                          </p:stCondLst>
                                        </p:cTn>
                                        <p:tgtEl>
                                          <p:spTgt spid="7">
                                            <p:graphicEl>
                                              <a:dgm id="{31EA35DB-A737-45B2-AEA8-3AC4C64F3EDA}"/>
                                            </p:graphicEl>
                                          </p:spTgt>
                                        </p:tgtEl>
                                        <p:attrNameLst>
                                          <p:attrName>style.visibility</p:attrName>
                                        </p:attrNameLst>
                                      </p:cBhvr>
                                      <p:to>
                                        <p:strVal val="visible"/>
                                      </p:to>
                                    </p:set>
                                    <p:animEffect transition="in" filter="dissolve">
                                      <p:cBhvr>
                                        <p:cTn id="42" dur="500"/>
                                        <p:tgtEl>
                                          <p:spTgt spid="7">
                                            <p:graphicEl>
                                              <a:dgm id="{31EA35DB-A737-45B2-AEA8-3AC4C64F3EDA}"/>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2000"/>
                                  </p:stCondLst>
                                  <p:childTnLst>
                                    <p:set>
                                      <p:cBhvr>
                                        <p:cTn id="46" dur="1" fill="hold">
                                          <p:stCondLst>
                                            <p:cond delay="0"/>
                                          </p:stCondLst>
                                        </p:cTn>
                                        <p:tgtEl>
                                          <p:spTgt spid="7">
                                            <p:graphicEl>
                                              <a:dgm id="{FDE44B15-3789-4C35-B1D8-5100954711D8}"/>
                                            </p:graphicEl>
                                          </p:spTgt>
                                        </p:tgtEl>
                                        <p:attrNameLst>
                                          <p:attrName>style.visibility</p:attrName>
                                        </p:attrNameLst>
                                      </p:cBhvr>
                                      <p:to>
                                        <p:strVal val="visible"/>
                                      </p:to>
                                    </p:set>
                                    <p:animEffect transition="in" filter="dissolve">
                                      <p:cBhvr>
                                        <p:cTn id="47" dur="500"/>
                                        <p:tgtEl>
                                          <p:spTgt spid="7">
                                            <p:graphicEl>
                                              <a:dgm id="{FDE44B15-3789-4C35-B1D8-5100954711D8}"/>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2000"/>
                                  </p:stCondLst>
                                  <p:childTnLst>
                                    <p:set>
                                      <p:cBhvr>
                                        <p:cTn id="51" dur="1" fill="hold">
                                          <p:stCondLst>
                                            <p:cond delay="0"/>
                                          </p:stCondLst>
                                        </p:cTn>
                                        <p:tgtEl>
                                          <p:spTgt spid="7">
                                            <p:graphicEl>
                                              <a:dgm id="{6DB816B9-8BAD-42B5-8E11-013AACDC818E}"/>
                                            </p:graphicEl>
                                          </p:spTgt>
                                        </p:tgtEl>
                                        <p:attrNameLst>
                                          <p:attrName>style.visibility</p:attrName>
                                        </p:attrNameLst>
                                      </p:cBhvr>
                                      <p:to>
                                        <p:strVal val="visible"/>
                                      </p:to>
                                    </p:set>
                                    <p:animEffect transition="in" filter="dissolve">
                                      <p:cBhvr>
                                        <p:cTn id="52" dur="500"/>
                                        <p:tgtEl>
                                          <p:spTgt spid="7">
                                            <p:graphicEl>
                                              <a:dgm id="{6DB816B9-8BAD-42B5-8E11-013AACDC818E}"/>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Font Management in </a:t>
            </a:r>
            <a:r>
              <a:rPr lang="en-GB" dirty="0" smtClean="0"/>
              <a:t>PowerPoint </a:t>
            </a:r>
            <a:r>
              <a:rPr lang="en-GB" dirty="0"/>
              <a:t>2010</a:t>
            </a:r>
          </a:p>
        </p:txBody>
      </p:sp>
      <p:sp>
        <p:nvSpPr>
          <p:cNvPr id="3" name="Content Placeholder 2"/>
          <p:cNvSpPr>
            <a:spLocks noGrp="1"/>
          </p:cNvSpPr>
          <p:nvPr>
            <p:ph idx="1"/>
          </p:nvPr>
        </p:nvSpPr>
        <p:spPr>
          <a:xfrm>
            <a:off x="107504" y="764704"/>
            <a:ext cx="8884096" cy="5976664"/>
          </a:xfrm>
        </p:spPr>
        <p:txBody>
          <a:bodyPr>
            <a:normAutofit/>
          </a:bodyPr>
          <a:lstStyle/>
          <a:p>
            <a:pPr algn="just"/>
            <a:r>
              <a:rPr lang="en-GB" sz="2800" dirty="0"/>
              <a:t>One of the key elements of any good presentation is the </a:t>
            </a:r>
            <a:r>
              <a:rPr lang="en-GB" sz="2800" b="1" dirty="0"/>
              <a:t>text</a:t>
            </a:r>
            <a:r>
              <a:rPr lang="en-GB" sz="2800" dirty="0"/>
              <a:t>, hence managing the fonts in PowerPoint is vital to designing an impressive slideshow</a:t>
            </a:r>
            <a:r>
              <a:rPr lang="en-GB" sz="2800" dirty="0" smtClean="0"/>
              <a:t>.</a:t>
            </a:r>
          </a:p>
          <a:p>
            <a:pPr algn="just"/>
            <a:endParaRPr lang="en-GB" sz="2800" dirty="0"/>
          </a:p>
          <a:p>
            <a:pPr algn="just"/>
            <a:r>
              <a:rPr lang="en-GB" sz="2800" dirty="0"/>
              <a:t>The </a:t>
            </a:r>
            <a:r>
              <a:rPr lang="en-GB" sz="2800" b="1" dirty="0" smtClean="0"/>
              <a:t>font dialog box </a:t>
            </a:r>
            <a:r>
              <a:rPr lang="en-GB" sz="2800" dirty="0"/>
              <a:t>can be accessed from the </a:t>
            </a:r>
            <a:r>
              <a:rPr lang="en-GB" sz="2800" b="1" dirty="0"/>
              <a:t>Home </a:t>
            </a:r>
            <a:r>
              <a:rPr lang="en-GB" sz="2800" dirty="0"/>
              <a:t>ribbon in the </a:t>
            </a:r>
            <a:r>
              <a:rPr lang="en-GB" sz="2800" b="1" dirty="0"/>
              <a:t>Font</a:t>
            </a:r>
            <a:r>
              <a:rPr lang="en-GB" sz="2800" dirty="0"/>
              <a:t> group.</a:t>
            </a:r>
            <a:endParaRPr lang="en-US" sz="2800" dirty="0"/>
          </a:p>
        </p:txBody>
      </p:sp>
      <p:pic>
        <p:nvPicPr>
          <p:cNvPr id="1026" name="Picture 2" descr="C:\Users\UCCSMS1\Desktop\images\font_management_home_fo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21" y="3593584"/>
            <a:ext cx="5324475" cy="32644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Font Management in </a:t>
            </a:r>
            <a:r>
              <a:rPr lang="en-GB" dirty="0" smtClean="0"/>
              <a:t>PowerPoint </a:t>
            </a:r>
            <a:r>
              <a:rPr lang="en-GB" dirty="0"/>
              <a:t>2010</a:t>
            </a:r>
          </a:p>
        </p:txBody>
      </p:sp>
      <p:sp>
        <p:nvSpPr>
          <p:cNvPr id="3" name="Content Placeholder 2"/>
          <p:cNvSpPr>
            <a:spLocks noGrp="1"/>
          </p:cNvSpPr>
          <p:nvPr>
            <p:ph idx="1"/>
          </p:nvPr>
        </p:nvSpPr>
        <p:spPr>
          <a:xfrm>
            <a:off x="107504" y="764704"/>
            <a:ext cx="8884096" cy="5976664"/>
          </a:xfrm>
        </p:spPr>
        <p:txBody>
          <a:bodyPr>
            <a:normAutofit/>
          </a:bodyPr>
          <a:lstStyle/>
          <a:p>
            <a:pPr algn="just"/>
            <a:r>
              <a:rPr lang="en-GB" sz="2800" dirty="0"/>
              <a:t>You can also access font management features by </a:t>
            </a:r>
            <a:r>
              <a:rPr lang="en-GB" sz="2800" b="1" dirty="0"/>
              <a:t>selecting a </a:t>
            </a:r>
            <a:r>
              <a:rPr lang="en-GB" sz="2800" b="1" dirty="0" smtClean="0"/>
              <a:t>text from a text </a:t>
            </a:r>
            <a:r>
              <a:rPr lang="en-GB" sz="2800" b="1" dirty="0"/>
              <a:t>box</a:t>
            </a:r>
            <a:r>
              <a:rPr lang="en-GB" sz="2800" dirty="0"/>
              <a:t>, </a:t>
            </a:r>
            <a:r>
              <a:rPr lang="en-GB" sz="2800" dirty="0" smtClean="0"/>
              <a:t>select </a:t>
            </a:r>
            <a:r>
              <a:rPr lang="en-GB" sz="2800" b="1" dirty="0" smtClean="0"/>
              <a:t>f</a:t>
            </a:r>
            <a:r>
              <a:rPr lang="en-GB" sz="2800" b="1" dirty="0" smtClean="0"/>
              <a:t>ont</a:t>
            </a:r>
            <a:r>
              <a:rPr lang="en-GB" sz="2800" dirty="0" smtClean="0"/>
              <a:t> from the options and click.</a:t>
            </a:r>
            <a:endParaRPr lang="en-US" sz="2800" dirty="0"/>
          </a:p>
        </p:txBody>
      </p:sp>
      <p:pic>
        <p:nvPicPr>
          <p:cNvPr id="2050" name="Picture 2" descr="C:\Users\UCCSMS1\Desktop\images\font_management_right_click_fo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0" y="2276872"/>
            <a:ext cx="6624736" cy="43658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30537"/>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Font Management in </a:t>
            </a:r>
            <a:r>
              <a:rPr lang="en-GB" dirty="0" smtClean="0"/>
              <a:t>PowerPoint </a:t>
            </a:r>
            <a:r>
              <a:rPr lang="en-GB" dirty="0"/>
              <a:t>2010</a:t>
            </a:r>
          </a:p>
        </p:txBody>
      </p:sp>
      <p:sp>
        <p:nvSpPr>
          <p:cNvPr id="3" name="Content Placeholder 2"/>
          <p:cNvSpPr>
            <a:spLocks noGrp="1"/>
          </p:cNvSpPr>
          <p:nvPr>
            <p:ph idx="1"/>
          </p:nvPr>
        </p:nvSpPr>
        <p:spPr>
          <a:xfrm>
            <a:off x="107504" y="764704"/>
            <a:ext cx="8884096" cy="5976664"/>
          </a:xfrm>
        </p:spPr>
        <p:txBody>
          <a:bodyPr>
            <a:normAutofit/>
          </a:bodyPr>
          <a:lstStyle/>
          <a:p>
            <a:pPr algn="just"/>
            <a:r>
              <a:rPr lang="en-GB" sz="2800" dirty="0"/>
              <a:t>This opens up the </a:t>
            </a:r>
            <a:r>
              <a:rPr lang="en-GB" sz="2800" b="1" dirty="0"/>
              <a:t>Font dialog </a:t>
            </a:r>
            <a:r>
              <a:rPr lang="en-GB" sz="2800" dirty="0"/>
              <a:t>which contains all the font management features available under the font section in the </a:t>
            </a:r>
            <a:r>
              <a:rPr lang="en-GB" sz="2800" b="1" dirty="0"/>
              <a:t>Home </a:t>
            </a:r>
            <a:r>
              <a:rPr lang="en-GB" sz="2800" dirty="0"/>
              <a:t>ribbon.</a:t>
            </a:r>
          </a:p>
        </p:txBody>
      </p:sp>
      <p:pic>
        <p:nvPicPr>
          <p:cNvPr id="3074" name="Picture 2" descr="C:\Users\UCCSMS1\Desktop\images\font_management_dialo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2348880"/>
            <a:ext cx="8064896"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919843"/>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Font Management in </a:t>
            </a:r>
            <a:r>
              <a:rPr lang="en-GB" dirty="0" smtClean="0"/>
              <a:t>PowerPoint </a:t>
            </a:r>
            <a:r>
              <a:rPr lang="en-GB" dirty="0"/>
              <a:t>2010</a:t>
            </a:r>
          </a:p>
        </p:txBody>
      </p:sp>
      <p:pic>
        <p:nvPicPr>
          <p:cNvPr id="4099" name="Picture 3"/>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7504" y="548680"/>
            <a:ext cx="9036496" cy="630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6221214"/>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Setting Text Fonts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1 </a:t>
            </a:r>
            <a:r>
              <a:rPr lang="en-GB" sz="2800" b="1" dirty="0" smtClean="0">
                <a:solidFill>
                  <a:srgbClr val="FF0000"/>
                </a:solidFill>
              </a:rPr>
              <a:t> </a:t>
            </a:r>
          </a:p>
          <a:p>
            <a:pPr algn="just"/>
            <a:r>
              <a:rPr lang="en-GB" sz="2800" dirty="0" smtClean="0"/>
              <a:t>The </a:t>
            </a:r>
            <a:r>
              <a:rPr lang="en-GB" sz="2800" dirty="0"/>
              <a:t>default font in </a:t>
            </a:r>
            <a:r>
              <a:rPr lang="en-GB" sz="2800" dirty="0" smtClean="0"/>
              <a:t>PowerPoint </a:t>
            </a:r>
            <a:r>
              <a:rPr lang="en-GB" sz="2800" dirty="0"/>
              <a:t>2010 is </a:t>
            </a:r>
            <a:r>
              <a:rPr lang="en-GB" sz="2800" b="1" dirty="0">
                <a:solidFill>
                  <a:srgbClr val="FF0000"/>
                </a:solidFill>
              </a:rPr>
              <a:t>Calibri</a:t>
            </a:r>
            <a:r>
              <a:rPr lang="en-GB" sz="2800" dirty="0" smtClean="0"/>
              <a:t>.</a:t>
            </a:r>
          </a:p>
          <a:p>
            <a:pPr algn="just"/>
            <a:endParaRPr lang="en-GB" sz="2800" dirty="0"/>
          </a:p>
        </p:txBody>
      </p:sp>
      <p:pic>
        <p:nvPicPr>
          <p:cNvPr id="5122" name="Picture 2" descr="C:\Users\UCCSMS1\Desktop\images\default_font_calibr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1700808"/>
            <a:ext cx="7200800" cy="5040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4063124"/>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Setting Text Fonts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  </a:t>
            </a:r>
          </a:p>
          <a:p>
            <a:pPr algn="just"/>
            <a:r>
              <a:rPr lang="en-GB" sz="2800" dirty="0"/>
              <a:t>To change the </a:t>
            </a:r>
            <a:r>
              <a:rPr lang="en-GB" sz="2800" b="1" dirty="0"/>
              <a:t>text font</a:t>
            </a:r>
            <a:r>
              <a:rPr lang="en-GB" sz="2800" dirty="0"/>
              <a:t>, select that </a:t>
            </a:r>
            <a:r>
              <a:rPr lang="en-GB" sz="2800" b="1" dirty="0"/>
              <a:t>portion of text </a:t>
            </a:r>
            <a:r>
              <a:rPr lang="en-GB" sz="2800" dirty="0"/>
              <a:t>the font of which needs to be changed. </a:t>
            </a:r>
            <a:endParaRPr lang="en-GB" sz="2800" dirty="0" smtClean="0"/>
          </a:p>
          <a:p>
            <a:pPr algn="just"/>
            <a:endParaRPr lang="en-GB" sz="2800" dirty="0"/>
          </a:p>
          <a:p>
            <a:pPr algn="just"/>
            <a:r>
              <a:rPr lang="en-GB" sz="2800" dirty="0"/>
              <a:t> If you select the entire text box or shape, the changes will apply to all the text in the selection. If you select specific text, the changes will apply to selection only.</a:t>
            </a:r>
            <a:endParaRPr lang="en-GB" sz="2800" dirty="0" smtClean="0"/>
          </a:p>
          <a:p>
            <a:pPr algn="just"/>
            <a:endParaRPr lang="en-GB" sz="2800" dirty="0"/>
          </a:p>
        </p:txBody>
      </p:sp>
    </p:spTree>
    <p:extLst>
      <p:ext uri="{BB962C8B-B14F-4D97-AF65-F5344CB8AC3E}">
        <p14:creationId xmlns:p14="http://schemas.microsoft.com/office/powerpoint/2010/main" val="3085883758"/>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Setting Text Fonts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3</a:t>
            </a:r>
            <a:r>
              <a:rPr lang="en-GB" sz="2800" b="1" dirty="0" smtClean="0">
                <a:solidFill>
                  <a:srgbClr val="FF0000"/>
                </a:solidFill>
              </a:rPr>
              <a:t> </a:t>
            </a:r>
          </a:p>
          <a:p>
            <a:pPr algn="just"/>
            <a:r>
              <a:rPr lang="en-GB" sz="2800" dirty="0"/>
              <a:t>In the </a:t>
            </a:r>
            <a:r>
              <a:rPr lang="en-GB" sz="2800" b="1" dirty="0"/>
              <a:t>Font</a:t>
            </a:r>
            <a:r>
              <a:rPr lang="en-GB" sz="2800" dirty="0"/>
              <a:t> group, under the </a:t>
            </a:r>
            <a:r>
              <a:rPr lang="en-GB" sz="2800" b="1" dirty="0"/>
              <a:t>Home</a:t>
            </a:r>
            <a:r>
              <a:rPr lang="en-GB" sz="2800" dirty="0"/>
              <a:t> ribbon, click on the </a:t>
            </a:r>
            <a:r>
              <a:rPr lang="en-GB" sz="2800" b="1" dirty="0"/>
              <a:t>font face </a:t>
            </a:r>
            <a:r>
              <a:rPr lang="en-GB" sz="2800" dirty="0"/>
              <a:t>dropdown</a:t>
            </a:r>
            <a:r>
              <a:rPr lang="en-GB" sz="2800" dirty="0" smtClean="0"/>
              <a:t>. </a:t>
            </a:r>
          </a:p>
          <a:p>
            <a:pPr algn="just"/>
            <a:endParaRPr lang="en-GB" sz="2800" dirty="0"/>
          </a:p>
        </p:txBody>
      </p:sp>
      <p:pic>
        <p:nvPicPr>
          <p:cNvPr id="6146" name="Picture 2" descr="C:\Users\UCCSMS1\Desktop\images\font_face_menu_ite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2132856"/>
            <a:ext cx="6336704" cy="4608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8858700"/>
      </p:ext>
    </p:extLst>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Setting Text Fonts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4 </a:t>
            </a:r>
          </a:p>
          <a:p>
            <a:pPr algn="just"/>
            <a:r>
              <a:rPr lang="en-GB" sz="2800" b="1" dirty="0"/>
              <a:t>Scroll</a:t>
            </a:r>
            <a:r>
              <a:rPr lang="en-GB" sz="2800" dirty="0"/>
              <a:t> through the list of </a:t>
            </a:r>
            <a:r>
              <a:rPr lang="en-GB" sz="2800" b="1" dirty="0"/>
              <a:t>font faces </a:t>
            </a:r>
            <a:r>
              <a:rPr lang="en-GB" sz="2800" dirty="0"/>
              <a:t>to pick the one that suits your </a:t>
            </a:r>
            <a:r>
              <a:rPr lang="en-GB" sz="2800" dirty="0" smtClean="0"/>
              <a:t>needs. </a:t>
            </a:r>
          </a:p>
          <a:p>
            <a:pPr algn="just"/>
            <a:endParaRPr lang="en-GB" sz="2800" dirty="0"/>
          </a:p>
        </p:txBody>
      </p:sp>
      <p:pic>
        <p:nvPicPr>
          <p:cNvPr id="7170" name="Picture 2" descr="C:\Users\UCCSMS1\Desktop\images\font_face_selec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2284795"/>
            <a:ext cx="4320480" cy="4581128"/>
          </a:xfrm>
          <a:prstGeom prst="rect">
            <a:avLst/>
          </a:prstGeom>
          <a:noFill/>
          <a:extLst>
            <a:ext uri="{909E8E84-426E-40DD-AFC4-6F175D3DCCD1}">
              <a14:hiddenFill xmlns:a14="http://schemas.microsoft.com/office/drawing/2010/main">
                <a:solidFill>
                  <a:srgbClr val="FFFFFF"/>
                </a:solidFill>
              </a14:hiddenFill>
            </a:ext>
          </a:extLst>
        </p:spPr>
      </p:pic>
      <p:pic>
        <p:nvPicPr>
          <p:cNvPr id="7171" name="Picture 3" descr="C:\Users\UCCSMS1\Desktop\images\new_font_fac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8024" y="2284794"/>
            <a:ext cx="4248472" cy="4573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7848653"/>
      </p:ext>
    </p:extLst>
  </p:cSld>
  <p:clrMapOvr>
    <a:masterClrMapping/>
  </p:clrMapOvr>
  <p:transition>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Text Decoration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endParaRPr lang="en-GB" sz="2800" b="1" dirty="0" smtClean="0">
              <a:solidFill>
                <a:srgbClr val="FF0000"/>
              </a:solidFill>
            </a:endParaRPr>
          </a:p>
          <a:p>
            <a:pPr algn="just"/>
            <a:r>
              <a:rPr lang="en-GB" sz="2800" dirty="0"/>
              <a:t>These features can be accessed from the </a:t>
            </a:r>
            <a:r>
              <a:rPr lang="en-GB" sz="2800" b="1" dirty="0"/>
              <a:t>Home</a:t>
            </a:r>
            <a:r>
              <a:rPr lang="en-GB" sz="2800" dirty="0"/>
              <a:t> ribbon under the </a:t>
            </a:r>
            <a:r>
              <a:rPr lang="en-GB" sz="2800" b="1" dirty="0"/>
              <a:t>Font</a:t>
            </a:r>
            <a:r>
              <a:rPr lang="en-GB" sz="2800" dirty="0"/>
              <a:t> group.</a:t>
            </a:r>
          </a:p>
        </p:txBody>
      </p:sp>
      <p:pic>
        <p:nvPicPr>
          <p:cNvPr id="8194" name="Picture 2" descr="C:\Users\UCCSMS1\Desktop\images\decoration_home_fo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156843"/>
            <a:ext cx="5314950" cy="4681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8356283"/>
      </p:ext>
    </p:extLst>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Text Decoration in </a:t>
            </a:r>
            <a:r>
              <a:rPr lang="en-GB" dirty="0" smtClean="0"/>
              <a:t>PowerPoint </a:t>
            </a:r>
            <a:r>
              <a:rPr lang="en-GB" dirty="0"/>
              <a:t>2010</a:t>
            </a:r>
          </a:p>
        </p:txBody>
      </p:sp>
      <p:pic>
        <p:nvPicPr>
          <p:cNvPr id="9218"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9512" y="620688"/>
            <a:ext cx="8496944" cy="6237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64244951"/>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Case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1</a:t>
            </a:r>
            <a:endParaRPr lang="en-GB" sz="2800" b="1" dirty="0" smtClean="0">
              <a:solidFill>
                <a:srgbClr val="FF0000"/>
              </a:solidFill>
            </a:endParaRPr>
          </a:p>
          <a:p>
            <a:pPr algn="just"/>
            <a:r>
              <a:rPr lang="en-GB" sz="2800" dirty="0"/>
              <a:t>Select the text the case of which you want to </a:t>
            </a:r>
            <a:r>
              <a:rPr lang="en-GB" sz="2800" dirty="0" smtClean="0"/>
              <a:t>change.</a:t>
            </a:r>
          </a:p>
          <a:p>
            <a:pPr algn="just"/>
            <a:r>
              <a:rPr lang="en-GB" sz="2800" dirty="0"/>
              <a:t> Go to the </a:t>
            </a:r>
            <a:r>
              <a:rPr lang="en-GB" sz="2800" b="1" dirty="0"/>
              <a:t>Font</a:t>
            </a:r>
            <a:r>
              <a:rPr lang="en-GB" sz="2800" dirty="0"/>
              <a:t> group under the </a:t>
            </a:r>
            <a:r>
              <a:rPr lang="en-GB" sz="2800" b="1" dirty="0"/>
              <a:t>Home</a:t>
            </a:r>
            <a:r>
              <a:rPr lang="en-GB" sz="2800" dirty="0"/>
              <a:t> ribbon.</a:t>
            </a:r>
          </a:p>
          <a:p>
            <a:pPr algn="just"/>
            <a:endParaRPr lang="en-GB" sz="2800" dirty="0" smtClean="0"/>
          </a:p>
          <a:p>
            <a:pPr algn="just"/>
            <a:endParaRPr lang="en-GB" sz="2800" dirty="0"/>
          </a:p>
        </p:txBody>
      </p:sp>
      <p:pic>
        <p:nvPicPr>
          <p:cNvPr id="10242" name="Picture 2" descr="C:\Users\UCCSMS1\Desktop\images\font_management_home_fo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135770"/>
            <a:ext cx="5904656" cy="4515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179117"/>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Case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2</a:t>
            </a:r>
            <a:endParaRPr lang="en-GB" sz="2800" b="1" dirty="0" smtClean="0">
              <a:solidFill>
                <a:srgbClr val="FF0000"/>
              </a:solidFill>
            </a:endParaRPr>
          </a:p>
          <a:p>
            <a:pPr algn="just"/>
            <a:r>
              <a:rPr lang="en-GB" sz="2800" dirty="0"/>
              <a:t> From the </a:t>
            </a:r>
            <a:r>
              <a:rPr lang="en-GB" sz="2800" b="1" dirty="0"/>
              <a:t>Change Case </a:t>
            </a:r>
            <a:r>
              <a:rPr lang="en-GB" sz="2800" dirty="0"/>
              <a:t>dropdown, select the case you want to use for your text.</a:t>
            </a:r>
          </a:p>
          <a:p>
            <a:pPr algn="just"/>
            <a:endParaRPr lang="en-GB" sz="2800" dirty="0"/>
          </a:p>
        </p:txBody>
      </p:sp>
      <p:pic>
        <p:nvPicPr>
          <p:cNvPr id="11266" name="Picture 2" descr="C:\Users\UCCSMS1\Desktop\images\change_case_menu_op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2204864"/>
            <a:ext cx="6408712" cy="4465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6543497"/>
      </p:ext>
    </p:extLst>
  </p:cSld>
  <p:clrMapOvr>
    <a:masterClrMapping/>
  </p:clrMapOvr>
  <p:transition>
    <p:fad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Case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3</a:t>
            </a:r>
          </a:p>
          <a:p>
            <a:pPr algn="just"/>
            <a:r>
              <a:rPr lang="en-GB" sz="2800" dirty="0"/>
              <a:t> Click on your choice </a:t>
            </a:r>
            <a:r>
              <a:rPr lang="en-GB" sz="2800" dirty="0" smtClean="0"/>
              <a:t>to </a:t>
            </a:r>
            <a:r>
              <a:rPr lang="en-GB" sz="2800" b="1" dirty="0"/>
              <a:t>change case </a:t>
            </a:r>
            <a:r>
              <a:rPr lang="en-GB" sz="2800" dirty="0"/>
              <a:t>for the selected text</a:t>
            </a:r>
            <a:r>
              <a:rPr lang="en-GB" sz="2800" dirty="0" smtClean="0"/>
              <a:t>.</a:t>
            </a:r>
          </a:p>
          <a:p>
            <a:pPr algn="just"/>
            <a:endParaRPr lang="en-GB" sz="2800" dirty="0"/>
          </a:p>
        </p:txBody>
      </p:sp>
      <p:pic>
        <p:nvPicPr>
          <p:cNvPr id="12290" name="Picture 2" descr="C:\Users\UCCSMS1\Desktop\images\changed_text_cas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1916832"/>
            <a:ext cx="6840760" cy="4752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5267698"/>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Size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1</a:t>
            </a:r>
            <a:endParaRPr lang="en-GB" sz="2800" b="1" dirty="0" smtClean="0">
              <a:solidFill>
                <a:srgbClr val="FF0000"/>
              </a:solidFill>
            </a:endParaRPr>
          </a:p>
          <a:p>
            <a:pPr algn="just"/>
            <a:r>
              <a:rPr lang="en-GB" sz="2800" dirty="0"/>
              <a:t>Select the text the case of which you want to </a:t>
            </a:r>
            <a:r>
              <a:rPr lang="en-GB" sz="2800" dirty="0" smtClean="0"/>
              <a:t>change.</a:t>
            </a:r>
          </a:p>
          <a:p>
            <a:pPr algn="just"/>
            <a:r>
              <a:rPr lang="en-GB" sz="2800" dirty="0"/>
              <a:t> Go to the </a:t>
            </a:r>
            <a:r>
              <a:rPr lang="en-GB" sz="2800" b="1" dirty="0"/>
              <a:t>Font</a:t>
            </a:r>
            <a:r>
              <a:rPr lang="en-GB" sz="2800" dirty="0"/>
              <a:t> group under the </a:t>
            </a:r>
            <a:r>
              <a:rPr lang="en-GB" sz="2800" b="1" dirty="0"/>
              <a:t>Home</a:t>
            </a:r>
            <a:r>
              <a:rPr lang="en-GB" sz="2800" dirty="0"/>
              <a:t> ribbon.</a:t>
            </a:r>
          </a:p>
          <a:p>
            <a:pPr algn="just"/>
            <a:endParaRPr lang="en-GB" sz="2800" dirty="0" smtClean="0"/>
          </a:p>
          <a:p>
            <a:pPr algn="just"/>
            <a:endParaRPr lang="en-GB" sz="2800" dirty="0"/>
          </a:p>
        </p:txBody>
      </p:sp>
      <p:pic>
        <p:nvPicPr>
          <p:cNvPr id="10242" name="Picture 2" descr="C:\Users\UCCSMS1\Desktop\images\font_management_home_fo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135770"/>
            <a:ext cx="5904656" cy="4515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4819349"/>
      </p:ext>
    </p:extLst>
  </p:cSld>
  <p:clrMapOvr>
    <a:masterClrMapping/>
  </p:clrMapOvr>
  <p:transition>
    <p:fad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Case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2</a:t>
            </a:r>
            <a:endParaRPr lang="en-GB" sz="2800" b="1" dirty="0" smtClean="0">
              <a:solidFill>
                <a:srgbClr val="FF0000"/>
              </a:solidFill>
            </a:endParaRPr>
          </a:p>
          <a:p>
            <a:pPr algn="just"/>
            <a:r>
              <a:rPr lang="en-GB" sz="2800" dirty="0"/>
              <a:t> From the </a:t>
            </a:r>
            <a:r>
              <a:rPr lang="en-GB" sz="2800" b="1" dirty="0"/>
              <a:t>Font Size </a:t>
            </a:r>
            <a:r>
              <a:rPr lang="en-GB" sz="2800" dirty="0"/>
              <a:t>dropdown, select the </a:t>
            </a:r>
            <a:r>
              <a:rPr lang="en-GB" sz="2800" b="1" dirty="0"/>
              <a:t>size</a:t>
            </a:r>
            <a:r>
              <a:rPr lang="en-GB" sz="2800" dirty="0"/>
              <a:t> you want to use for your text.</a:t>
            </a:r>
          </a:p>
          <a:p>
            <a:pPr marL="0" indent="0" algn="just">
              <a:buNone/>
            </a:pPr>
            <a:endParaRPr lang="en-GB" sz="2800" dirty="0" smtClean="0"/>
          </a:p>
          <a:p>
            <a:pPr algn="just"/>
            <a:endParaRPr lang="en-GB" sz="2800" dirty="0"/>
          </a:p>
        </p:txBody>
      </p:sp>
      <p:pic>
        <p:nvPicPr>
          <p:cNvPr id="13314" name="Picture 2" descr="C:\Users\UCCSMS1\Desktop\images\font_size_menu_item.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8813" y="2276872"/>
            <a:ext cx="5955555"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963849"/>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Case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3</a:t>
            </a:r>
          </a:p>
          <a:p>
            <a:pPr algn="just"/>
            <a:r>
              <a:rPr lang="en-GB" sz="2800" dirty="0"/>
              <a:t>Click on your choice to change the font size for the selected portion of text</a:t>
            </a:r>
            <a:r>
              <a:rPr lang="en-GB" sz="2800" dirty="0" smtClean="0"/>
              <a:t>.</a:t>
            </a:r>
            <a:endParaRPr lang="en-GB" sz="2800" dirty="0"/>
          </a:p>
          <a:p>
            <a:pPr marL="0" indent="0" algn="just">
              <a:buNone/>
            </a:pPr>
            <a:endParaRPr lang="en-GB" sz="2800" dirty="0" smtClean="0"/>
          </a:p>
          <a:p>
            <a:pPr algn="just"/>
            <a:endParaRPr lang="en-GB" sz="2800" dirty="0"/>
          </a:p>
        </p:txBody>
      </p:sp>
      <p:pic>
        <p:nvPicPr>
          <p:cNvPr id="14338" name="Picture 2" descr="C:\Users\UCCSMS1\Desktop\images\changed_font_text_siz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204864"/>
            <a:ext cx="6552727" cy="4392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291377"/>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Case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4</a:t>
            </a:r>
            <a:endParaRPr lang="en-GB" sz="2800" b="1" dirty="0" smtClean="0">
              <a:solidFill>
                <a:srgbClr val="FF0000"/>
              </a:solidFill>
            </a:endParaRPr>
          </a:p>
          <a:p>
            <a:pPr algn="just"/>
            <a:r>
              <a:rPr lang="en-GB" sz="2800" dirty="0"/>
              <a:t>If you want to change the font size in steps you can also use the </a:t>
            </a:r>
            <a:r>
              <a:rPr lang="en-GB" sz="2800" b="1" dirty="0"/>
              <a:t>Increase/ Decrease Font Size </a:t>
            </a:r>
            <a:r>
              <a:rPr lang="en-GB" sz="2800" dirty="0" smtClean="0"/>
              <a:t>options.</a:t>
            </a:r>
            <a:endParaRPr lang="en-GB" sz="2800" dirty="0"/>
          </a:p>
          <a:p>
            <a:pPr marL="0" indent="0" algn="just">
              <a:buNone/>
            </a:pPr>
            <a:endParaRPr lang="en-GB" sz="2800" dirty="0" smtClean="0"/>
          </a:p>
          <a:p>
            <a:pPr algn="just"/>
            <a:endParaRPr lang="en-GB" sz="2800" dirty="0"/>
          </a:p>
        </p:txBody>
      </p:sp>
      <p:pic>
        <p:nvPicPr>
          <p:cNvPr id="15362" name="Picture 2" descr="C:\Users\UCCSMS1\Desktop\images\increase_decrease_font_siz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2132856"/>
            <a:ext cx="6264695" cy="4558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938487"/>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a:t>
            </a:r>
            <a:r>
              <a:rPr lang="en-GB" dirty="0" smtClean="0"/>
              <a:t>Colour </a:t>
            </a:r>
            <a:r>
              <a:rPr lang="en-GB" dirty="0"/>
              <a:t>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1</a:t>
            </a:r>
            <a:endParaRPr lang="en-GB" sz="2800" b="1" dirty="0" smtClean="0">
              <a:solidFill>
                <a:srgbClr val="FF0000"/>
              </a:solidFill>
            </a:endParaRPr>
          </a:p>
          <a:p>
            <a:pPr algn="just"/>
            <a:r>
              <a:rPr lang="en-GB" sz="2800" dirty="0"/>
              <a:t>Select the text the case of which you want to </a:t>
            </a:r>
            <a:r>
              <a:rPr lang="en-GB" sz="2800" dirty="0" smtClean="0"/>
              <a:t>change.</a:t>
            </a:r>
          </a:p>
          <a:p>
            <a:pPr algn="just"/>
            <a:r>
              <a:rPr lang="en-GB" sz="2800" dirty="0"/>
              <a:t> Go to the </a:t>
            </a:r>
            <a:r>
              <a:rPr lang="en-GB" sz="2800" b="1" dirty="0"/>
              <a:t>Font</a:t>
            </a:r>
            <a:r>
              <a:rPr lang="en-GB" sz="2800" dirty="0"/>
              <a:t> group under the </a:t>
            </a:r>
            <a:r>
              <a:rPr lang="en-GB" sz="2800" b="1" dirty="0"/>
              <a:t>Home</a:t>
            </a:r>
            <a:r>
              <a:rPr lang="en-GB" sz="2800" dirty="0"/>
              <a:t> ribbon.</a:t>
            </a:r>
          </a:p>
          <a:p>
            <a:pPr algn="just"/>
            <a:endParaRPr lang="en-GB" sz="2800" dirty="0" smtClean="0"/>
          </a:p>
          <a:p>
            <a:pPr algn="just"/>
            <a:endParaRPr lang="en-GB" sz="2800" dirty="0"/>
          </a:p>
        </p:txBody>
      </p:sp>
      <p:pic>
        <p:nvPicPr>
          <p:cNvPr id="10242" name="Picture 2" descr="C:\Users\UCCSMS1\Desktop\images\font_management_home_fo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2135770"/>
            <a:ext cx="5904656" cy="4515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1184100"/>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a:t>
            </a:r>
            <a:r>
              <a:rPr lang="en-GB" dirty="0" smtClean="0"/>
              <a:t>Colour </a:t>
            </a:r>
            <a:r>
              <a:rPr lang="en-GB" dirty="0"/>
              <a:t>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a:t>
            </a:r>
          </a:p>
          <a:p>
            <a:pPr algn="just"/>
            <a:r>
              <a:rPr lang="en-GB" sz="2800" dirty="0"/>
              <a:t>From the </a:t>
            </a:r>
            <a:r>
              <a:rPr lang="en-GB" sz="2800" b="1" dirty="0"/>
              <a:t>Font </a:t>
            </a:r>
            <a:r>
              <a:rPr lang="en-GB" sz="2800" b="1" dirty="0" smtClean="0"/>
              <a:t>Colour </a:t>
            </a:r>
            <a:r>
              <a:rPr lang="en-GB" sz="2800" dirty="0"/>
              <a:t>dropdown, select the </a:t>
            </a:r>
            <a:r>
              <a:rPr lang="en-GB" sz="2800" dirty="0" smtClean="0"/>
              <a:t>colour </a:t>
            </a:r>
            <a:r>
              <a:rPr lang="en-GB" sz="2800" dirty="0"/>
              <a:t>you want to use for your text.</a:t>
            </a:r>
            <a:endParaRPr lang="en-GB" sz="2800" dirty="0" smtClean="0"/>
          </a:p>
          <a:p>
            <a:pPr algn="just"/>
            <a:endParaRPr lang="en-GB" sz="2800" dirty="0"/>
          </a:p>
        </p:txBody>
      </p:sp>
      <p:pic>
        <p:nvPicPr>
          <p:cNvPr id="16386" name="Picture 2" descr="C:\Users\UCCSMS1\Desktop\images\font_color_menu_op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204864"/>
            <a:ext cx="6048672"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5240712"/>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a:t>
            </a:r>
            <a:r>
              <a:rPr lang="en-GB" dirty="0" smtClean="0"/>
              <a:t>Colour </a:t>
            </a:r>
            <a:r>
              <a:rPr lang="en-GB" dirty="0"/>
              <a:t>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3</a:t>
            </a:r>
            <a:endParaRPr lang="en-GB" sz="2800" b="1" dirty="0" smtClean="0">
              <a:solidFill>
                <a:srgbClr val="FF0000"/>
              </a:solidFill>
            </a:endParaRPr>
          </a:p>
          <a:p>
            <a:pPr algn="just"/>
            <a:r>
              <a:rPr lang="en-GB" sz="2800" dirty="0"/>
              <a:t>Click on your choice to change the font </a:t>
            </a:r>
            <a:r>
              <a:rPr lang="en-GB" sz="2800" dirty="0" smtClean="0"/>
              <a:t>colour </a:t>
            </a:r>
            <a:r>
              <a:rPr lang="en-GB" sz="2800" dirty="0"/>
              <a:t>for the selected portion of text.</a:t>
            </a:r>
          </a:p>
          <a:p>
            <a:pPr marL="0" indent="0" algn="just">
              <a:buNone/>
            </a:pPr>
            <a:endParaRPr lang="en-GB" sz="2800" dirty="0" smtClean="0"/>
          </a:p>
          <a:p>
            <a:pPr algn="just"/>
            <a:endParaRPr lang="en-GB" sz="2800" dirty="0"/>
          </a:p>
        </p:txBody>
      </p:sp>
      <p:pic>
        <p:nvPicPr>
          <p:cNvPr id="17410" name="Picture 2" descr="C:\Users\UCCSMS1\Desktop\images\changed_font_colo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0" y="2132856"/>
            <a:ext cx="6336704" cy="4464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506926"/>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a:t>
            </a:r>
            <a:r>
              <a:rPr lang="en-GB" dirty="0" smtClean="0"/>
              <a:t>Colour </a:t>
            </a:r>
            <a:r>
              <a:rPr lang="en-GB" dirty="0"/>
              <a:t>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3</a:t>
            </a:r>
            <a:endParaRPr lang="en-GB" sz="2800" b="1" dirty="0" smtClean="0">
              <a:solidFill>
                <a:srgbClr val="FF0000"/>
              </a:solidFill>
            </a:endParaRPr>
          </a:p>
          <a:p>
            <a:pPr algn="just"/>
            <a:r>
              <a:rPr lang="en-GB" sz="2800" dirty="0"/>
              <a:t>If you want to choose from a wider range of </a:t>
            </a:r>
            <a:r>
              <a:rPr lang="en-GB" sz="2800" dirty="0" smtClean="0"/>
              <a:t>colours </a:t>
            </a:r>
            <a:r>
              <a:rPr lang="en-GB" sz="2800" dirty="0"/>
              <a:t>than what's shown in the dropdown you can click on "</a:t>
            </a:r>
            <a:r>
              <a:rPr lang="en-GB" sz="2800" b="1" dirty="0"/>
              <a:t>More </a:t>
            </a:r>
            <a:r>
              <a:rPr lang="en-GB" sz="2800" b="1" dirty="0" smtClean="0"/>
              <a:t>Colours</a:t>
            </a:r>
            <a:r>
              <a:rPr lang="en-GB" sz="2800" dirty="0" smtClean="0"/>
              <a:t>…"</a:t>
            </a:r>
            <a:endParaRPr lang="en-GB" sz="2800" dirty="0"/>
          </a:p>
          <a:p>
            <a:pPr marL="0" indent="0" algn="just">
              <a:buNone/>
            </a:pPr>
            <a:endParaRPr lang="en-GB" sz="2800" dirty="0" smtClean="0"/>
          </a:p>
          <a:p>
            <a:pPr algn="just"/>
            <a:endParaRPr lang="en-GB" sz="2800" dirty="0"/>
          </a:p>
        </p:txBody>
      </p:sp>
      <p:pic>
        <p:nvPicPr>
          <p:cNvPr id="18434" name="Picture 2" descr="C:\Users\UCCSMS1\Desktop\images\more_color_option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2276872"/>
            <a:ext cx="6336704"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9750775"/>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Change Text </a:t>
            </a:r>
            <a:r>
              <a:rPr lang="en-GB" dirty="0" smtClean="0"/>
              <a:t>Colour </a:t>
            </a:r>
            <a:r>
              <a:rPr lang="en-GB" dirty="0"/>
              <a:t>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3</a:t>
            </a:r>
            <a:endParaRPr lang="en-GB" sz="2800" b="1" dirty="0" smtClean="0">
              <a:solidFill>
                <a:srgbClr val="FF0000"/>
              </a:solidFill>
            </a:endParaRPr>
          </a:p>
          <a:p>
            <a:pPr algn="just"/>
            <a:r>
              <a:rPr lang="en-GB" sz="2800" dirty="0"/>
              <a:t>Here you can pick from a standard </a:t>
            </a:r>
            <a:r>
              <a:rPr lang="en-GB" sz="2800" dirty="0" smtClean="0"/>
              <a:t>colour </a:t>
            </a:r>
            <a:r>
              <a:rPr lang="en-GB" sz="2800" dirty="0"/>
              <a:t>palette for a greater choice of predefined </a:t>
            </a:r>
            <a:r>
              <a:rPr lang="en-GB" sz="2800" dirty="0" smtClean="0"/>
              <a:t>colours </a:t>
            </a:r>
            <a:r>
              <a:rPr lang="en-GB" sz="2800" dirty="0"/>
              <a:t>or create your own from the custom </a:t>
            </a:r>
            <a:r>
              <a:rPr lang="en-GB" sz="2800" dirty="0" smtClean="0"/>
              <a:t>colour </a:t>
            </a:r>
            <a:r>
              <a:rPr lang="en-GB" sz="2800" dirty="0"/>
              <a:t>palette.</a:t>
            </a:r>
            <a:endParaRPr lang="en-GB" sz="2800" dirty="0" smtClean="0"/>
          </a:p>
          <a:p>
            <a:pPr algn="just"/>
            <a:endParaRPr lang="en-GB" sz="2800" dirty="0"/>
          </a:p>
        </p:txBody>
      </p:sp>
      <p:pic>
        <p:nvPicPr>
          <p:cNvPr id="19458" name="Picture 2" descr="C:\Users\UCCSMS1\Desktop\images\custom_standard_color_palett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564904"/>
            <a:ext cx="6552728" cy="4293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9773885"/>
      </p:ext>
    </p:extLst>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Text Alignments in </a:t>
            </a:r>
            <a:r>
              <a:rPr lang="en-GB" dirty="0" smtClean="0"/>
              <a:t>PowerPoint </a:t>
            </a:r>
            <a:r>
              <a:rPr lang="en-GB" dirty="0"/>
              <a:t>2010</a:t>
            </a:r>
          </a:p>
        </p:txBody>
      </p:sp>
      <p:pic>
        <p:nvPicPr>
          <p:cNvPr id="20482"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9512" y="548680"/>
            <a:ext cx="8712968" cy="6309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3904680"/>
      </p:ext>
    </p:extLst>
  </p:cSld>
  <p:clrMapOvr>
    <a:masterClrMapping/>
  </p:clrMapOvr>
  <p:transition>
    <p:fad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Text Alignments in PowerPoint 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1</a:t>
            </a:r>
          </a:p>
          <a:p>
            <a:pPr algn="just"/>
            <a:r>
              <a:rPr lang="en-GB" sz="2800" dirty="0"/>
              <a:t>Select the portion of text that needs to be aligned</a:t>
            </a:r>
            <a:r>
              <a:rPr lang="en-GB" sz="2800" dirty="0" smtClean="0"/>
              <a:t>.</a:t>
            </a:r>
          </a:p>
          <a:p>
            <a:pPr algn="just"/>
            <a:r>
              <a:rPr lang="en-GB" sz="2800" dirty="0"/>
              <a:t>Go to the </a:t>
            </a:r>
            <a:r>
              <a:rPr lang="en-GB" sz="2800" b="1" dirty="0"/>
              <a:t>Paragraph</a:t>
            </a:r>
            <a:r>
              <a:rPr lang="en-GB" sz="2800" dirty="0"/>
              <a:t> group under the </a:t>
            </a:r>
            <a:r>
              <a:rPr lang="en-GB" sz="2800" b="1" dirty="0"/>
              <a:t>Home</a:t>
            </a:r>
            <a:r>
              <a:rPr lang="en-GB" sz="2800" dirty="0"/>
              <a:t> ribbon</a:t>
            </a:r>
            <a:r>
              <a:rPr lang="en-GB" sz="2800" dirty="0" smtClean="0"/>
              <a:t>.</a:t>
            </a:r>
          </a:p>
          <a:p>
            <a:pPr algn="just"/>
            <a:endParaRPr lang="en-GB" sz="2800" dirty="0"/>
          </a:p>
        </p:txBody>
      </p:sp>
      <p:pic>
        <p:nvPicPr>
          <p:cNvPr id="21506" name="Picture 2" descr="C:\Users\UCCSMS1\Desktop\images\home_ribbon_paragraph_sec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780928"/>
            <a:ext cx="7488832" cy="24419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4995347"/>
      </p:ext>
    </p:extLst>
  </p:cSld>
  <p:clrMapOvr>
    <a:masterClrMapping/>
  </p:clrMapOvr>
  <p:transition>
    <p:fad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Text Alignments in PowerPoint 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2</a:t>
            </a:r>
            <a:endParaRPr lang="en-GB" sz="2800" b="1" dirty="0" smtClean="0">
              <a:solidFill>
                <a:srgbClr val="FF0000"/>
              </a:solidFill>
            </a:endParaRPr>
          </a:p>
          <a:p>
            <a:pPr algn="just"/>
            <a:r>
              <a:rPr lang="en-GB" sz="2800" dirty="0"/>
              <a:t>Select one of the alignment options described above to change the text alignment. </a:t>
            </a:r>
            <a:endParaRPr lang="en-GB" sz="2800" dirty="0" smtClean="0"/>
          </a:p>
          <a:p>
            <a:pPr algn="just"/>
            <a:r>
              <a:rPr lang="en-GB" sz="2800" dirty="0" smtClean="0"/>
              <a:t>Note </a:t>
            </a:r>
            <a:r>
              <a:rPr lang="en-GB" sz="2800" dirty="0"/>
              <a:t>that the </a:t>
            </a:r>
            <a:r>
              <a:rPr lang="en-GB" sz="2800" b="1" dirty="0"/>
              <a:t>default alignment </a:t>
            </a:r>
            <a:r>
              <a:rPr lang="en-GB" sz="2800" dirty="0"/>
              <a:t>for text is usually </a:t>
            </a:r>
            <a:r>
              <a:rPr lang="en-GB" sz="2800" b="1" dirty="0"/>
              <a:t>Left</a:t>
            </a:r>
            <a:r>
              <a:rPr lang="en-GB" sz="2800" dirty="0" smtClean="0"/>
              <a:t>.</a:t>
            </a:r>
          </a:p>
          <a:p>
            <a:pPr algn="just"/>
            <a:r>
              <a:rPr lang="en-GB" sz="2800" dirty="0"/>
              <a:t>As long as the text is selected, you can change the text alignment multiple times.</a:t>
            </a:r>
          </a:p>
        </p:txBody>
      </p:sp>
      <p:pic>
        <p:nvPicPr>
          <p:cNvPr id="22530" name="Picture 2" descr="C:\Users\UCCSMS1\Desktop\images\changed_text_alignme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1681" y="3428999"/>
            <a:ext cx="5904656" cy="3429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8331091"/>
      </p:ext>
    </p:extLst>
  </p:cSld>
  <p:clrMapOvr>
    <a:masterClrMapping/>
  </p:clrMapOvr>
  <p:transition>
    <p:fad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Indent Paragraphs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1</a:t>
            </a:r>
          </a:p>
          <a:p>
            <a:pPr algn="just"/>
            <a:r>
              <a:rPr lang="en-GB" sz="2800" dirty="0"/>
              <a:t>Select the text content to be indented</a:t>
            </a:r>
            <a:r>
              <a:rPr lang="en-GB" sz="2800" dirty="0" smtClean="0"/>
              <a:t>.</a:t>
            </a:r>
          </a:p>
          <a:p>
            <a:pPr algn="just"/>
            <a:r>
              <a:rPr lang="en-GB" sz="2800" dirty="0"/>
              <a:t>Go to the </a:t>
            </a:r>
            <a:r>
              <a:rPr lang="en-GB" sz="2800" b="1" dirty="0"/>
              <a:t>Paragraph</a:t>
            </a:r>
            <a:r>
              <a:rPr lang="en-GB" sz="2800" dirty="0"/>
              <a:t> group under the </a:t>
            </a:r>
            <a:r>
              <a:rPr lang="en-GB" sz="2800" b="1" dirty="0"/>
              <a:t>Home</a:t>
            </a:r>
            <a:r>
              <a:rPr lang="en-GB" sz="2800" dirty="0"/>
              <a:t> ribbon.</a:t>
            </a:r>
          </a:p>
        </p:txBody>
      </p:sp>
      <p:pic>
        <p:nvPicPr>
          <p:cNvPr id="23554" name="Picture 2" descr="C:\Users\UCCSMS1\Desktop\images\home_ribbon_paragraph_sec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924944"/>
            <a:ext cx="7416823"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3071902"/>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Indent Paragraphs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2</a:t>
            </a:r>
            <a:endParaRPr lang="en-GB" sz="2800" b="1" dirty="0" smtClean="0">
              <a:solidFill>
                <a:srgbClr val="FF0000"/>
              </a:solidFill>
            </a:endParaRPr>
          </a:p>
          <a:p>
            <a:pPr algn="just"/>
            <a:r>
              <a:rPr lang="en-GB" sz="2800" dirty="0"/>
              <a:t>Select one of the </a:t>
            </a:r>
            <a:r>
              <a:rPr lang="en-GB" sz="2800" b="1" dirty="0"/>
              <a:t>indentation</a:t>
            </a:r>
            <a:r>
              <a:rPr lang="en-GB" sz="2800" dirty="0"/>
              <a:t> options.</a:t>
            </a:r>
          </a:p>
        </p:txBody>
      </p:sp>
      <p:pic>
        <p:nvPicPr>
          <p:cNvPr id="24578" name="Picture 2" descr="C:\Users\UCCSMS1\Desktop\images\increase_inden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3" y="1988839"/>
            <a:ext cx="6624736" cy="44644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9584173"/>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Indent Paragraphs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3</a:t>
            </a:r>
          </a:p>
          <a:p>
            <a:pPr algn="just"/>
            <a:r>
              <a:rPr lang="en-GB" sz="2800" dirty="0"/>
              <a:t>Once you have increased the indent, the decrease indent option is enabled.</a:t>
            </a:r>
          </a:p>
          <a:p>
            <a:pPr marL="0" indent="0" algn="just">
              <a:buNone/>
            </a:pPr>
            <a:endParaRPr lang="en-GB" sz="2800" dirty="0"/>
          </a:p>
        </p:txBody>
      </p:sp>
      <p:pic>
        <p:nvPicPr>
          <p:cNvPr id="25602" name="Picture 2" descr="C:\Users\UCCSMS1\Desktop\images\indented_paragraph.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276872"/>
            <a:ext cx="6912768"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9591711"/>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Set Line Spacing in PowerPoint 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1</a:t>
            </a:r>
          </a:p>
          <a:p>
            <a:pPr algn="just"/>
            <a:r>
              <a:rPr lang="en-GB" sz="2800" dirty="0"/>
              <a:t>Select the text content to be </a:t>
            </a:r>
            <a:r>
              <a:rPr lang="en-GB" sz="2800" dirty="0" smtClean="0"/>
              <a:t>spaced.</a:t>
            </a:r>
          </a:p>
          <a:p>
            <a:pPr algn="just"/>
            <a:r>
              <a:rPr lang="en-GB" sz="2800" dirty="0"/>
              <a:t>Go to the </a:t>
            </a:r>
            <a:r>
              <a:rPr lang="en-GB" sz="2800" b="1" dirty="0"/>
              <a:t>Paragraph</a:t>
            </a:r>
            <a:r>
              <a:rPr lang="en-GB" sz="2800" dirty="0"/>
              <a:t> group under the </a:t>
            </a:r>
            <a:r>
              <a:rPr lang="en-GB" sz="2800" b="1" dirty="0"/>
              <a:t>Home</a:t>
            </a:r>
            <a:r>
              <a:rPr lang="en-GB" sz="2800" dirty="0"/>
              <a:t> ribbon.</a:t>
            </a:r>
          </a:p>
        </p:txBody>
      </p:sp>
      <p:pic>
        <p:nvPicPr>
          <p:cNvPr id="23554" name="Picture 2" descr="C:\Users\UCCSMS1\Desktop\images\home_ribbon_paragraph_sec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924944"/>
            <a:ext cx="7416823" cy="2664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0523427"/>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Set Line Spacing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2</a:t>
            </a:r>
            <a:endParaRPr lang="en-GB" sz="2800" b="1" dirty="0" smtClean="0">
              <a:solidFill>
                <a:srgbClr val="FF0000"/>
              </a:solidFill>
            </a:endParaRPr>
          </a:p>
          <a:p>
            <a:pPr algn="just"/>
            <a:r>
              <a:rPr lang="en-GB" sz="2800" dirty="0"/>
              <a:t>Select one of the </a:t>
            </a:r>
            <a:r>
              <a:rPr lang="en-GB" sz="2800" b="1" dirty="0"/>
              <a:t>line spacing </a:t>
            </a:r>
            <a:r>
              <a:rPr lang="en-GB" sz="2800" dirty="0"/>
              <a:t>option from the dropdown list to apply one of predefined spacing </a:t>
            </a:r>
            <a:r>
              <a:rPr lang="en-GB" sz="2800" dirty="0" smtClean="0"/>
              <a:t>options.</a:t>
            </a:r>
            <a:endParaRPr lang="en-GB" sz="2800" dirty="0"/>
          </a:p>
          <a:p>
            <a:pPr marL="0" indent="0" algn="just">
              <a:buNone/>
            </a:pPr>
            <a:endParaRPr lang="en-GB" sz="2800" dirty="0"/>
          </a:p>
        </p:txBody>
      </p:sp>
      <p:pic>
        <p:nvPicPr>
          <p:cNvPr id="26626" name="Picture 2" descr="C:\Users\UCCSMS1\Desktop\images\line_spacing_ribbon_op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8644" y="2067103"/>
            <a:ext cx="5324475" cy="4602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7102792"/>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Set Line Spacing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smtClean="0">
                <a:solidFill>
                  <a:srgbClr val="FF0000"/>
                </a:solidFill>
              </a:rPr>
              <a:t>Step 3</a:t>
            </a:r>
          </a:p>
          <a:p>
            <a:pPr algn="just"/>
            <a:r>
              <a:rPr lang="en-GB" sz="2800" dirty="0"/>
              <a:t>To customize the spacing, you can click on "</a:t>
            </a:r>
            <a:r>
              <a:rPr lang="en-GB" sz="2800" b="1" dirty="0"/>
              <a:t>Line Spacing Options</a:t>
            </a:r>
            <a:r>
              <a:rPr lang="en-GB" sz="2800" dirty="0"/>
              <a:t>…" This will launch the </a:t>
            </a:r>
            <a:r>
              <a:rPr lang="en-GB" sz="2800" b="1" dirty="0"/>
              <a:t>Paragraph dialog</a:t>
            </a:r>
            <a:r>
              <a:rPr lang="en-GB" sz="2800" dirty="0" smtClean="0"/>
              <a:t>.</a:t>
            </a:r>
            <a:endParaRPr lang="en-GB" sz="2800" dirty="0"/>
          </a:p>
          <a:p>
            <a:pPr marL="0" indent="0" algn="just">
              <a:buNone/>
            </a:pPr>
            <a:endParaRPr lang="en-GB" sz="2800" dirty="0"/>
          </a:p>
        </p:txBody>
      </p:sp>
      <p:pic>
        <p:nvPicPr>
          <p:cNvPr id="27650" name="Picture 2" descr="C:\Users\UCCSMS1\Desktop\images\paragraph_line_spac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6922" y="2060848"/>
            <a:ext cx="5248275" cy="3914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999247"/>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Borders and Shades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r>
              <a:rPr lang="en-GB" sz="2800" b="1" dirty="0"/>
              <a:t>Applying Borders</a:t>
            </a:r>
          </a:p>
          <a:p>
            <a:pPr marL="0" indent="0" algn="ctr">
              <a:buNone/>
            </a:pPr>
            <a:r>
              <a:rPr lang="en-GB" sz="2800" b="1" dirty="0" smtClean="0">
                <a:solidFill>
                  <a:srgbClr val="FF0000"/>
                </a:solidFill>
              </a:rPr>
              <a:t>Step </a:t>
            </a:r>
            <a:r>
              <a:rPr lang="en-GB" sz="2800" b="1" dirty="0">
                <a:solidFill>
                  <a:srgbClr val="FF0000"/>
                </a:solidFill>
              </a:rPr>
              <a:t>1</a:t>
            </a:r>
            <a:endParaRPr lang="en-GB" sz="2800" b="1" dirty="0" smtClean="0">
              <a:solidFill>
                <a:srgbClr val="FF0000"/>
              </a:solidFill>
            </a:endParaRPr>
          </a:p>
          <a:p>
            <a:pPr algn="just"/>
            <a:r>
              <a:rPr lang="en-GB" sz="2800" dirty="0"/>
              <a:t> Select the object (</a:t>
            </a:r>
            <a:r>
              <a:rPr lang="en-GB" sz="2800" b="1" dirty="0"/>
              <a:t>text box, image, chart, picture</a:t>
            </a:r>
            <a:r>
              <a:rPr lang="en-GB" sz="2800" dirty="0"/>
              <a:t>, etc.) to which you want to apply the border</a:t>
            </a:r>
            <a:r>
              <a:rPr lang="en-GB" sz="2800" dirty="0" smtClean="0"/>
              <a:t>.</a:t>
            </a:r>
          </a:p>
          <a:p>
            <a:pPr algn="just"/>
            <a:r>
              <a:rPr lang="en-GB" sz="2800" dirty="0"/>
              <a:t> Go to the </a:t>
            </a:r>
            <a:r>
              <a:rPr lang="en-GB" sz="2800" b="1" dirty="0"/>
              <a:t>Drawing </a:t>
            </a:r>
            <a:r>
              <a:rPr lang="en-GB" sz="2800" dirty="0"/>
              <a:t>group under the </a:t>
            </a:r>
            <a:r>
              <a:rPr lang="en-GB" sz="2800" b="1" dirty="0"/>
              <a:t>Home </a:t>
            </a:r>
            <a:r>
              <a:rPr lang="en-GB" sz="2800" dirty="0"/>
              <a:t>ribbon.</a:t>
            </a:r>
          </a:p>
          <a:p>
            <a:pPr algn="just"/>
            <a:endParaRPr lang="en-GB" sz="2800" dirty="0"/>
          </a:p>
        </p:txBody>
      </p:sp>
      <p:pic>
        <p:nvPicPr>
          <p:cNvPr id="28674" name="Picture 2" descr="C:\Users\UCCSMS1\Desktop\images\home_ribbon_drawing_sec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223" y="3212976"/>
            <a:ext cx="6048672" cy="3456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6056660"/>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Borders and Shades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a:t>
            </a:r>
          </a:p>
          <a:p>
            <a:pPr algn="just"/>
            <a:r>
              <a:rPr lang="en-GB" sz="2800" dirty="0"/>
              <a:t> Click on the </a:t>
            </a:r>
            <a:r>
              <a:rPr lang="en-GB" sz="2800" b="1" dirty="0"/>
              <a:t>Shape Outline </a:t>
            </a:r>
            <a:r>
              <a:rPr lang="en-GB" sz="2800" dirty="0"/>
              <a:t>to choose the </a:t>
            </a:r>
            <a:r>
              <a:rPr lang="en-GB" sz="2800" b="1" dirty="0"/>
              <a:t>border settings</a:t>
            </a:r>
            <a:r>
              <a:rPr lang="en-GB" sz="2800" dirty="0" smtClean="0"/>
              <a:t>.</a:t>
            </a:r>
            <a:endParaRPr lang="en-GB" sz="2800" dirty="0"/>
          </a:p>
          <a:p>
            <a:pPr algn="just"/>
            <a:endParaRPr lang="en-GB" sz="2800" dirty="0"/>
          </a:p>
        </p:txBody>
      </p:sp>
      <p:pic>
        <p:nvPicPr>
          <p:cNvPr id="29698" name="Picture 2" descr="C:\Users\UCCSMS1\Desktop\images\shape_outline_op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2204864"/>
            <a:ext cx="6912767"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4568683"/>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Borders and Shades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3</a:t>
            </a:r>
            <a:endParaRPr lang="en-GB" sz="2800" b="1" dirty="0" smtClean="0">
              <a:solidFill>
                <a:srgbClr val="FF0000"/>
              </a:solidFill>
            </a:endParaRPr>
          </a:p>
          <a:p>
            <a:pPr algn="just"/>
            <a:r>
              <a:rPr lang="en-GB" sz="2800" dirty="0"/>
              <a:t> Use the </a:t>
            </a:r>
            <a:r>
              <a:rPr lang="en-GB" sz="2800" b="1" dirty="0" smtClean="0"/>
              <a:t>colour </a:t>
            </a:r>
            <a:r>
              <a:rPr lang="en-GB" sz="2800" b="1" dirty="0"/>
              <a:t>palette</a:t>
            </a:r>
            <a:r>
              <a:rPr lang="en-GB" sz="2800" dirty="0"/>
              <a:t> to choose the border </a:t>
            </a:r>
            <a:r>
              <a:rPr lang="en-GB" sz="2800" dirty="0" smtClean="0"/>
              <a:t>colour. </a:t>
            </a:r>
            <a:r>
              <a:rPr lang="en-GB" sz="2800" dirty="0"/>
              <a:t>You can </a:t>
            </a:r>
            <a:r>
              <a:rPr lang="en-GB" sz="2800" b="1" dirty="0"/>
              <a:t>choose More Outline </a:t>
            </a:r>
            <a:r>
              <a:rPr lang="en-GB" sz="2800" dirty="0" smtClean="0"/>
              <a:t>Colours </a:t>
            </a:r>
            <a:r>
              <a:rPr lang="en-GB" sz="2800" dirty="0"/>
              <a:t>to get access to additional </a:t>
            </a:r>
            <a:r>
              <a:rPr lang="en-GB" sz="2800" dirty="0" smtClean="0"/>
              <a:t>colour </a:t>
            </a:r>
            <a:r>
              <a:rPr lang="en-GB" sz="2800" dirty="0"/>
              <a:t>choices</a:t>
            </a:r>
            <a:r>
              <a:rPr lang="en-GB" sz="2800" dirty="0" smtClean="0"/>
              <a:t>.</a:t>
            </a:r>
          </a:p>
          <a:p>
            <a:pPr marL="0" indent="0" algn="ctr">
              <a:buNone/>
            </a:pPr>
            <a:r>
              <a:rPr lang="en-GB" sz="2800" b="1" dirty="0">
                <a:solidFill>
                  <a:srgbClr val="FF0000"/>
                </a:solidFill>
              </a:rPr>
              <a:t>Step 4</a:t>
            </a:r>
          </a:p>
          <a:p>
            <a:pPr marL="0" indent="0" algn="just">
              <a:buNone/>
            </a:pPr>
            <a:endParaRPr lang="en-GB" sz="2000" dirty="0" smtClean="0"/>
          </a:p>
          <a:p>
            <a:pPr algn="just"/>
            <a:r>
              <a:rPr lang="en-GB" sz="2800" dirty="0"/>
              <a:t>Use the </a:t>
            </a:r>
            <a:r>
              <a:rPr lang="en-GB" sz="2800" b="1" dirty="0"/>
              <a:t>Weight </a:t>
            </a:r>
            <a:r>
              <a:rPr lang="en-GB" sz="2800" dirty="0"/>
              <a:t>dropdown to define the thickness of the border</a:t>
            </a:r>
            <a:r>
              <a:rPr lang="en-GB" sz="2800" dirty="0" smtClean="0"/>
              <a:t>.</a:t>
            </a:r>
          </a:p>
          <a:p>
            <a:pPr marL="0" lvl="0" indent="0" algn="ctr">
              <a:buClr>
                <a:srgbClr val="8064A2">
                  <a:lumMod val="75000"/>
                </a:srgbClr>
              </a:buClr>
              <a:buNone/>
            </a:pPr>
            <a:r>
              <a:rPr lang="en-GB" sz="2800" b="1" dirty="0">
                <a:solidFill>
                  <a:srgbClr val="FF0000"/>
                </a:solidFill>
              </a:rPr>
              <a:t>Step </a:t>
            </a:r>
            <a:r>
              <a:rPr lang="en-GB" sz="2800" b="1" dirty="0" smtClean="0">
                <a:solidFill>
                  <a:srgbClr val="FF0000"/>
                </a:solidFill>
              </a:rPr>
              <a:t>5</a:t>
            </a:r>
            <a:endParaRPr lang="en-GB" sz="2800" b="1" dirty="0">
              <a:solidFill>
                <a:srgbClr val="FF0000"/>
              </a:solidFill>
            </a:endParaRPr>
          </a:p>
          <a:p>
            <a:pPr algn="just"/>
            <a:endParaRPr lang="en-GB" sz="2800" dirty="0"/>
          </a:p>
          <a:p>
            <a:pPr algn="just"/>
            <a:r>
              <a:rPr lang="en-GB" sz="2800" dirty="0"/>
              <a:t>Use the </a:t>
            </a:r>
            <a:r>
              <a:rPr lang="en-GB" sz="2800" b="1" dirty="0"/>
              <a:t>Dashes</a:t>
            </a:r>
            <a:r>
              <a:rPr lang="en-GB" sz="2800" dirty="0"/>
              <a:t> option to define the border style.</a:t>
            </a:r>
          </a:p>
          <a:p>
            <a:pPr algn="just"/>
            <a:endParaRPr lang="en-GB" sz="2800" dirty="0"/>
          </a:p>
        </p:txBody>
      </p:sp>
    </p:spTree>
    <p:extLst>
      <p:ext uri="{BB962C8B-B14F-4D97-AF65-F5344CB8AC3E}">
        <p14:creationId xmlns:p14="http://schemas.microsoft.com/office/powerpoint/2010/main" val="2038765998"/>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Borders and Shades in </a:t>
            </a:r>
            <a:r>
              <a:rPr lang="en-GB" dirty="0" smtClean="0"/>
              <a:t>PowerPoint </a:t>
            </a:r>
            <a:r>
              <a:rPr lang="en-GB" dirty="0"/>
              <a:t>2010</a:t>
            </a:r>
          </a:p>
        </p:txBody>
      </p:sp>
      <p:pic>
        <p:nvPicPr>
          <p:cNvPr id="30722" name="Picture 2" descr="C:\Users\UCCSMS1\Desktop\images\border_options.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59632" y="1052736"/>
            <a:ext cx="7200799" cy="5184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372697"/>
      </p:ext>
    </p:extLst>
  </p:cSld>
  <p:clrMapOvr>
    <a:masterClrMapping/>
  </p:clrMapOvr>
  <p:transition>
    <p:fad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Borders and Shades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buNone/>
            </a:pPr>
            <a:r>
              <a:rPr lang="en-GB" sz="2800" b="1" dirty="0"/>
              <a:t>Applying </a:t>
            </a:r>
            <a:r>
              <a:rPr lang="en-GB" sz="2800" b="1" dirty="0" smtClean="0"/>
              <a:t>Shades</a:t>
            </a:r>
          </a:p>
          <a:p>
            <a:pPr marL="0" indent="0" algn="ctr">
              <a:buNone/>
            </a:pPr>
            <a:r>
              <a:rPr lang="en-GB" sz="2800" b="1" dirty="0" smtClean="0">
                <a:solidFill>
                  <a:srgbClr val="FF0000"/>
                </a:solidFill>
              </a:rPr>
              <a:t>Step </a:t>
            </a:r>
            <a:r>
              <a:rPr lang="en-GB" sz="2800" b="1" dirty="0">
                <a:solidFill>
                  <a:srgbClr val="FF0000"/>
                </a:solidFill>
              </a:rPr>
              <a:t>1</a:t>
            </a:r>
            <a:endParaRPr lang="en-GB" sz="2800" b="1" dirty="0" smtClean="0">
              <a:solidFill>
                <a:srgbClr val="FF0000"/>
              </a:solidFill>
            </a:endParaRPr>
          </a:p>
          <a:p>
            <a:pPr algn="just"/>
            <a:r>
              <a:rPr lang="en-GB" sz="2800" dirty="0"/>
              <a:t> Select the object (</a:t>
            </a:r>
            <a:r>
              <a:rPr lang="en-GB" sz="2800" b="1" dirty="0"/>
              <a:t>text box, image, chart, picture,</a:t>
            </a:r>
            <a:r>
              <a:rPr lang="en-GB" sz="2800" dirty="0"/>
              <a:t> etc.) to which you want to apply the border</a:t>
            </a:r>
            <a:r>
              <a:rPr lang="en-GB" sz="2800" dirty="0" smtClean="0"/>
              <a:t>.</a:t>
            </a:r>
          </a:p>
          <a:p>
            <a:pPr algn="just"/>
            <a:r>
              <a:rPr lang="en-GB" sz="2800" dirty="0"/>
              <a:t> Go to the </a:t>
            </a:r>
            <a:r>
              <a:rPr lang="en-GB" sz="2800" b="1" dirty="0"/>
              <a:t>Drawing </a:t>
            </a:r>
            <a:r>
              <a:rPr lang="en-GB" sz="2800" dirty="0"/>
              <a:t>group under the </a:t>
            </a:r>
            <a:r>
              <a:rPr lang="en-GB" sz="2800" b="1" dirty="0"/>
              <a:t>Home </a:t>
            </a:r>
            <a:r>
              <a:rPr lang="en-GB" sz="2800" dirty="0"/>
              <a:t>ribbon.</a:t>
            </a:r>
          </a:p>
          <a:p>
            <a:pPr algn="just"/>
            <a:endParaRPr lang="en-GB" sz="2800" dirty="0"/>
          </a:p>
        </p:txBody>
      </p:sp>
      <p:pic>
        <p:nvPicPr>
          <p:cNvPr id="28674" name="Picture 2" descr="C:\Users\UCCSMS1\Desktop\images\home_ribbon_drawing_sec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7223" y="3212976"/>
            <a:ext cx="6048672" cy="34563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7538189"/>
      </p:ext>
    </p:extLst>
  </p:cSld>
  <p:clrMapOvr>
    <a:masterClrMapping/>
  </p:clrMapOvr>
  <p:transition>
    <p:fade/>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Borders and Shades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buNone/>
            </a:pPr>
            <a:r>
              <a:rPr lang="en-GB" sz="2800" b="1" dirty="0"/>
              <a:t>Applying </a:t>
            </a:r>
            <a:r>
              <a:rPr lang="en-GB" sz="2800" b="1" dirty="0" smtClean="0"/>
              <a:t>Shades</a:t>
            </a:r>
          </a:p>
          <a:p>
            <a:pPr marL="0" indent="0" algn="ctr">
              <a:buNone/>
            </a:pPr>
            <a:r>
              <a:rPr lang="en-GB" sz="2800" b="1" dirty="0" smtClean="0">
                <a:solidFill>
                  <a:srgbClr val="FF0000"/>
                </a:solidFill>
              </a:rPr>
              <a:t>Step 2</a:t>
            </a:r>
          </a:p>
          <a:p>
            <a:pPr algn="just"/>
            <a:r>
              <a:rPr lang="en-GB" sz="2800" dirty="0"/>
              <a:t>Click on the Shape Fill to choose the shade </a:t>
            </a:r>
            <a:r>
              <a:rPr lang="en-GB" sz="2800" dirty="0" smtClean="0"/>
              <a:t>settings.</a:t>
            </a:r>
            <a:endParaRPr lang="en-GB" sz="2800" dirty="0"/>
          </a:p>
          <a:p>
            <a:pPr algn="just"/>
            <a:endParaRPr lang="en-GB" sz="2800" dirty="0"/>
          </a:p>
        </p:txBody>
      </p:sp>
      <p:pic>
        <p:nvPicPr>
          <p:cNvPr id="31746" name="Picture 2" descr="C:\Users\UCCSMS1\Desktop\images\shape_fill_opti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90713" y="2348880"/>
            <a:ext cx="5777631"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990719"/>
      </p:ext>
    </p:extLst>
  </p:cSld>
  <p:clrMapOvr>
    <a:masterClrMapping/>
  </p:clrMapOvr>
  <p:transition>
    <p:fade/>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Borders and Shades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lnSpcReduction="10000"/>
          </a:bodyPr>
          <a:lstStyle/>
          <a:p>
            <a:pPr marL="0" indent="0" algn="ctr">
              <a:buNone/>
            </a:pPr>
            <a:r>
              <a:rPr lang="en-GB" sz="2800" b="1" dirty="0">
                <a:solidFill>
                  <a:srgbClr val="FF0000"/>
                </a:solidFill>
              </a:rPr>
              <a:t>Step 3</a:t>
            </a:r>
            <a:endParaRPr lang="en-GB" sz="2800" b="1" dirty="0" smtClean="0">
              <a:solidFill>
                <a:srgbClr val="FF0000"/>
              </a:solidFill>
            </a:endParaRPr>
          </a:p>
          <a:p>
            <a:pPr algn="just"/>
            <a:r>
              <a:rPr lang="en-GB" sz="2800" dirty="0"/>
              <a:t> Use the </a:t>
            </a:r>
            <a:r>
              <a:rPr lang="en-GB" sz="2800" dirty="0" smtClean="0"/>
              <a:t>colour </a:t>
            </a:r>
            <a:r>
              <a:rPr lang="en-GB" sz="2800" dirty="0"/>
              <a:t>palette to choose the shade </a:t>
            </a:r>
            <a:r>
              <a:rPr lang="en-GB" sz="2800" dirty="0" smtClean="0"/>
              <a:t>colour. </a:t>
            </a:r>
            <a:r>
              <a:rPr lang="en-GB" sz="2800" dirty="0"/>
              <a:t>You can choose More Outline </a:t>
            </a:r>
            <a:r>
              <a:rPr lang="en-GB" sz="2800" dirty="0" smtClean="0"/>
              <a:t>Colours </a:t>
            </a:r>
            <a:r>
              <a:rPr lang="en-GB" sz="2800" dirty="0"/>
              <a:t>to get access to a choice of </a:t>
            </a:r>
            <a:r>
              <a:rPr lang="en-GB" sz="2800" dirty="0" smtClean="0"/>
              <a:t>colours..</a:t>
            </a:r>
          </a:p>
          <a:p>
            <a:pPr marL="0" indent="0" algn="ctr">
              <a:buNone/>
            </a:pPr>
            <a:r>
              <a:rPr lang="en-GB" sz="2800" b="1" dirty="0">
                <a:solidFill>
                  <a:srgbClr val="FF0000"/>
                </a:solidFill>
              </a:rPr>
              <a:t>Step 4</a:t>
            </a:r>
          </a:p>
          <a:p>
            <a:pPr marL="0" indent="0" algn="just">
              <a:buNone/>
            </a:pPr>
            <a:endParaRPr lang="en-GB" sz="2000" dirty="0" smtClean="0"/>
          </a:p>
          <a:p>
            <a:pPr algn="just"/>
            <a:r>
              <a:rPr lang="en-GB" sz="2800" dirty="0"/>
              <a:t>Use the Picture to add a picture as the background rather than a </a:t>
            </a:r>
            <a:r>
              <a:rPr lang="en-GB" sz="2800" dirty="0" smtClean="0"/>
              <a:t>colour.</a:t>
            </a:r>
          </a:p>
          <a:p>
            <a:pPr marL="0" lvl="0" indent="0" algn="ctr">
              <a:buClr>
                <a:srgbClr val="8064A2">
                  <a:lumMod val="75000"/>
                </a:srgbClr>
              </a:buClr>
              <a:buNone/>
            </a:pPr>
            <a:r>
              <a:rPr lang="en-GB" sz="2800" b="1" dirty="0">
                <a:solidFill>
                  <a:srgbClr val="FF0000"/>
                </a:solidFill>
              </a:rPr>
              <a:t>Step </a:t>
            </a:r>
            <a:r>
              <a:rPr lang="en-GB" sz="2800" b="1" dirty="0" smtClean="0">
                <a:solidFill>
                  <a:srgbClr val="FF0000"/>
                </a:solidFill>
              </a:rPr>
              <a:t>5</a:t>
            </a:r>
            <a:endParaRPr lang="en-GB" sz="2800" b="1" dirty="0">
              <a:solidFill>
                <a:srgbClr val="FF0000"/>
              </a:solidFill>
            </a:endParaRPr>
          </a:p>
          <a:p>
            <a:pPr algn="just"/>
            <a:endParaRPr lang="en-GB" sz="2800" dirty="0"/>
          </a:p>
          <a:p>
            <a:pPr algn="just"/>
            <a:r>
              <a:rPr lang="en-GB" sz="2800" dirty="0"/>
              <a:t>Use the </a:t>
            </a:r>
            <a:r>
              <a:rPr lang="en-GB" sz="2800" b="1" dirty="0"/>
              <a:t>Gradient</a:t>
            </a:r>
            <a:r>
              <a:rPr lang="en-GB" sz="2800" dirty="0"/>
              <a:t> option to add </a:t>
            </a:r>
            <a:r>
              <a:rPr lang="en-GB" sz="2800" dirty="0" smtClean="0"/>
              <a:t>colour </a:t>
            </a:r>
            <a:r>
              <a:rPr lang="en-GB" sz="2800" dirty="0"/>
              <a:t>gradient in the background. You can use the pre-defined gradients or click on "</a:t>
            </a:r>
            <a:r>
              <a:rPr lang="en-GB" sz="2800" b="1" dirty="0"/>
              <a:t>More Gradients</a:t>
            </a:r>
            <a:r>
              <a:rPr lang="en-GB" sz="2800" dirty="0"/>
              <a:t>…" to customize the shading with gradient </a:t>
            </a:r>
            <a:r>
              <a:rPr lang="en-GB" sz="2800" dirty="0" smtClean="0"/>
              <a:t>colours..</a:t>
            </a:r>
            <a:endParaRPr lang="en-GB" sz="2800" dirty="0"/>
          </a:p>
          <a:p>
            <a:pPr algn="just"/>
            <a:endParaRPr lang="en-GB" sz="2800" dirty="0"/>
          </a:p>
        </p:txBody>
      </p:sp>
    </p:spTree>
    <p:extLst>
      <p:ext uri="{BB962C8B-B14F-4D97-AF65-F5344CB8AC3E}">
        <p14:creationId xmlns:p14="http://schemas.microsoft.com/office/powerpoint/2010/main" val="496343121"/>
      </p:ext>
    </p:extLst>
  </p:cSld>
  <p:clrMapOvr>
    <a:masterClrMapping/>
  </p:clrMapOvr>
  <p:transition>
    <p:fade/>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Borders and Shades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6</a:t>
            </a:r>
          </a:p>
          <a:p>
            <a:pPr algn="just"/>
            <a:r>
              <a:rPr lang="en-GB" sz="2800" dirty="0"/>
              <a:t>Use the Texture option to add a pre-defined texture </a:t>
            </a:r>
            <a:r>
              <a:rPr lang="en-GB" sz="2800" dirty="0" smtClean="0"/>
              <a:t>instead </a:t>
            </a:r>
            <a:r>
              <a:rPr lang="en-GB" sz="2800" dirty="0"/>
              <a:t>of a </a:t>
            </a:r>
            <a:r>
              <a:rPr lang="en-GB" sz="2800" dirty="0" smtClean="0"/>
              <a:t>colour </a:t>
            </a:r>
            <a:r>
              <a:rPr lang="en-GB" sz="2800" dirty="0"/>
              <a:t>shade</a:t>
            </a:r>
            <a:r>
              <a:rPr lang="en-GB" sz="2800" dirty="0" smtClean="0"/>
              <a:t>.</a:t>
            </a:r>
          </a:p>
          <a:p>
            <a:pPr algn="just"/>
            <a:endParaRPr lang="en-GB" sz="2800" dirty="0" smtClean="0"/>
          </a:p>
        </p:txBody>
      </p:sp>
      <p:pic>
        <p:nvPicPr>
          <p:cNvPr id="32770" name="Picture 2" descr="C:\Users\UCCSMS1\Desktop\images\shading_option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2204864"/>
            <a:ext cx="5760640"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2866131"/>
      </p:ext>
    </p:extLst>
  </p:cSld>
  <p:clrMapOvr>
    <a:masterClrMapping/>
  </p:clrMapOvr>
  <p:transition>
    <p:fade/>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Apply Formatting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1</a:t>
            </a:r>
            <a:endParaRPr lang="en-GB" sz="2800" b="1" dirty="0" smtClean="0">
              <a:solidFill>
                <a:srgbClr val="FF0000"/>
              </a:solidFill>
            </a:endParaRPr>
          </a:p>
          <a:p>
            <a:pPr algn="just"/>
            <a:r>
              <a:rPr lang="en-GB" sz="2800" dirty="0"/>
              <a:t>Select the content you want to copy the formatting </a:t>
            </a:r>
            <a:r>
              <a:rPr lang="en-GB" sz="2800" dirty="0" smtClean="0"/>
              <a:t>from.</a:t>
            </a:r>
          </a:p>
          <a:p>
            <a:pPr algn="just"/>
            <a:r>
              <a:rPr lang="en-GB" sz="2800" dirty="0"/>
              <a:t>Go to the </a:t>
            </a:r>
            <a:r>
              <a:rPr lang="en-GB" sz="2800" b="1" dirty="0"/>
              <a:t>Clipboard</a:t>
            </a:r>
            <a:r>
              <a:rPr lang="en-GB" sz="2800" dirty="0"/>
              <a:t> group under the </a:t>
            </a:r>
            <a:r>
              <a:rPr lang="en-GB" sz="2800" b="1" dirty="0"/>
              <a:t>Home</a:t>
            </a:r>
            <a:r>
              <a:rPr lang="en-GB" sz="2800" dirty="0"/>
              <a:t> </a:t>
            </a:r>
            <a:r>
              <a:rPr lang="en-GB" sz="2800" dirty="0" smtClean="0"/>
              <a:t>ribbon.</a:t>
            </a:r>
          </a:p>
          <a:p>
            <a:pPr algn="just"/>
            <a:endParaRPr lang="en-GB" sz="2800" dirty="0" smtClean="0"/>
          </a:p>
          <a:p>
            <a:pPr algn="just"/>
            <a:endParaRPr lang="en-GB" sz="2800" dirty="0" smtClean="0"/>
          </a:p>
        </p:txBody>
      </p:sp>
      <p:pic>
        <p:nvPicPr>
          <p:cNvPr id="1026" name="Picture 2" descr="C:\Users\UCCSMS1\Desktop\images\home_ribbon_clipboar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4050" y="2348880"/>
            <a:ext cx="5295900" cy="4275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458395"/>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Apply Formatting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2</a:t>
            </a:r>
          </a:p>
          <a:p>
            <a:pPr algn="just"/>
            <a:r>
              <a:rPr lang="en-GB" sz="2800" dirty="0"/>
              <a:t>Click on the Format Painter </a:t>
            </a:r>
            <a:r>
              <a:rPr lang="en-GB" sz="2800" dirty="0" smtClean="0"/>
              <a:t>icon.</a:t>
            </a:r>
          </a:p>
          <a:p>
            <a:pPr algn="just"/>
            <a:endParaRPr lang="en-GB" sz="2800" dirty="0" smtClean="0"/>
          </a:p>
          <a:p>
            <a:pPr algn="just"/>
            <a:endParaRPr lang="en-GB" sz="2800" dirty="0" smtClean="0"/>
          </a:p>
        </p:txBody>
      </p:sp>
      <p:pic>
        <p:nvPicPr>
          <p:cNvPr id="4" name="Picture 2" descr="C:\Users\UCCSMS1\Desktop\images\format_painter_ic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1772816"/>
            <a:ext cx="6768751" cy="4680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74448"/>
      </p:ext>
    </p:extLst>
  </p:cSld>
  <p:clrMapOvr>
    <a:masterClrMapping/>
  </p:clrMapOvr>
  <p:transition>
    <p:fade/>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Apply Formatting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3</a:t>
            </a:r>
            <a:endParaRPr lang="en-GB" sz="2800" b="1" dirty="0" smtClean="0">
              <a:solidFill>
                <a:srgbClr val="FF0000"/>
              </a:solidFill>
            </a:endParaRPr>
          </a:p>
          <a:p>
            <a:pPr algn="just"/>
            <a:r>
              <a:rPr lang="en-GB" sz="2800" dirty="0"/>
              <a:t>Select the content you want to </a:t>
            </a:r>
            <a:r>
              <a:rPr lang="en-GB" sz="2800" dirty="0" smtClean="0"/>
              <a:t>format.</a:t>
            </a:r>
          </a:p>
          <a:p>
            <a:pPr algn="just"/>
            <a:endParaRPr lang="en-GB" sz="2800" dirty="0" smtClean="0"/>
          </a:p>
          <a:p>
            <a:pPr algn="just"/>
            <a:endParaRPr lang="en-GB" sz="2800" dirty="0" smtClean="0"/>
          </a:p>
        </p:txBody>
      </p:sp>
      <p:pic>
        <p:nvPicPr>
          <p:cNvPr id="2050" name="Picture 2" descr="C:\Users\UCCSMS1\Desktop\images\formatted_tex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641" y="1916832"/>
            <a:ext cx="6624736" cy="4680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9739305"/>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Apply Formatting in </a:t>
            </a:r>
            <a:r>
              <a:rPr lang="en-GB" dirty="0" smtClean="0"/>
              <a:t>PowerPoint </a:t>
            </a:r>
            <a:r>
              <a:rPr lang="en-GB" dirty="0"/>
              <a:t>2010</a:t>
            </a:r>
          </a:p>
        </p:txBody>
      </p:sp>
      <p:sp>
        <p:nvSpPr>
          <p:cNvPr id="3" name="Content Placeholder 2"/>
          <p:cNvSpPr>
            <a:spLocks noGrp="1"/>
          </p:cNvSpPr>
          <p:nvPr>
            <p:ph idx="1"/>
          </p:nvPr>
        </p:nvSpPr>
        <p:spPr>
          <a:xfrm>
            <a:off x="107504" y="620688"/>
            <a:ext cx="8884096" cy="6120680"/>
          </a:xfrm>
        </p:spPr>
        <p:txBody>
          <a:bodyPr>
            <a:normAutofit fontScale="92500" lnSpcReduction="20000"/>
          </a:bodyPr>
          <a:lstStyle/>
          <a:p>
            <a:pPr marL="0" indent="0" algn="ctr">
              <a:buNone/>
            </a:pPr>
            <a:endParaRPr lang="en-GB" sz="2800" b="1" dirty="0" smtClean="0">
              <a:solidFill>
                <a:srgbClr val="FF0000"/>
              </a:solidFill>
            </a:endParaRPr>
          </a:p>
          <a:p>
            <a:pPr marL="0" indent="0" algn="just">
              <a:buNone/>
            </a:pPr>
            <a:r>
              <a:rPr lang="en-GB" sz="2800" dirty="0"/>
              <a:t>Here are some key aspects about the Format Painter −</a:t>
            </a:r>
          </a:p>
          <a:p>
            <a:pPr algn="just"/>
            <a:endParaRPr lang="en-GB" sz="2800" dirty="0"/>
          </a:p>
          <a:p>
            <a:pPr algn="just"/>
            <a:r>
              <a:rPr lang="en-GB" sz="2800" dirty="0" smtClean="0"/>
              <a:t>If </a:t>
            </a:r>
            <a:r>
              <a:rPr lang="en-GB" sz="2800" dirty="0"/>
              <a:t>you click on the Format Painter icon just once, the formatting will be copied just once.</a:t>
            </a:r>
          </a:p>
          <a:p>
            <a:pPr algn="just"/>
            <a:endParaRPr lang="en-GB" sz="2800" dirty="0"/>
          </a:p>
          <a:p>
            <a:pPr algn="just"/>
            <a:r>
              <a:rPr lang="en-GB" sz="2800" dirty="0" smtClean="0"/>
              <a:t>If </a:t>
            </a:r>
            <a:r>
              <a:rPr lang="en-GB" sz="2800" dirty="0"/>
              <a:t>you click on the Format Painter icon twice quickly, you can copy the formatting multiple times.</a:t>
            </a:r>
          </a:p>
          <a:p>
            <a:pPr algn="just"/>
            <a:endParaRPr lang="en-GB" sz="2800" dirty="0"/>
          </a:p>
          <a:p>
            <a:pPr algn="just"/>
            <a:r>
              <a:rPr lang="en-GB" sz="2800" dirty="0" smtClean="0"/>
              <a:t>If </a:t>
            </a:r>
            <a:r>
              <a:rPr lang="en-GB" sz="2800" dirty="0"/>
              <a:t>you want to copy just the text formatting and not the paragraph features, ensure that you select just the sample text and not the entire paragraph.</a:t>
            </a:r>
          </a:p>
          <a:p>
            <a:pPr algn="just"/>
            <a:endParaRPr lang="en-GB" sz="2800" dirty="0"/>
          </a:p>
          <a:p>
            <a:pPr algn="just"/>
            <a:r>
              <a:rPr lang="en-GB" sz="2800" dirty="0" smtClean="0"/>
              <a:t>If </a:t>
            </a:r>
            <a:r>
              <a:rPr lang="en-GB" sz="2800" dirty="0"/>
              <a:t>you want to copy paragraph and font formatting, you must select the entire paragraph.</a:t>
            </a:r>
          </a:p>
        </p:txBody>
      </p:sp>
    </p:spTree>
    <p:extLst>
      <p:ext uri="{BB962C8B-B14F-4D97-AF65-F5344CB8AC3E}">
        <p14:creationId xmlns:p14="http://schemas.microsoft.com/office/powerpoint/2010/main" val="3090704311"/>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Apply Formatting in </a:t>
            </a:r>
            <a:r>
              <a:rPr lang="en-GB" dirty="0" smtClean="0"/>
              <a:t>PowerPoint </a:t>
            </a:r>
            <a:r>
              <a:rPr lang="en-GB" dirty="0"/>
              <a:t>2010</a:t>
            </a:r>
          </a:p>
        </p:txBody>
      </p:sp>
      <p:pic>
        <p:nvPicPr>
          <p:cNvPr id="3074" name="Picture 2" descr="C:\Users\UCCSMS1\Desktop\images\formatting_styles.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99592" y="836712"/>
            <a:ext cx="7632848" cy="54726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4110339"/>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Using Slide Master in </a:t>
            </a:r>
            <a:r>
              <a:rPr lang="en-GB" dirty="0" smtClean="0"/>
              <a:t>PowerPoint </a:t>
            </a:r>
            <a:r>
              <a:rPr lang="en-GB" dirty="0"/>
              <a:t>2010</a:t>
            </a:r>
          </a:p>
        </p:txBody>
      </p:sp>
      <p:sp>
        <p:nvSpPr>
          <p:cNvPr id="3" name="Content Placeholder 2"/>
          <p:cNvSpPr>
            <a:spLocks noGrp="1"/>
          </p:cNvSpPr>
          <p:nvPr>
            <p:ph idx="1"/>
          </p:nvPr>
        </p:nvSpPr>
        <p:spPr>
          <a:xfrm>
            <a:off x="152400" y="764704"/>
            <a:ext cx="8839200" cy="5976664"/>
          </a:xfrm>
        </p:spPr>
        <p:txBody>
          <a:bodyPr/>
          <a:lstStyle/>
          <a:p>
            <a:pPr algn="just"/>
            <a:r>
              <a:rPr lang="en-GB" dirty="0"/>
              <a:t>Slide master is simple way of applying changes to the entire slide</a:t>
            </a:r>
            <a:r>
              <a:rPr lang="en-GB" dirty="0" smtClean="0"/>
              <a:t>.</a:t>
            </a:r>
          </a:p>
          <a:p>
            <a:pPr algn="just"/>
            <a:endParaRPr lang="en-GB" dirty="0"/>
          </a:p>
          <a:p>
            <a:pPr algn="just"/>
            <a:r>
              <a:rPr lang="en-GB" dirty="0"/>
              <a:t>Every presentation has at least one slide master, but you can have more than one. </a:t>
            </a:r>
            <a:endParaRPr lang="en-GB" dirty="0" smtClean="0"/>
          </a:p>
          <a:p>
            <a:pPr algn="just"/>
            <a:endParaRPr lang="en-GB" dirty="0"/>
          </a:p>
          <a:p>
            <a:pPr algn="just"/>
            <a:r>
              <a:rPr lang="en-GB" dirty="0"/>
              <a:t> </a:t>
            </a:r>
            <a:r>
              <a:rPr lang="en-GB" dirty="0" smtClean="0"/>
              <a:t>If </a:t>
            </a:r>
            <a:r>
              <a:rPr lang="en-GB" dirty="0"/>
              <a:t>you want to use a theme and background throughout the slide, using the slide master is a simpler and more graceful way of approaching it.</a:t>
            </a:r>
          </a:p>
        </p:txBody>
      </p:sp>
    </p:spTree>
    <p:extLst>
      <p:ext uri="{BB962C8B-B14F-4D97-AF65-F5344CB8AC3E}">
        <p14:creationId xmlns:p14="http://schemas.microsoft.com/office/powerpoint/2010/main" val="3736664076"/>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Using Slide Master in PowerPoint 2010</a:t>
            </a:r>
          </a:p>
        </p:txBody>
      </p:sp>
      <p:sp>
        <p:nvSpPr>
          <p:cNvPr id="3" name="Content Placeholder 2"/>
          <p:cNvSpPr>
            <a:spLocks noGrp="1"/>
          </p:cNvSpPr>
          <p:nvPr>
            <p:ph idx="1"/>
          </p:nvPr>
        </p:nvSpPr>
        <p:spPr>
          <a:xfrm>
            <a:off x="107504" y="620688"/>
            <a:ext cx="8884096" cy="6120680"/>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1</a:t>
            </a:r>
          </a:p>
          <a:p>
            <a:pPr algn="just"/>
            <a:r>
              <a:rPr lang="en-GB" sz="2800" dirty="0"/>
              <a:t>Go to the Master Views group under the View </a:t>
            </a:r>
            <a:r>
              <a:rPr lang="en-GB" sz="2800" dirty="0" smtClean="0"/>
              <a:t>ribbon.</a:t>
            </a:r>
          </a:p>
          <a:p>
            <a:pPr algn="just"/>
            <a:endParaRPr lang="en-GB" sz="2800" dirty="0" smtClean="0"/>
          </a:p>
          <a:p>
            <a:pPr algn="just"/>
            <a:endParaRPr lang="en-GB" sz="2800" dirty="0" smtClean="0"/>
          </a:p>
        </p:txBody>
      </p:sp>
      <p:pic>
        <p:nvPicPr>
          <p:cNvPr id="4098" name="Picture 2" descr="C:\Users\UCCSMS1\Desktop\images\view_ribbon_master_view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1844824"/>
            <a:ext cx="6048672" cy="4824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1842103"/>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Using Slide Master in PowerPoint 2010</a:t>
            </a:r>
          </a:p>
        </p:txBody>
      </p:sp>
      <p:sp>
        <p:nvSpPr>
          <p:cNvPr id="3" name="Content Placeholder 2"/>
          <p:cNvSpPr>
            <a:spLocks noGrp="1"/>
          </p:cNvSpPr>
          <p:nvPr>
            <p:ph idx="1"/>
          </p:nvPr>
        </p:nvSpPr>
        <p:spPr>
          <a:xfrm>
            <a:off x="0" y="620688"/>
            <a:ext cx="9036496" cy="6237312"/>
          </a:xfrm>
        </p:spPr>
        <p:txBody>
          <a:bodyPr>
            <a:normAutofit/>
          </a:bodyPr>
          <a:lstStyle/>
          <a:p>
            <a:pPr marL="0" indent="0" algn="ctr">
              <a:buNone/>
            </a:pPr>
            <a:r>
              <a:rPr lang="en-GB" sz="2800" b="1" dirty="0">
                <a:solidFill>
                  <a:srgbClr val="FF0000"/>
                </a:solidFill>
              </a:rPr>
              <a:t>Step 2</a:t>
            </a:r>
            <a:endParaRPr lang="en-GB" sz="2800" b="1" dirty="0" smtClean="0">
              <a:solidFill>
                <a:srgbClr val="FF0000"/>
              </a:solidFill>
            </a:endParaRPr>
          </a:p>
          <a:p>
            <a:pPr algn="just"/>
            <a:r>
              <a:rPr lang="en-GB" sz="2800" dirty="0"/>
              <a:t>Click on </a:t>
            </a:r>
            <a:r>
              <a:rPr lang="en-GB" sz="2800" b="1" dirty="0"/>
              <a:t>Slide Master </a:t>
            </a:r>
            <a:r>
              <a:rPr lang="en-GB" sz="2800" dirty="0"/>
              <a:t>to open the </a:t>
            </a:r>
            <a:r>
              <a:rPr lang="en-GB" sz="2800" b="1" dirty="0"/>
              <a:t>Slide Master </a:t>
            </a:r>
            <a:r>
              <a:rPr lang="en-GB" sz="2800" dirty="0" smtClean="0"/>
              <a:t>Ribbon.</a:t>
            </a:r>
          </a:p>
          <a:p>
            <a:pPr algn="just"/>
            <a:r>
              <a:rPr lang="en-GB" sz="2800" dirty="0" smtClean="0"/>
              <a:t>The </a:t>
            </a:r>
            <a:r>
              <a:rPr lang="en-GB" sz="2800" dirty="0"/>
              <a:t>top most slide in the left sidebar is the </a:t>
            </a:r>
            <a:r>
              <a:rPr lang="en-GB" sz="2800" b="1" dirty="0"/>
              <a:t>Master</a:t>
            </a:r>
            <a:r>
              <a:rPr lang="en-GB" sz="2800" dirty="0"/>
              <a:t> slide</a:t>
            </a:r>
            <a:r>
              <a:rPr lang="en-GB" sz="2800" dirty="0" smtClean="0"/>
              <a:t>.</a:t>
            </a:r>
          </a:p>
          <a:p>
            <a:pPr algn="just"/>
            <a:r>
              <a:rPr lang="en-GB" sz="2800" dirty="0"/>
              <a:t> All the slides within this master template will follow the settings you add on this master slide.</a:t>
            </a:r>
            <a:endParaRPr lang="en-GB" sz="2800" dirty="0" smtClean="0"/>
          </a:p>
        </p:txBody>
      </p:sp>
      <p:pic>
        <p:nvPicPr>
          <p:cNvPr id="5122" name="Picture 2" descr="C:\Users\UCCSMS1\Desktop\images\slide_master_ribb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3277469"/>
            <a:ext cx="5976663" cy="35805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8919618"/>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Using Slide Master in PowerPoint 2010</a:t>
            </a:r>
          </a:p>
        </p:txBody>
      </p:sp>
      <p:sp>
        <p:nvSpPr>
          <p:cNvPr id="3" name="Content Placeholder 2"/>
          <p:cNvSpPr>
            <a:spLocks noGrp="1"/>
          </p:cNvSpPr>
          <p:nvPr>
            <p:ph idx="1"/>
          </p:nvPr>
        </p:nvSpPr>
        <p:spPr>
          <a:xfrm>
            <a:off x="0" y="620688"/>
            <a:ext cx="9036496" cy="6237312"/>
          </a:xfrm>
        </p:spPr>
        <p:txBody>
          <a:bodyPr>
            <a:normAutofit/>
          </a:bodyPr>
          <a:lstStyle/>
          <a:p>
            <a:pPr marL="0" indent="0" algn="ctr">
              <a:buNone/>
            </a:pPr>
            <a:r>
              <a:rPr lang="en-GB" sz="2800" b="1" dirty="0">
                <a:solidFill>
                  <a:srgbClr val="FF0000"/>
                </a:solidFill>
              </a:rPr>
              <a:t>Step </a:t>
            </a:r>
            <a:r>
              <a:rPr lang="en-GB" sz="2800" b="1" dirty="0" smtClean="0">
                <a:solidFill>
                  <a:srgbClr val="FF0000"/>
                </a:solidFill>
              </a:rPr>
              <a:t>3</a:t>
            </a:r>
          </a:p>
          <a:p>
            <a:pPr algn="just"/>
            <a:r>
              <a:rPr lang="en-GB" sz="2800" dirty="0"/>
              <a:t>You can make changes to the master slide in terms of the </a:t>
            </a:r>
            <a:r>
              <a:rPr lang="en-GB" sz="2800" b="1" dirty="0"/>
              <a:t>theme</a:t>
            </a:r>
            <a:r>
              <a:rPr lang="en-GB" sz="2800" dirty="0"/>
              <a:t>, </a:t>
            </a:r>
            <a:r>
              <a:rPr lang="en-GB" sz="2800" b="1" dirty="0"/>
              <a:t>design</a:t>
            </a:r>
            <a:r>
              <a:rPr lang="en-GB" sz="2800" dirty="0"/>
              <a:t>, </a:t>
            </a:r>
            <a:r>
              <a:rPr lang="en-GB" sz="2800" b="1" dirty="0"/>
              <a:t>font properties</a:t>
            </a:r>
            <a:r>
              <a:rPr lang="en-GB" sz="2800" dirty="0"/>
              <a:t>, </a:t>
            </a:r>
            <a:r>
              <a:rPr lang="en-GB" sz="2800" b="1" dirty="0"/>
              <a:t>position</a:t>
            </a:r>
            <a:r>
              <a:rPr lang="en-GB" sz="2800" dirty="0"/>
              <a:t> and size of the title and other content using the remaining ribbons which are still accessible</a:t>
            </a:r>
            <a:r>
              <a:rPr lang="en-GB" sz="2800" dirty="0" smtClean="0"/>
              <a:t>.</a:t>
            </a:r>
          </a:p>
          <a:p>
            <a:pPr marL="0" indent="0" algn="ctr">
              <a:buNone/>
            </a:pPr>
            <a:r>
              <a:rPr lang="en-GB" sz="2800" b="1" dirty="0">
                <a:solidFill>
                  <a:srgbClr val="FF0000"/>
                </a:solidFill>
              </a:rPr>
              <a:t>Step 4 </a:t>
            </a:r>
            <a:endParaRPr lang="en-GB" sz="2800" b="1" dirty="0" smtClean="0">
              <a:solidFill>
                <a:srgbClr val="FF0000"/>
              </a:solidFill>
            </a:endParaRPr>
          </a:p>
          <a:p>
            <a:pPr algn="just"/>
            <a:r>
              <a:rPr lang="en-GB" sz="2800" dirty="0" smtClean="0"/>
              <a:t>While </a:t>
            </a:r>
            <a:r>
              <a:rPr lang="en-GB" sz="2800" dirty="0"/>
              <a:t>PowerPoint provides some default slide layouts, </a:t>
            </a:r>
            <a:endParaRPr lang="en-GB" sz="2800" dirty="0" smtClean="0"/>
          </a:p>
          <a:p>
            <a:pPr algn="just"/>
            <a:r>
              <a:rPr lang="en-GB" sz="2800" dirty="0" smtClean="0"/>
              <a:t>you </a:t>
            </a:r>
            <a:r>
              <a:rPr lang="en-GB" sz="2800" dirty="0"/>
              <a:t>can create your own layouts by clicking on the "</a:t>
            </a:r>
            <a:r>
              <a:rPr lang="en-GB" sz="2800" b="1" dirty="0"/>
              <a:t>Insert Layout</a:t>
            </a:r>
            <a:r>
              <a:rPr lang="en-GB" sz="2800" dirty="0"/>
              <a:t>" in the </a:t>
            </a:r>
            <a:r>
              <a:rPr lang="en-GB" sz="2800" b="1" dirty="0"/>
              <a:t>Edit Master section </a:t>
            </a:r>
            <a:r>
              <a:rPr lang="en-GB" sz="2800" dirty="0"/>
              <a:t>of the </a:t>
            </a:r>
            <a:r>
              <a:rPr lang="en-GB" sz="2800" b="1" dirty="0"/>
              <a:t>Slide Master ribbon</a:t>
            </a:r>
            <a:r>
              <a:rPr lang="en-GB" sz="2800" dirty="0"/>
              <a:t>.</a:t>
            </a:r>
            <a:endParaRPr lang="en-GB" sz="2800" dirty="0" smtClean="0"/>
          </a:p>
        </p:txBody>
      </p:sp>
    </p:spTree>
    <p:extLst>
      <p:ext uri="{BB962C8B-B14F-4D97-AF65-F5344CB8AC3E}">
        <p14:creationId xmlns:p14="http://schemas.microsoft.com/office/powerpoint/2010/main" val="2293164780"/>
      </p:ext>
    </p:extLst>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Using Slide Master in PowerPoint 2010</a:t>
            </a:r>
          </a:p>
        </p:txBody>
      </p:sp>
      <p:pic>
        <p:nvPicPr>
          <p:cNvPr id="6146" name="Picture 2" descr="C:\Users\UCCSMS1\Desktop\images\insert_layout_slide_master.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11560" y="764704"/>
            <a:ext cx="7920881" cy="58326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9816890"/>
      </p:ext>
    </p:extLst>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Using Slide Master in PowerPoint 2010</a:t>
            </a:r>
          </a:p>
        </p:txBody>
      </p:sp>
      <p:sp>
        <p:nvSpPr>
          <p:cNvPr id="3" name="Content Placeholder 2"/>
          <p:cNvSpPr>
            <a:spLocks noGrp="1"/>
          </p:cNvSpPr>
          <p:nvPr>
            <p:ph idx="1"/>
          </p:nvPr>
        </p:nvSpPr>
        <p:spPr>
          <a:xfrm>
            <a:off x="0" y="620688"/>
            <a:ext cx="9036496" cy="6237312"/>
          </a:xfrm>
        </p:spPr>
        <p:txBody>
          <a:bodyPr>
            <a:normAutofit/>
          </a:bodyPr>
          <a:lstStyle/>
          <a:p>
            <a:pPr marL="0" indent="0" algn="ctr">
              <a:buNone/>
            </a:pPr>
            <a:r>
              <a:rPr lang="en-GB" sz="2800" b="1" dirty="0">
                <a:solidFill>
                  <a:srgbClr val="FF0000"/>
                </a:solidFill>
              </a:rPr>
              <a:t>Step 5</a:t>
            </a:r>
            <a:endParaRPr lang="en-GB" sz="2800" b="1" dirty="0" smtClean="0">
              <a:solidFill>
                <a:srgbClr val="FF0000"/>
              </a:solidFill>
            </a:endParaRPr>
          </a:p>
          <a:p>
            <a:pPr algn="just"/>
            <a:r>
              <a:rPr lang="en-GB" sz="2000" dirty="0"/>
              <a:t>You can add content placeholders to the slide layouts using the "</a:t>
            </a:r>
            <a:r>
              <a:rPr lang="en-GB" sz="2000" b="1" dirty="0"/>
              <a:t>Insert Placeholder</a:t>
            </a:r>
            <a:r>
              <a:rPr lang="en-GB" sz="2000" dirty="0"/>
              <a:t>" in the Master Layout group under the Slide Master ribbon</a:t>
            </a:r>
            <a:r>
              <a:rPr lang="en-GB" sz="2000" dirty="0" smtClean="0"/>
              <a:t>.</a:t>
            </a:r>
          </a:p>
          <a:p>
            <a:pPr algn="just"/>
            <a:r>
              <a:rPr lang="en-GB" sz="2000" dirty="0"/>
              <a:t>Under the Placeholder dropdown, you can either create a generic content placeholder or specify the kind of content you want in that placeholder</a:t>
            </a:r>
            <a:r>
              <a:rPr lang="en-GB" sz="2000" dirty="0" smtClean="0"/>
              <a:t>.</a:t>
            </a:r>
          </a:p>
          <a:p>
            <a:pPr algn="just"/>
            <a:endParaRPr lang="en-GB" sz="2000" dirty="0" smtClean="0"/>
          </a:p>
        </p:txBody>
      </p:sp>
      <p:pic>
        <p:nvPicPr>
          <p:cNvPr id="7170" name="Picture 2" descr="C:\Users\UCCSMS1\Desktop\images\insert_placeholder_slide_mast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2636912"/>
            <a:ext cx="6408712"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6777400"/>
      </p:ext>
    </p:extLst>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Using Slide Master in PowerPoint 2010</a:t>
            </a:r>
          </a:p>
        </p:txBody>
      </p:sp>
      <p:sp>
        <p:nvSpPr>
          <p:cNvPr id="3" name="Content Placeholder 2"/>
          <p:cNvSpPr>
            <a:spLocks noGrp="1"/>
          </p:cNvSpPr>
          <p:nvPr>
            <p:ph idx="1"/>
          </p:nvPr>
        </p:nvSpPr>
        <p:spPr>
          <a:xfrm>
            <a:off x="0" y="620688"/>
            <a:ext cx="9036496" cy="6237312"/>
          </a:xfrm>
        </p:spPr>
        <p:txBody>
          <a:bodyPr>
            <a:normAutofit/>
          </a:bodyPr>
          <a:lstStyle/>
          <a:p>
            <a:pPr marL="0" indent="0" algn="ctr">
              <a:buNone/>
            </a:pPr>
            <a:r>
              <a:rPr lang="en-GB" sz="2800" b="1" dirty="0">
                <a:solidFill>
                  <a:srgbClr val="FF0000"/>
                </a:solidFill>
              </a:rPr>
              <a:t>Step 6</a:t>
            </a:r>
            <a:endParaRPr lang="en-GB" sz="2800" b="1" dirty="0" smtClean="0">
              <a:solidFill>
                <a:srgbClr val="FF0000"/>
              </a:solidFill>
            </a:endParaRPr>
          </a:p>
          <a:p>
            <a:pPr algn="just"/>
            <a:r>
              <a:rPr lang="en-GB" sz="2800" dirty="0"/>
              <a:t>You can apply different themes, background and page setup settings to all the slides from the master slide.</a:t>
            </a:r>
            <a:endParaRPr lang="en-GB" sz="2800" dirty="0" smtClean="0"/>
          </a:p>
          <a:p>
            <a:pPr marL="0" indent="0" algn="ctr">
              <a:buNone/>
            </a:pPr>
            <a:endParaRPr lang="en-GB" sz="2800" b="1" dirty="0" smtClean="0">
              <a:solidFill>
                <a:srgbClr val="FF0000"/>
              </a:solidFill>
            </a:endParaRPr>
          </a:p>
          <a:p>
            <a:pPr marL="0" indent="0" algn="ctr">
              <a:buNone/>
            </a:pPr>
            <a:r>
              <a:rPr lang="en-GB" sz="2800" b="1" dirty="0" smtClean="0">
                <a:solidFill>
                  <a:srgbClr val="FF0000"/>
                </a:solidFill>
              </a:rPr>
              <a:t>Step 7 </a:t>
            </a:r>
          </a:p>
          <a:p>
            <a:pPr algn="just"/>
            <a:r>
              <a:rPr lang="en-GB" sz="2800" dirty="0"/>
              <a:t>You can also customize individual slide layouts to be different from the master slide using the menu options available with the layouts.</a:t>
            </a:r>
            <a:endParaRPr lang="en-GB" sz="2800" dirty="0" smtClean="0"/>
          </a:p>
        </p:txBody>
      </p:sp>
    </p:spTree>
    <p:extLst>
      <p:ext uri="{BB962C8B-B14F-4D97-AF65-F5344CB8AC3E}">
        <p14:creationId xmlns:p14="http://schemas.microsoft.com/office/powerpoint/2010/main" val="2819145921"/>
      </p:ext>
    </p:extLst>
  </p:cSld>
  <p:clrMapOvr>
    <a:masterClrMapping/>
  </p:clrMapOvr>
  <p:transition>
    <p:fade/>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Using Slide Master in PowerPoint 2010</a:t>
            </a:r>
          </a:p>
        </p:txBody>
      </p:sp>
      <p:pic>
        <p:nvPicPr>
          <p:cNvPr id="8194" name="Picture 2" descr="C:\Users\UCCSMS1\Desktop\images\individual_layout_customisation.jp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539552" y="908720"/>
            <a:ext cx="8136904" cy="5760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0405666"/>
      </p:ext>
    </p:extLst>
  </p:cSld>
  <p:clrMapOvr>
    <a:masterClrMapping/>
  </p:clrMapOvr>
  <p:transition>
    <p:fade/>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7278</TotalTime>
  <Words>1752</Words>
  <Application>Microsoft Office PowerPoint</Application>
  <PresentationFormat>On-screen Show (4:3)</PresentationFormat>
  <Paragraphs>264</Paragraphs>
  <Slides>57</Slides>
  <Notes>57</Notes>
  <HiddenSlides>0</HiddenSlides>
  <MMClips>0</MMClips>
  <ScaleCrop>false</ScaleCrop>
  <HeadingPairs>
    <vt:vector size="4" baseType="variant">
      <vt:variant>
        <vt:lpstr>Theme</vt:lpstr>
      </vt:variant>
      <vt:variant>
        <vt:i4>1</vt:i4>
      </vt:variant>
      <vt:variant>
        <vt:lpstr>Slide Titles</vt:lpstr>
      </vt:variant>
      <vt:variant>
        <vt:i4>57</vt:i4>
      </vt:variant>
    </vt:vector>
  </HeadingPairs>
  <TitlesOfParts>
    <vt:vector size="58" baseType="lpstr">
      <vt:lpstr>Office Theme</vt:lpstr>
      <vt:lpstr>PowerPoint Presentation</vt:lpstr>
      <vt:lpstr>PowerPoint Presentation</vt:lpstr>
      <vt:lpstr>Objectives Overview</vt:lpstr>
      <vt:lpstr>Font Management in PowerPoint 2010</vt:lpstr>
      <vt:lpstr>Font Management in PowerPoint 2010</vt:lpstr>
      <vt:lpstr>Font Management in PowerPoint 2010</vt:lpstr>
      <vt:lpstr>Font Management in PowerPoint 2010</vt:lpstr>
      <vt:lpstr>Setting Text Fonts in PowerPoint 2010</vt:lpstr>
      <vt:lpstr>Setting Text Fonts in PowerPoint 2010</vt:lpstr>
      <vt:lpstr>Setting Text Fonts in PowerPoint 2010</vt:lpstr>
      <vt:lpstr>Setting Text Fonts in PowerPoint 2010</vt:lpstr>
      <vt:lpstr>Text Decoration in PowerPoint 2010</vt:lpstr>
      <vt:lpstr>Text Decoration in PowerPoint 2010</vt:lpstr>
      <vt:lpstr>Change Text Case in PowerPoint 2010</vt:lpstr>
      <vt:lpstr>Change Text Case in PowerPoint 2010</vt:lpstr>
      <vt:lpstr>Change Text Case in PowerPoint 2010</vt:lpstr>
      <vt:lpstr>Change Text Size in PowerPoint 2010</vt:lpstr>
      <vt:lpstr>Change Text Case in PowerPoint 2010</vt:lpstr>
      <vt:lpstr>Change Text Case in PowerPoint 2010</vt:lpstr>
      <vt:lpstr>Change Text Case in PowerPoint 2010</vt:lpstr>
      <vt:lpstr>Change Text Colour in PowerPoint 2010</vt:lpstr>
      <vt:lpstr>Change Text Colour in PowerPoint 2010</vt:lpstr>
      <vt:lpstr>Change Text Colour in PowerPoint 2010</vt:lpstr>
      <vt:lpstr>Change Text Colour in PowerPoint 2010</vt:lpstr>
      <vt:lpstr>Change Text Colour in PowerPoint 2010</vt:lpstr>
      <vt:lpstr>Text Alignments in PowerPoint 2010</vt:lpstr>
      <vt:lpstr>Text Alignments in PowerPoint 2010</vt:lpstr>
      <vt:lpstr>Text Alignments in PowerPoint 2010</vt:lpstr>
      <vt:lpstr>Indent Paragraphs in PowerPoint 2010</vt:lpstr>
      <vt:lpstr>Indent Paragraphs in PowerPoint 2010</vt:lpstr>
      <vt:lpstr>Indent Paragraphs in PowerPoint 2010</vt:lpstr>
      <vt:lpstr>Set Line Spacing in PowerPoint 2010</vt:lpstr>
      <vt:lpstr>Set Line Spacing in PowerPoint 2010</vt:lpstr>
      <vt:lpstr>Set Line Spacing in PowerPoint 2010</vt:lpstr>
      <vt:lpstr>Borders and Shades in PowerPoint 2010</vt:lpstr>
      <vt:lpstr>Borders and Shades in PowerPoint 2010</vt:lpstr>
      <vt:lpstr>Borders and Shades in PowerPoint 2010</vt:lpstr>
      <vt:lpstr>Borders and Shades in PowerPoint 2010</vt:lpstr>
      <vt:lpstr>Borders and Shades in PowerPoint 2010</vt:lpstr>
      <vt:lpstr>Borders and Shades in PowerPoint 2010</vt:lpstr>
      <vt:lpstr>Borders and Shades in PowerPoint 2010</vt:lpstr>
      <vt:lpstr>Borders and Shades in PowerPoint 2010</vt:lpstr>
      <vt:lpstr>Apply Formatting in PowerPoint 2010</vt:lpstr>
      <vt:lpstr>Apply Formatting in PowerPoint 2010</vt:lpstr>
      <vt:lpstr>Apply Formatting in PowerPoint 2010</vt:lpstr>
      <vt:lpstr>Apply Formatting in PowerPoint 2010</vt:lpstr>
      <vt:lpstr>Apply Formatting in PowerPoint 2010</vt:lpstr>
      <vt:lpstr>Using Slide Master in PowerPoint 2010</vt:lpstr>
      <vt:lpstr>Using Slide Master in PowerPoint 2010</vt:lpstr>
      <vt:lpstr>Using Slide Master in PowerPoint 2010</vt:lpstr>
      <vt:lpstr>Using Slide Master in PowerPoint 2010</vt:lpstr>
      <vt:lpstr>Using Slide Master in PowerPoint 2010</vt:lpstr>
      <vt:lpstr>Using Slide Master in PowerPoint 2010</vt:lpstr>
      <vt:lpstr>Using Slide Master in PowerPoint 2010</vt:lpstr>
      <vt:lpstr>Using Slide Master in PowerPoint 2010</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UCCSMS1</cp:lastModifiedBy>
  <cp:revision>325</cp:revision>
  <dcterms:created xsi:type="dcterms:W3CDTF">2008-12-18T17:11:12Z</dcterms:created>
  <dcterms:modified xsi:type="dcterms:W3CDTF">2021-03-17T16:24:40Z</dcterms:modified>
</cp:coreProperties>
</file>