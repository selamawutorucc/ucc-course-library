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60" r:id="rId2"/>
    <p:sldId id="385" r:id="rId3"/>
    <p:sldId id="294" r:id="rId4"/>
    <p:sldId id="264" r:id="rId5"/>
    <p:sldId id="553" r:id="rId6"/>
    <p:sldId id="554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5" r:id="rId18"/>
    <p:sldId id="566" r:id="rId19"/>
    <p:sldId id="567" r:id="rId20"/>
    <p:sldId id="568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6" r:id="rId29"/>
    <p:sldId id="577" r:id="rId30"/>
    <p:sldId id="578" r:id="rId31"/>
    <p:sldId id="579" r:id="rId32"/>
    <p:sldId id="580" r:id="rId33"/>
    <p:sldId id="581" r:id="rId34"/>
    <p:sldId id="582" r:id="rId35"/>
    <p:sldId id="583" r:id="rId36"/>
    <p:sldId id="584" r:id="rId37"/>
    <p:sldId id="585" r:id="rId38"/>
    <p:sldId id="586" r:id="rId39"/>
    <p:sldId id="587" r:id="rId40"/>
    <p:sldId id="588" r:id="rId41"/>
    <p:sldId id="589" r:id="rId42"/>
    <p:sldId id="440" r:id="rId43"/>
    <p:sldId id="384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  <a:endParaRPr lang="en-US" dirty="0" smtClean="0"/>
        </a:p>
        <a:p>
          <a:r>
            <a:rPr lang="en-US" dirty="0" smtClean="0"/>
            <a:t>Microsoft PowerPoint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 smtClean="0"/>
            <a:t>Editing Presentation in Word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copy and paste content 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Find &amp; Replace content 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Undo Edited changes 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do spelling Check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do content Translation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set language type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to </a:t>
          </a:r>
          <a:r>
            <a:rPr lang="en-GB" dirty="0" smtClean="0"/>
            <a:t>duplicate content</a:t>
          </a:r>
          <a:endParaRPr lang="en-GB" dirty="0"/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76A1A6D-9E32-412F-852C-EA036D2EA443}">
      <dgm:prSet/>
      <dgm:spPr/>
      <dgm:t>
        <a:bodyPr/>
        <a:lstStyle/>
        <a:p>
          <a:r>
            <a:rPr lang="en-GB" dirty="0"/>
            <a:t>How to </a:t>
          </a:r>
          <a:r>
            <a:rPr lang="en-GB" dirty="0" smtClean="0"/>
            <a:t>add special characters</a:t>
          </a:r>
          <a:endParaRPr lang="en-GB" dirty="0"/>
        </a:p>
      </dgm:t>
    </dgm:pt>
    <dgm:pt modelId="{A6D156B3-65C8-4D8D-9BA4-CBE69004882B}" type="parTrans" cxnId="{9F622BE6-A9AE-4059-9547-F4054D63F899}">
      <dgm:prSet/>
      <dgm:spPr/>
      <dgm:t>
        <a:bodyPr/>
        <a:lstStyle/>
        <a:p>
          <a:endParaRPr lang="en-GB"/>
        </a:p>
      </dgm:t>
    </dgm:pt>
    <dgm:pt modelId="{3C054B08-0B7E-409B-8D87-F73633A89691}" type="sibTrans" cxnId="{9F622BE6-A9AE-4059-9547-F4054D63F899}">
      <dgm:prSet/>
      <dgm:spPr/>
      <dgm:t>
        <a:bodyPr/>
        <a:lstStyle/>
        <a:p>
          <a:endParaRPr lang="en-GB"/>
        </a:p>
      </dgm:t>
    </dgm:pt>
    <dgm:pt modelId="{46AD4FAA-08CF-46B0-A6A5-C2E3B45434F7}">
      <dgm:prSet/>
      <dgm:spPr/>
      <dgm:t>
        <a:bodyPr/>
        <a:lstStyle/>
        <a:p>
          <a:r>
            <a:rPr lang="en-GB" dirty="0"/>
            <a:t>How to add special characters</a:t>
          </a:r>
        </a:p>
      </dgm:t>
    </dgm:pt>
    <dgm:pt modelId="{20C8D365-4B2A-4C54-8F84-5246FC8CB85C}" type="parTrans" cxnId="{E9D93D48-8525-4B81-907E-00F2C7F5CA04}">
      <dgm:prSet/>
      <dgm:spPr/>
      <dgm:t>
        <a:bodyPr/>
        <a:lstStyle/>
        <a:p>
          <a:endParaRPr lang="en-GB"/>
        </a:p>
      </dgm:t>
    </dgm:pt>
    <dgm:pt modelId="{80CEB547-75E7-4B34-98D7-8DC4085FABC1}" type="sibTrans" cxnId="{E9D93D48-8525-4B81-907E-00F2C7F5CA04}">
      <dgm:prSet/>
      <dgm:spPr/>
      <dgm:t>
        <a:bodyPr/>
        <a:lstStyle/>
        <a:p>
          <a:endParaRPr lang="en-GB"/>
        </a:p>
      </dgm:t>
    </dgm:pt>
    <dgm:pt modelId="{E78E9149-F398-4971-8F49-24F74A9B7CA4}">
      <dgm:prSet/>
      <dgm:spPr/>
      <dgm:t>
        <a:bodyPr/>
        <a:lstStyle/>
        <a:p>
          <a:r>
            <a:rPr lang="en-GB" dirty="0" smtClean="0"/>
            <a:t>How to do zoom in-out</a:t>
          </a:r>
          <a:endParaRPr lang="en-GB" dirty="0"/>
        </a:p>
      </dgm:t>
    </dgm:pt>
    <dgm:pt modelId="{EF4A9A1E-41C1-476C-992E-F95677BE25F5}" type="parTrans" cxnId="{2929454B-6C66-44AC-9FDD-F30157A5F3D8}">
      <dgm:prSet/>
      <dgm:spPr/>
      <dgm:t>
        <a:bodyPr/>
        <a:lstStyle/>
        <a:p>
          <a:endParaRPr lang="en-GB"/>
        </a:p>
      </dgm:t>
    </dgm:pt>
    <dgm:pt modelId="{7AEA9C32-2BA4-4C55-9E71-48C732BF5969}" type="sibTrans" cxnId="{2929454B-6C66-44AC-9FDD-F30157A5F3D8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5408A91-DCB4-4486-8086-1187B0570DB1}" type="pres">
      <dgm:prSet presAssocID="{E2B3D82B-B21B-4F72-B2BC-78A1696AD170}" presName="sibTrans" presStyleCnt="0"/>
      <dgm:spPr/>
    </dgm:pt>
    <dgm:pt modelId="{31EA35DB-A737-45B2-AEA8-3AC4C64F3EDA}" type="pres">
      <dgm:prSet presAssocID="{476A1A6D-9E32-412F-852C-EA036D2EA443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5BDC7F1-CE1E-4FAA-97DC-B6E857B3C9A4}" type="pres">
      <dgm:prSet presAssocID="{3C054B08-0B7E-409B-8D87-F73633A89691}" presName="sibTrans" presStyleCnt="0"/>
      <dgm:spPr/>
    </dgm:pt>
    <dgm:pt modelId="{FDE44B15-3789-4C35-B1D8-5100954711D8}" type="pres">
      <dgm:prSet presAssocID="{46AD4FAA-08CF-46B0-A6A5-C2E3B45434F7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7E9D12B-A986-48FB-B113-9D7A91177FB8}" type="pres">
      <dgm:prSet presAssocID="{80CEB547-75E7-4B34-98D7-8DC4085FABC1}" presName="sibTrans" presStyleCnt="0"/>
      <dgm:spPr/>
    </dgm:pt>
    <dgm:pt modelId="{6DB816B9-8BAD-42B5-8E11-013AACDC818E}" type="pres">
      <dgm:prSet presAssocID="{E78E9149-F398-4971-8F49-24F74A9B7CA4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929454B-6C66-44AC-9FDD-F30157A5F3D8}" srcId="{3DE9E547-3C66-4E5D-9D07-0515EED2B913}" destId="{E78E9149-F398-4971-8F49-24F74A9B7CA4}" srcOrd="9" destOrd="0" parTransId="{EF4A9A1E-41C1-476C-992E-F95677BE25F5}" sibTransId="{7AEA9C32-2BA4-4C55-9E71-48C732BF5969}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9F622BE6-A9AE-4059-9547-F4054D63F899}" srcId="{3DE9E547-3C66-4E5D-9D07-0515EED2B913}" destId="{476A1A6D-9E32-412F-852C-EA036D2EA443}" srcOrd="7" destOrd="0" parTransId="{A6D156B3-65C8-4D8D-9BA4-CBE69004882B}" sibTransId="{3C054B08-0B7E-409B-8D87-F73633A89691}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731883DE-A397-4844-B4ED-69A267AB49C8}" type="presOf" srcId="{46AD4FAA-08CF-46B0-A6A5-C2E3B45434F7}" destId="{FDE44B15-3789-4C35-B1D8-5100954711D8}" srcOrd="0" destOrd="0" presId="urn:microsoft.com/office/officeart/2005/8/layout/default#1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E9D93D48-8525-4B81-907E-00F2C7F5CA04}" srcId="{3DE9E547-3C66-4E5D-9D07-0515EED2B913}" destId="{46AD4FAA-08CF-46B0-A6A5-C2E3B45434F7}" srcOrd="8" destOrd="0" parTransId="{20C8D365-4B2A-4C54-8F84-5246FC8CB85C}" sibTransId="{80CEB547-75E7-4B34-98D7-8DC4085FABC1}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83122414-9691-4F6C-BC60-0171D826C93D}" type="presOf" srcId="{476A1A6D-9E32-412F-852C-EA036D2EA443}" destId="{31EA35DB-A737-45B2-AEA8-3AC4C64F3EDA}" srcOrd="0" destOrd="0" presId="urn:microsoft.com/office/officeart/2005/8/layout/default#1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4483EB70-31AB-4DDE-90FF-6B20C2D02DCA}" type="presOf" srcId="{E78E9149-F398-4971-8F49-24F74A9B7CA4}" destId="{6DB816B9-8BAD-42B5-8E11-013AACDC818E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  <dgm:cxn modelId="{B6D090FA-77F1-4532-850C-6322F5F68B9B}" type="presParOf" srcId="{46A1C575-DE29-4021-A28C-E1E7FA78085E}" destId="{A5408A91-DCB4-4486-8086-1187B0570DB1}" srcOrd="13" destOrd="0" presId="urn:microsoft.com/office/officeart/2005/8/layout/default#1"/>
    <dgm:cxn modelId="{07999851-A652-4497-BD02-78B00D8DF8BA}" type="presParOf" srcId="{46A1C575-DE29-4021-A28C-E1E7FA78085E}" destId="{31EA35DB-A737-45B2-AEA8-3AC4C64F3EDA}" srcOrd="14" destOrd="0" presId="urn:microsoft.com/office/officeart/2005/8/layout/default#1"/>
    <dgm:cxn modelId="{7524A786-169B-4F4A-8A08-7CB40B3D91C9}" type="presParOf" srcId="{46A1C575-DE29-4021-A28C-E1E7FA78085E}" destId="{65BDC7F1-CE1E-4FAA-97DC-B6E857B3C9A4}" srcOrd="15" destOrd="0" presId="urn:microsoft.com/office/officeart/2005/8/layout/default#1"/>
    <dgm:cxn modelId="{40FC6E6D-0ADA-4C85-B7FF-F1D3711D639D}" type="presParOf" srcId="{46A1C575-DE29-4021-A28C-E1E7FA78085E}" destId="{FDE44B15-3789-4C35-B1D8-5100954711D8}" srcOrd="16" destOrd="0" presId="urn:microsoft.com/office/officeart/2005/8/layout/default#1"/>
    <dgm:cxn modelId="{CC225323-1888-4935-806A-78527BBDF6AF}" type="presParOf" srcId="{46A1C575-DE29-4021-A28C-E1E7FA78085E}" destId="{A7E9D12B-A986-48FB-B113-9D7A91177FB8}" srcOrd="17" destOrd="0" presId="urn:microsoft.com/office/officeart/2005/8/layout/default#1"/>
    <dgm:cxn modelId="{00D74BD0-908F-4F46-9EE6-E7CDA92A7E54}" type="presParOf" srcId="{46A1C575-DE29-4021-A28C-E1E7FA78085E}" destId="{6DB816B9-8BAD-42B5-8E11-013AACDC818E}" srcOrd="18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/>
            <a:t>Introduction </a:t>
          </a:r>
        </a:p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/>
            <a:t>to </a:t>
          </a:r>
          <a:endParaRPr lang="en-US" sz="6400" kern="1200" dirty="0" smtClean="0"/>
        </a:p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400" kern="1200" dirty="0" smtClean="0"/>
            <a:t>Microsoft PowerPoint 2010</a:t>
          </a:r>
          <a:endParaRPr lang="en-US" sz="6400" kern="1200" dirty="0"/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Editing Presentation in Word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2589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copy and paste content </a:t>
          </a:r>
          <a:endParaRPr lang="en-US" sz="2400" kern="1200" dirty="0"/>
        </a:p>
      </dsp:txBody>
      <dsp:txXfrm>
        <a:off x="2589" y="609872"/>
        <a:ext cx="2054423" cy="1232654"/>
      </dsp:txXfrm>
    </dsp:sp>
    <dsp:sp modelId="{08678D36-F832-48B7-8548-C43AEE1F6A43}">
      <dsp:nvSpPr>
        <dsp:cNvPr id="0" name=""/>
        <dsp:cNvSpPr/>
      </dsp:nvSpPr>
      <dsp:spPr>
        <a:xfrm>
          <a:off x="2262455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9618"/>
                <a:satOff val="-485"/>
                <a:lumOff val="2776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9618"/>
                <a:satOff val="-485"/>
                <a:lumOff val="2776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9618"/>
                <a:satOff val="-485"/>
                <a:lumOff val="27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Find &amp; Replace content </a:t>
          </a:r>
          <a:endParaRPr lang="en-US" sz="2400" kern="1200" dirty="0"/>
        </a:p>
      </dsp:txBody>
      <dsp:txXfrm>
        <a:off x="2262455" y="609872"/>
        <a:ext cx="2054423" cy="1232654"/>
      </dsp:txXfrm>
    </dsp:sp>
    <dsp:sp modelId="{D32AB574-D896-42B8-809A-74BD322B19E9}">
      <dsp:nvSpPr>
        <dsp:cNvPr id="0" name=""/>
        <dsp:cNvSpPr/>
      </dsp:nvSpPr>
      <dsp:spPr>
        <a:xfrm>
          <a:off x="4522321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9235"/>
                <a:satOff val="-970"/>
                <a:lumOff val="555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9235"/>
                <a:satOff val="-970"/>
                <a:lumOff val="555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9235"/>
                <a:satOff val="-970"/>
                <a:lumOff val="555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Undo Edited changes </a:t>
          </a:r>
          <a:endParaRPr lang="en-US" sz="2400" kern="1200" dirty="0"/>
        </a:p>
      </dsp:txBody>
      <dsp:txXfrm>
        <a:off x="4522321" y="609872"/>
        <a:ext cx="2054423" cy="1232654"/>
      </dsp:txXfrm>
    </dsp:sp>
    <dsp:sp modelId="{126D987F-03E4-4E3A-BED9-08B6BA3A15AB}">
      <dsp:nvSpPr>
        <dsp:cNvPr id="0" name=""/>
        <dsp:cNvSpPr/>
      </dsp:nvSpPr>
      <dsp:spPr>
        <a:xfrm>
          <a:off x="6782186" y="609872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do spelling Check</a:t>
          </a:r>
          <a:endParaRPr lang="en-US" sz="2400" kern="1200" dirty="0"/>
        </a:p>
      </dsp:txBody>
      <dsp:txXfrm>
        <a:off x="6782186" y="609872"/>
        <a:ext cx="2054423" cy="1232654"/>
      </dsp:txXfrm>
    </dsp:sp>
    <dsp:sp modelId="{A0EFA616-1553-4077-9D32-88AE20AC0552}">
      <dsp:nvSpPr>
        <dsp:cNvPr id="0" name=""/>
        <dsp:cNvSpPr/>
      </dsp:nvSpPr>
      <dsp:spPr>
        <a:xfrm>
          <a:off x="2589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8470"/>
                <a:satOff val="-1940"/>
                <a:lumOff val="11106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8470"/>
                <a:satOff val="-1940"/>
                <a:lumOff val="11106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8470"/>
                <a:satOff val="-1940"/>
                <a:lumOff val="1110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do content Translation</a:t>
          </a:r>
          <a:endParaRPr lang="en-US" sz="2400" kern="1200" dirty="0"/>
        </a:p>
      </dsp:txBody>
      <dsp:txXfrm>
        <a:off x="2589" y="2047968"/>
        <a:ext cx="2054423" cy="1232654"/>
      </dsp:txXfrm>
    </dsp:sp>
    <dsp:sp modelId="{D944875E-4200-44D3-9F4D-D995865E5F68}">
      <dsp:nvSpPr>
        <dsp:cNvPr id="0" name=""/>
        <dsp:cNvSpPr/>
      </dsp:nvSpPr>
      <dsp:spPr>
        <a:xfrm>
          <a:off x="2262455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98088"/>
                <a:satOff val="-2425"/>
                <a:lumOff val="13882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98088"/>
                <a:satOff val="-2425"/>
                <a:lumOff val="13882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98088"/>
                <a:satOff val="-2425"/>
                <a:lumOff val="1388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How to set language type</a:t>
          </a:r>
          <a:endParaRPr lang="en-US" sz="2400" kern="1200" dirty="0"/>
        </a:p>
      </dsp:txBody>
      <dsp:txXfrm>
        <a:off x="2262455" y="2047968"/>
        <a:ext cx="2054423" cy="1232654"/>
      </dsp:txXfrm>
    </dsp:sp>
    <dsp:sp modelId="{4F3BB94F-726F-42B1-B2C9-9077543F3D05}">
      <dsp:nvSpPr>
        <dsp:cNvPr id="0" name=""/>
        <dsp:cNvSpPr/>
      </dsp:nvSpPr>
      <dsp:spPr>
        <a:xfrm>
          <a:off x="4522321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How to </a:t>
          </a:r>
          <a:r>
            <a:rPr lang="en-GB" sz="2400" kern="1200" dirty="0" smtClean="0"/>
            <a:t>duplicate content</a:t>
          </a:r>
          <a:endParaRPr lang="en-GB" sz="2400" kern="1200" dirty="0"/>
        </a:p>
      </dsp:txBody>
      <dsp:txXfrm>
        <a:off x="4522321" y="2047968"/>
        <a:ext cx="2054423" cy="1232654"/>
      </dsp:txXfrm>
    </dsp:sp>
    <dsp:sp modelId="{31EA35DB-A737-45B2-AEA8-3AC4C64F3EDA}">
      <dsp:nvSpPr>
        <dsp:cNvPr id="0" name=""/>
        <dsp:cNvSpPr/>
      </dsp:nvSpPr>
      <dsp:spPr>
        <a:xfrm>
          <a:off x="6782186" y="2047968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7323"/>
                <a:satOff val="-3395"/>
                <a:lumOff val="1943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7323"/>
                <a:satOff val="-3395"/>
                <a:lumOff val="1943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7323"/>
                <a:satOff val="-3395"/>
                <a:lumOff val="1943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How to </a:t>
          </a:r>
          <a:r>
            <a:rPr lang="en-GB" sz="2400" kern="1200" dirty="0" smtClean="0"/>
            <a:t>add special characters</a:t>
          </a:r>
          <a:endParaRPr lang="en-GB" sz="2400" kern="1200" dirty="0"/>
        </a:p>
      </dsp:txBody>
      <dsp:txXfrm>
        <a:off x="6782186" y="2047968"/>
        <a:ext cx="2054423" cy="1232654"/>
      </dsp:txXfrm>
    </dsp:sp>
    <dsp:sp modelId="{FDE44B15-3789-4C35-B1D8-5100954711D8}">
      <dsp:nvSpPr>
        <dsp:cNvPr id="0" name=""/>
        <dsp:cNvSpPr/>
      </dsp:nvSpPr>
      <dsp:spPr>
        <a:xfrm>
          <a:off x="2262455" y="3486065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56940"/>
                <a:satOff val="-3880"/>
                <a:lumOff val="22212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6940"/>
                <a:satOff val="-3880"/>
                <a:lumOff val="22212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6940"/>
                <a:satOff val="-3880"/>
                <a:lumOff val="2221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/>
            <a:t>How to add special characters</a:t>
          </a:r>
        </a:p>
      </dsp:txBody>
      <dsp:txXfrm>
        <a:off x="2262455" y="3486065"/>
        <a:ext cx="2054423" cy="1232654"/>
      </dsp:txXfrm>
    </dsp:sp>
    <dsp:sp modelId="{6DB816B9-8BAD-42B5-8E11-013AACDC818E}">
      <dsp:nvSpPr>
        <dsp:cNvPr id="0" name=""/>
        <dsp:cNvSpPr/>
      </dsp:nvSpPr>
      <dsp:spPr>
        <a:xfrm>
          <a:off x="4522321" y="3486065"/>
          <a:ext cx="2054423" cy="123265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 smtClean="0"/>
            <a:t>How to do zoom in-out</a:t>
          </a:r>
          <a:endParaRPr lang="en-GB" sz="2400" kern="1200" dirty="0"/>
        </a:p>
      </dsp:txBody>
      <dsp:txXfrm>
        <a:off x="4522321" y="3486065"/>
        <a:ext cx="2054423" cy="1232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3/18/2021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42</a:t>
            </a:fld>
            <a:endParaRPr lang="en-US" smtClean="0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43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264701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505623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995116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DE44B15-3789-4C35-B1D8-5100954711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FDE44B15-3789-4C35-B1D8-5100954711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B816B9-8BAD-42B5-8E11-013AACDC81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>
                                            <p:graphicEl>
                                              <a:dgm id="{6DB816B9-8BAD-42B5-8E11-013AACDC81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>
            <a:normAutofit fontScale="90000"/>
          </a:bodyPr>
          <a:lstStyle/>
          <a:p>
            <a:r>
              <a:rPr lang="en-GB" dirty="0"/>
              <a:t>Copy and Paste Content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dirty="0" smtClean="0"/>
          </a:p>
          <a:p>
            <a:pPr algn="just"/>
            <a:r>
              <a:rPr lang="en-GB" dirty="0" smtClean="0"/>
              <a:t>PowerPoint </a:t>
            </a:r>
            <a:r>
              <a:rPr lang="en-GB" dirty="0"/>
              <a:t>offers to the users a wide range of options when it comes to duplicating </a:t>
            </a:r>
            <a:r>
              <a:rPr lang="en-GB" dirty="0" smtClean="0"/>
              <a:t>content.</a:t>
            </a:r>
          </a:p>
          <a:p>
            <a:pPr algn="just"/>
            <a:endParaRPr lang="en-GB" dirty="0"/>
          </a:p>
          <a:p>
            <a:pPr algn="just"/>
            <a:endParaRPr lang="en-GB" dirty="0" smtClean="0"/>
          </a:p>
          <a:p>
            <a:pPr algn="just"/>
            <a:r>
              <a:rPr lang="en-GB" dirty="0" smtClean="0"/>
              <a:t>PowerPoint </a:t>
            </a:r>
            <a:r>
              <a:rPr lang="en-GB" dirty="0"/>
              <a:t>has the standard cut and copy functions but allows variations of paste options.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Cut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r>
              <a:rPr lang="en-GB" dirty="0" smtClean="0"/>
              <a:t>This </a:t>
            </a:r>
            <a:r>
              <a:rPr lang="en-GB" dirty="0"/>
              <a:t>option allows you to cut content from the slide - this means the original content is being moved to a different location hence the content will be deleted from its original location when you use this option. </a:t>
            </a:r>
            <a:endParaRPr lang="en-GB" dirty="0" smtClean="0"/>
          </a:p>
          <a:p>
            <a:pPr algn="just"/>
            <a:endParaRPr lang="en-GB" dirty="0"/>
          </a:p>
          <a:p>
            <a:pPr algn="just"/>
            <a:r>
              <a:rPr lang="en-GB" dirty="0"/>
              <a:t>To cut a content, you need to select it and press "</a:t>
            </a:r>
            <a:r>
              <a:rPr lang="en-GB" b="1" dirty="0"/>
              <a:t>Ctrl + X</a:t>
            </a:r>
            <a:r>
              <a:rPr lang="en-GB" dirty="0"/>
              <a:t>" or right-click on the selected content and select </a:t>
            </a:r>
            <a:r>
              <a:rPr lang="en-GB" b="1" dirty="0"/>
              <a:t>Cut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3204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Cut Option</a:t>
            </a:r>
          </a:p>
        </p:txBody>
      </p:sp>
      <p:pic>
        <p:nvPicPr>
          <p:cNvPr id="1026" name="Picture 2" descr="C:\Users\UCCSMS1\Desktop\images\cut_copy_menu_options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52736"/>
            <a:ext cx="7416823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0909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Copy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08720"/>
            <a:ext cx="8839200" cy="5688632"/>
          </a:xfrm>
        </p:spPr>
        <p:txBody>
          <a:bodyPr/>
          <a:lstStyle/>
          <a:p>
            <a:pPr algn="just"/>
            <a:r>
              <a:rPr lang="en-GB" dirty="0"/>
              <a:t>To copy a portion of content, you need to select it and press "</a:t>
            </a:r>
            <a:r>
              <a:rPr lang="en-GB" b="1" dirty="0"/>
              <a:t>Ctrl + C</a:t>
            </a:r>
            <a:r>
              <a:rPr lang="en-GB" dirty="0"/>
              <a:t>" or right-click on the selected content and select </a:t>
            </a:r>
            <a:r>
              <a:rPr lang="en-GB" b="1" dirty="0"/>
              <a:t>Copy</a:t>
            </a:r>
            <a:r>
              <a:rPr lang="en-GB" dirty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636912"/>
            <a:ext cx="5582196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67436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Paste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6712"/>
            <a:ext cx="8839200" cy="5760640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This option allows you to paste the cut or copied content at the desired location. </a:t>
            </a:r>
            <a:endParaRPr lang="en-GB" sz="2800" dirty="0" smtClean="0"/>
          </a:p>
          <a:p>
            <a:pPr algn="just"/>
            <a:r>
              <a:rPr lang="en-GB" sz="2800" dirty="0" smtClean="0"/>
              <a:t>There </a:t>
            </a:r>
            <a:r>
              <a:rPr lang="en-GB" sz="2800" dirty="0"/>
              <a:t>are </a:t>
            </a:r>
            <a:r>
              <a:rPr lang="en-GB" sz="2800" dirty="0" smtClean="0"/>
              <a:t>multiple </a:t>
            </a:r>
            <a:r>
              <a:rPr lang="en-GB" sz="2800" dirty="0"/>
              <a:t>paste options for you to choose from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3074" name="Picture 2" descr="C:\Users\UCCSMS1\Desktop\images\paste_menu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276872"/>
            <a:ext cx="7344816" cy="458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5875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Paste Option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712968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51601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Paste Option</a:t>
            </a:r>
          </a:p>
        </p:txBody>
      </p:sp>
      <p:pic>
        <p:nvPicPr>
          <p:cNvPr id="5122" name="Picture 2" descr="C:\Users\UCCSMS1\Desktop\images\paste_options_with_cut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064896" cy="568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5311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r>
              <a:rPr lang="en-GB" dirty="0"/>
              <a:t> </a:t>
            </a:r>
            <a:r>
              <a:rPr lang="en-GB" dirty="0" smtClean="0"/>
              <a:t> </a:t>
            </a:r>
          </a:p>
          <a:p>
            <a:pPr algn="just"/>
            <a:r>
              <a:rPr lang="en-GB" dirty="0" smtClean="0"/>
              <a:t>In </a:t>
            </a:r>
            <a:r>
              <a:rPr lang="en-GB" dirty="0"/>
              <a:t>the </a:t>
            </a:r>
            <a:r>
              <a:rPr lang="en-GB" b="1" dirty="0"/>
              <a:t>Home</a:t>
            </a:r>
            <a:r>
              <a:rPr lang="en-GB" dirty="0"/>
              <a:t> tab, under the Editing section click on </a:t>
            </a:r>
            <a:r>
              <a:rPr lang="en-GB" b="1" dirty="0"/>
              <a:t>Find</a:t>
            </a:r>
            <a:r>
              <a:rPr lang="en-GB" dirty="0"/>
              <a:t>.</a:t>
            </a:r>
          </a:p>
        </p:txBody>
      </p:sp>
      <p:pic>
        <p:nvPicPr>
          <p:cNvPr id="6146" name="Picture 2" descr="C:\Users\UCCSMS1\Desktop\images\find_menu_ite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7" y="2348880"/>
            <a:ext cx="4856733" cy="439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3964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</a:t>
            </a:r>
            <a:r>
              <a:rPr lang="en-GB" dirty="0" smtClean="0"/>
              <a:t>  </a:t>
            </a:r>
          </a:p>
          <a:p>
            <a:pPr algn="just"/>
            <a:r>
              <a:rPr lang="en-GB" dirty="0"/>
              <a:t>Type the text you want to search in the "</a:t>
            </a:r>
            <a:r>
              <a:rPr lang="en-GB" b="1" dirty="0"/>
              <a:t>Find what</a:t>
            </a:r>
            <a:r>
              <a:rPr lang="en-GB" dirty="0"/>
              <a:t>:" </a:t>
            </a:r>
            <a:r>
              <a:rPr lang="en-GB" dirty="0" smtClean="0"/>
              <a:t>field.</a:t>
            </a:r>
            <a:endParaRPr lang="en-GB" dirty="0"/>
          </a:p>
        </p:txBody>
      </p:sp>
      <p:pic>
        <p:nvPicPr>
          <p:cNvPr id="7170" name="Picture 2" descr="C:\Users\UCCSMS1\Desktop\images\find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62213"/>
            <a:ext cx="7920879" cy="327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564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  <a:r>
              <a:rPr lang="en-GB" dirty="0" smtClean="0"/>
              <a:t>  </a:t>
            </a:r>
          </a:p>
          <a:p>
            <a:pPr algn="just"/>
            <a:r>
              <a:rPr lang="en-GB" dirty="0"/>
              <a:t>You can narrow your search by selecting "</a:t>
            </a:r>
            <a:r>
              <a:rPr lang="en-GB" b="1" dirty="0"/>
              <a:t>Match Case</a:t>
            </a:r>
            <a:r>
              <a:rPr lang="en-GB" dirty="0"/>
              <a:t>" - to find exact case match - and "</a:t>
            </a:r>
            <a:r>
              <a:rPr lang="en-GB" b="1" dirty="0"/>
              <a:t>Find whole words </a:t>
            </a:r>
            <a:r>
              <a:rPr lang="en-GB" b="1" dirty="0" smtClean="0"/>
              <a:t>only</a:t>
            </a:r>
            <a:r>
              <a:rPr lang="en-GB" dirty="0" smtClean="0"/>
              <a:t>”</a:t>
            </a:r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4 </a:t>
            </a:r>
            <a:endParaRPr lang="en-GB" b="1" dirty="0" smtClean="0">
              <a:solidFill>
                <a:srgbClr val="FF0000"/>
              </a:solidFill>
            </a:endParaRPr>
          </a:p>
          <a:p>
            <a:pPr algn="just"/>
            <a:r>
              <a:rPr lang="en-GB" dirty="0" smtClean="0"/>
              <a:t>Press </a:t>
            </a:r>
            <a:r>
              <a:rPr lang="en-GB" dirty="0"/>
              <a:t>on "</a:t>
            </a:r>
            <a:r>
              <a:rPr lang="en-GB" b="1" dirty="0"/>
              <a:t>Find Next</a:t>
            </a:r>
            <a:r>
              <a:rPr lang="en-GB" dirty="0"/>
              <a:t>" to find the next occurrence of the search word.</a:t>
            </a:r>
          </a:p>
        </p:txBody>
      </p:sp>
    </p:spTree>
    <p:extLst>
      <p:ext uri="{BB962C8B-B14F-4D97-AF65-F5344CB8AC3E}">
        <p14:creationId xmlns:p14="http://schemas.microsoft.com/office/powerpoint/2010/main" val="12435754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6048672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5</a:t>
            </a:r>
            <a:r>
              <a:rPr lang="en-GB" dirty="0" smtClean="0"/>
              <a:t> </a:t>
            </a:r>
          </a:p>
          <a:p>
            <a:pPr algn="just"/>
            <a:r>
              <a:rPr lang="en-GB" sz="2400" dirty="0"/>
              <a:t>The </a:t>
            </a:r>
            <a:r>
              <a:rPr lang="en-GB" sz="2400" b="1" dirty="0"/>
              <a:t>Find</a:t>
            </a:r>
            <a:r>
              <a:rPr lang="en-GB" sz="2400" dirty="0"/>
              <a:t> dialog does not disappear after finding the first instance, </a:t>
            </a:r>
            <a:endParaRPr lang="en-GB" sz="2400" dirty="0" smtClean="0"/>
          </a:p>
          <a:p>
            <a:pPr algn="just"/>
            <a:r>
              <a:rPr lang="en-GB" sz="2400" dirty="0" smtClean="0"/>
              <a:t>so </a:t>
            </a:r>
            <a:r>
              <a:rPr lang="en-GB" sz="2400" dirty="0"/>
              <a:t>you can keep pressing "</a:t>
            </a:r>
            <a:r>
              <a:rPr lang="en-GB" sz="2400" b="1" dirty="0"/>
              <a:t>Find Next</a:t>
            </a:r>
            <a:r>
              <a:rPr lang="en-GB" sz="2400" dirty="0"/>
              <a:t>" multiple times till you reach the end of the search. </a:t>
            </a:r>
            <a:endParaRPr lang="en-GB" sz="2400" dirty="0" smtClean="0"/>
          </a:p>
          <a:p>
            <a:pPr algn="just"/>
            <a:r>
              <a:rPr lang="en-GB" sz="2400" dirty="0" smtClean="0"/>
              <a:t>At </a:t>
            </a:r>
            <a:r>
              <a:rPr lang="en-GB" sz="2400" dirty="0"/>
              <a:t>this point, you will receive a message from PowerPoint indicating the end of </a:t>
            </a:r>
            <a:r>
              <a:rPr lang="en-GB" sz="2400" dirty="0" smtClean="0"/>
              <a:t>the </a:t>
            </a:r>
            <a:r>
              <a:rPr lang="en-GB" sz="2400" dirty="0"/>
              <a:t>search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8194" name="Picture 2" descr="C:\Users\UCCSMS1\Desktop\images\end_search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861048"/>
            <a:ext cx="7992888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8432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Replacing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endParaRPr lang="en-GB" dirty="0" smtClean="0"/>
          </a:p>
          <a:p>
            <a:pPr algn="just"/>
            <a:r>
              <a:rPr lang="en-GB" sz="2400" dirty="0"/>
              <a:t>In the </a:t>
            </a:r>
            <a:r>
              <a:rPr lang="en-GB" sz="2400" b="1" dirty="0"/>
              <a:t>Home</a:t>
            </a:r>
            <a:r>
              <a:rPr lang="en-GB" sz="2400" dirty="0"/>
              <a:t> tab, under the </a:t>
            </a:r>
            <a:r>
              <a:rPr lang="en-GB" sz="2400" b="1" dirty="0"/>
              <a:t>Editing</a:t>
            </a:r>
            <a:r>
              <a:rPr lang="en-GB" sz="2400" dirty="0"/>
              <a:t> section click on the </a:t>
            </a:r>
            <a:r>
              <a:rPr lang="en-GB" sz="2400" b="1" dirty="0"/>
              <a:t>Replace</a:t>
            </a:r>
            <a:r>
              <a:rPr lang="en-GB" sz="2400" dirty="0"/>
              <a:t> button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9218" name="Picture 2" descr="C:\Users\UCCSMS1\Desktop\images\replace_menu_ite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65719"/>
            <a:ext cx="6478661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5630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Replacing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2</a:t>
            </a:r>
            <a:endParaRPr lang="en-GB" dirty="0" smtClean="0"/>
          </a:p>
          <a:p>
            <a:pPr algn="just"/>
            <a:r>
              <a:rPr lang="en-GB" sz="2400" dirty="0"/>
              <a:t>Type the text you want to replace in the "</a:t>
            </a:r>
            <a:r>
              <a:rPr lang="en-GB" sz="2400" b="1" dirty="0"/>
              <a:t>Find what</a:t>
            </a:r>
            <a:r>
              <a:rPr lang="en-GB" sz="2400" dirty="0"/>
              <a:t>:" field and the replaced text in "</a:t>
            </a:r>
            <a:r>
              <a:rPr lang="en-GB" sz="2400" b="1" dirty="0"/>
              <a:t>Replace with</a:t>
            </a:r>
            <a:r>
              <a:rPr lang="en-GB" sz="2400" dirty="0"/>
              <a:t>:" </a:t>
            </a:r>
            <a:r>
              <a:rPr lang="en-GB" sz="2400" dirty="0" smtClean="0"/>
              <a:t>field.</a:t>
            </a:r>
          </a:p>
          <a:p>
            <a:pPr algn="just"/>
            <a:endParaRPr lang="en-GB" sz="2400" dirty="0"/>
          </a:p>
        </p:txBody>
      </p:sp>
      <p:pic>
        <p:nvPicPr>
          <p:cNvPr id="10242" name="Picture 2" descr="C:\Users\UCCSMS1\Desktop\images\replace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020" y="2205038"/>
            <a:ext cx="6912768" cy="302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5829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Replacing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  <a:endParaRPr lang="en-GB" dirty="0" smtClean="0"/>
          </a:p>
          <a:p>
            <a:pPr algn="just"/>
            <a:r>
              <a:rPr lang="en-GB" sz="2400" dirty="0"/>
              <a:t>You can narrow your search by selecting "</a:t>
            </a:r>
            <a:r>
              <a:rPr lang="en-GB" sz="2400" b="1" dirty="0"/>
              <a:t>Match Case</a:t>
            </a:r>
            <a:r>
              <a:rPr lang="en-GB" sz="2400" dirty="0"/>
              <a:t>" - to find the exact case match - and "</a:t>
            </a:r>
            <a:r>
              <a:rPr lang="en-GB" sz="2400" b="1" dirty="0"/>
              <a:t>Find whole words </a:t>
            </a:r>
            <a:r>
              <a:rPr lang="en-GB" sz="2400" b="1" dirty="0" smtClean="0"/>
              <a:t>only</a:t>
            </a:r>
            <a:r>
              <a:rPr lang="en-GB" sz="2400" dirty="0" smtClean="0"/>
              <a:t>“</a:t>
            </a:r>
          </a:p>
          <a:p>
            <a:pPr algn="just"/>
            <a:endParaRPr lang="en-GB" sz="2400" dirty="0"/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4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 smtClean="0"/>
              <a:t>Press </a:t>
            </a:r>
            <a:r>
              <a:rPr lang="en-GB" sz="2400" dirty="0"/>
              <a:t>on "</a:t>
            </a:r>
            <a:r>
              <a:rPr lang="en-GB" sz="2400" b="1" dirty="0"/>
              <a:t>Find Next</a:t>
            </a:r>
            <a:r>
              <a:rPr lang="en-GB" sz="2400" dirty="0"/>
              <a:t>" to find the next occurrence of the search word. </a:t>
            </a:r>
            <a:endParaRPr lang="en-GB" sz="2400" dirty="0" smtClean="0"/>
          </a:p>
          <a:p>
            <a:pPr algn="just"/>
            <a:r>
              <a:rPr lang="en-GB" sz="2400" dirty="0" smtClean="0"/>
              <a:t>PowerPoint </a:t>
            </a:r>
            <a:r>
              <a:rPr lang="en-GB" sz="2400" dirty="0"/>
              <a:t>will show you the next occurrence and you can then click on "</a:t>
            </a:r>
            <a:r>
              <a:rPr lang="en-GB" sz="2400" b="1" dirty="0"/>
              <a:t>Replace</a:t>
            </a:r>
            <a:r>
              <a:rPr lang="en-GB" sz="2400" dirty="0"/>
              <a:t>" to replace the word. </a:t>
            </a:r>
          </a:p>
        </p:txBody>
      </p:sp>
    </p:spTree>
    <p:extLst>
      <p:ext uri="{BB962C8B-B14F-4D97-AF65-F5344CB8AC3E}">
        <p14:creationId xmlns:p14="http://schemas.microsoft.com/office/powerpoint/2010/main" val="40427195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Replacing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</a:t>
            </a:r>
            <a:r>
              <a:rPr lang="en-GB" b="1" dirty="0" smtClean="0">
                <a:solidFill>
                  <a:srgbClr val="FF0000"/>
                </a:solidFill>
              </a:rPr>
              <a:t>5</a:t>
            </a:r>
            <a:endParaRPr lang="en-GB" dirty="0" smtClean="0"/>
          </a:p>
          <a:p>
            <a:pPr algn="just"/>
            <a:r>
              <a:rPr lang="en-GB" sz="2400" dirty="0"/>
              <a:t>The </a:t>
            </a:r>
            <a:r>
              <a:rPr lang="en-GB" sz="2400" b="1" dirty="0"/>
              <a:t>Replace </a:t>
            </a:r>
            <a:r>
              <a:rPr lang="en-GB" sz="2400" dirty="0"/>
              <a:t>dialog does not disappear after finding the first instance, </a:t>
            </a:r>
            <a:endParaRPr lang="en-GB" sz="2400" dirty="0" smtClean="0"/>
          </a:p>
          <a:p>
            <a:pPr algn="just"/>
            <a:r>
              <a:rPr lang="en-GB" sz="2400" dirty="0" smtClean="0"/>
              <a:t>so </a:t>
            </a:r>
            <a:r>
              <a:rPr lang="en-GB" sz="2400" dirty="0"/>
              <a:t>you can keep pressing "</a:t>
            </a:r>
            <a:r>
              <a:rPr lang="en-GB" sz="2400" b="1" dirty="0"/>
              <a:t>Find Next</a:t>
            </a:r>
            <a:r>
              <a:rPr lang="en-GB" sz="2400" dirty="0"/>
              <a:t>" multiple times till you reach the end of the search. </a:t>
            </a:r>
            <a:endParaRPr lang="en-GB" sz="2400" dirty="0" smtClean="0"/>
          </a:p>
          <a:p>
            <a:pPr algn="just"/>
            <a:r>
              <a:rPr lang="en-GB" sz="2400" dirty="0" smtClean="0"/>
              <a:t>At </a:t>
            </a:r>
            <a:r>
              <a:rPr lang="en-GB" sz="2400" dirty="0"/>
              <a:t>this point, you will receive a message from PowerPoint indicating the end of the </a:t>
            </a:r>
            <a:r>
              <a:rPr lang="en-GB" sz="2400" dirty="0" smtClean="0"/>
              <a:t>search</a:t>
            </a:r>
            <a:r>
              <a:rPr lang="en-GB" sz="2400" dirty="0"/>
              <a:t>.</a:t>
            </a:r>
          </a:p>
        </p:txBody>
      </p:sp>
      <p:pic>
        <p:nvPicPr>
          <p:cNvPr id="11266" name="Picture 2" descr="C:\Users\UCCSMS1\Desktop\images\end_search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933056"/>
            <a:ext cx="72008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7270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Undo Edited Changes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marL="0" indent="0" algn="ctr">
              <a:buNone/>
            </a:pPr>
            <a:endParaRPr lang="en-GB" dirty="0" smtClean="0"/>
          </a:p>
          <a:p>
            <a:pPr algn="just"/>
            <a:r>
              <a:rPr lang="en-GB" sz="2400" dirty="0"/>
              <a:t>To </a:t>
            </a:r>
            <a:r>
              <a:rPr lang="en-GB" sz="2400" b="1" dirty="0"/>
              <a:t>undo</a:t>
            </a:r>
            <a:r>
              <a:rPr lang="en-GB" sz="2400" dirty="0"/>
              <a:t> the last action, click on the </a:t>
            </a:r>
            <a:r>
              <a:rPr lang="en-GB" sz="2400" b="1" dirty="0"/>
              <a:t>Undo</a:t>
            </a:r>
            <a:r>
              <a:rPr lang="en-GB" sz="2400" dirty="0"/>
              <a:t> button in the PowerPoint </a:t>
            </a:r>
            <a:r>
              <a:rPr lang="en-GB" sz="2400" b="1" dirty="0"/>
              <a:t>Quick Access bar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12290" name="Picture 2" descr="C:\Users\UCCSMS1\Desktop\images\undo_menu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060848"/>
            <a:ext cx="6336704" cy="454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390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Undo Edited Changes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algn="just"/>
            <a:r>
              <a:rPr lang="en-GB" sz="2400" dirty="0" smtClean="0"/>
              <a:t>You </a:t>
            </a:r>
            <a:r>
              <a:rPr lang="en-GB" sz="2400" dirty="0"/>
              <a:t>can keep clicking on this button repeatedly to undo the series of actions; however a more graceful way of undoing multiple </a:t>
            </a:r>
            <a:r>
              <a:rPr lang="en-GB" sz="2400" dirty="0" smtClean="0"/>
              <a:t>actions </a:t>
            </a:r>
            <a:r>
              <a:rPr lang="en-GB" sz="2400" dirty="0"/>
              <a:t>is to use the </a:t>
            </a:r>
            <a:r>
              <a:rPr lang="en-GB" sz="2400" b="1" dirty="0"/>
              <a:t>dropdown</a:t>
            </a:r>
            <a:r>
              <a:rPr lang="en-GB" sz="2400" dirty="0"/>
              <a:t> next to the undo button. </a:t>
            </a:r>
            <a:endParaRPr lang="en-GB" sz="2400" dirty="0" smtClean="0"/>
          </a:p>
          <a:p>
            <a:pPr algn="just"/>
            <a:endParaRPr lang="en-GB" sz="2400" dirty="0" smtClean="0"/>
          </a:p>
          <a:p>
            <a:pPr algn="just"/>
            <a:r>
              <a:rPr lang="en-GB" sz="2400" dirty="0"/>
              <a:t>Here you can select the list of actions you want to undo by sliding your cursor on top of the actions and click on them.</a:t>
            </a:r>
          </a:p>
        </p:txBody>
      </p:sp>
      <p:pic>
        <p:nvPicPr>
          <p:cNvPr id="13314" name="Picture 2" descr="C:\Users\UCCSMS1\Desktop\images\undo_drop_dow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96952"/>
            <a:ext cx="7056784" cy="382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2120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>Redo </a:t>
            </a:r>
            <a:r>
              <a:rPr lang="en-GB" dirty="0"/>
              <a:t>Edited Changes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algn="just"/>
            <a:r>
              <a:rPr lang="en-GB" sz="2400" b="1" dirty="0"/>
              <a:t>Redo</a:t>
            </a:r>
            <a:r>
              <a:rPr lang="en-GB" sz="2400" dirty="0"/>
              <a:t> is an option available only after you have undone at least one action. </a:t>
            </a:r>
            <a:endParaRPr lang="en-GB" sz="2400" dirty="0" smtClean="0"/>
          </a:p>
          <a:p>
            <a:pPr algn="just"/>
            <a:r>
              <a:rPr lang="en-GB" sz="2400" dirty="0" smtClean="0"/>
              <a:t>The </a:t>
            </a:r>
            <a:r>
              <a:rPr lang="en-GB" sz="2400" dirty="0"/>
              <a:t>redo follows the same logic as the undo option, except in the reverse order. </a:t>
            </a:r>
          </a:p>
        </p:txBody>
      </p:sp>
      <p:pic>
        <p:nvPicPr>
          <p:cNvPr id="14338" name="Picture 2" descr="C:\Users\UCCSMS1\Desktop\images\redo_menu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348880"/>
            <a:ext cx="5976664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83460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Spelling Check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algn="just"/>
            <a:r>
              <a:rPr lang="en-GB" sz="2400" dirty="0"/>
              <a:t>To use this feature, you need to first set the </a:t>
            </a:r>
            <a:r>
              <a:rPr lang="en-GB" sz="2400" b="1" dirty="0"/>
              <a:t>Proofing language </a:t>
            </a:r>
            <a:r>
              <a:rPr lang="en-GB" sz="2400" dirty="0"/>
              <a:t>from the </a:t>
            </a:r>
            <a:r>
              <a:rPr lang="en-GB" sz="2400" b="1" dirty="0"/>
              <a:t>Language</a:t>
            </a:r>
            <a:r>
              <a:rPr lang="en-GB" sz="2400" dirty="0"/>
              <a:t> section under the </a:t>
            </a:r>
            <a:r>
              <a:rPr lang="en-GB" sz="2400" b="1" dirty="0"/>
              <a:t>Review</a:t>
            </a:r>
            <a:r>
              <a:rPr lang="en-GB" sz="2400" dirty="0"/>
              <a:t> ribbon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15362" name="Picture 2" descr="C:\Users\UCCSMS1\Desktop\images\language_proofing_sett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00966"/>
            <a:ext cx="5808666" cy="495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4979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Spelling Check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algn="just"/>
            <a:r>
              <a:rPr lang="en-GB" sz="2400" dirty="0"/>
              <a:t>In the </a:t>
            </a:r>
            <a:r>
              <a:rPr lang="en-GB" sz="2400" b="1" dirty="0"/>
              <a:t>Language dialog</a:t>
            </a:r>
            <a:r>
              <a:rPr lang="en-GB" sz="2400" dirty="0"/>
              <a:t>, you can select the language you want to use for your </a:t>
            </a:r>
            <a:r>
              <a:rPr lang="en-GB" sz="2400" dirty="0" smtClean="0"/>
              <a:t>presentation.</a:t>
            </a:r>
          </a:p>
          <a:p>
            <a:pPr algn="just"/>
            <a:r>
              <a:rPr lang="en-GB" sz="2400" dirty="0"/>
              <a:t>If you want to use the selected language for the entire presentation you should click default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16386" name="Picture 2" descr="C:\Users\UCCSMS1\Desktop\images\proofing_language_sele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8064896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1611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Spelling Check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algn="just"/>
            <a:r>
              <a:rPr lang="en-GB" sz="2400" dirty="0"/>
              <a:t>Once the </a:t>
            </a:r>
            <a:r>
              <a:rPr lang="en-GB" sz="2400" b="1" dirty="0"/>
              <a:t>proofing</a:t>
            </a:r>
            <a:r>
              <a:rPr lang="en-GB" sz="2400" dirty="0"/>
              <a:t> language is set you can see it at the </a:t>
            </a:r>
            <a:r>
              <a:rPr lang="en-GB" sz="2400" b="1" dirty="0"/>
              <a:t>bottom</a:t>
            </a:r>
            <a:r>
              <a:rPr lang="en-GB" sz="2400" dirty="0"/>
              <a:t> of the PowerPoint window. </a:t>
            </a:r>
            <a:endParaRPr lang="en-GB" sz="2400" dirty="0" smtClean="0"/>
          </a:p>
          <a:p>
            <a:pPr algn="just"/>
            <a:r>
              <a:rPr lang="en-GB" sz="2400" dirty="0" smtClean="0"/>
              <a:t>If </a:t>
            </a:r>
            <a:r>
              <a:rPr lang="en-GB" sz="2400" dirty="0"/>
              <a:t>there are </a:t>
            </a:r>
            <a:r>
              <a:rPr lang="en-GB" sz="2400" b="1" dirty="0"/>
              <a:t>proofing errors </a:t>
            </a:r>
            <a:r>
              <a:rPr lang="en-GB" sz="2400" dirty="0"/>
              <a:t>in the presentation, you will also see an </a:t>
            </a:r>
            <a:r>
              <a:rPr lang="en-GB" sz="2400" b="1" dirty="0"/>
              <a:t>icon</a:t>
            </a:r>
            <a:r>
              <a:rPr lang="en-GB" sz="2400" dirty="0"/>
              <a:t> </a:t>
            </a:r>
            <a:r>
              <a:rPr lang="en-GB" sz="2400" b="1" dirty="0"/>
              <a:t>of a book </a:t>
            </a:r>
            <a:r>
              <a:rPr lang="en-GB" sz="2400" dirty="0"/>
              <a:t>with a </a:t>
            </a:r>
            <a:r>
              <a:rPr lang="en-GB" sz="2400" b="1" dirty="0"/>
              <a:t>red cross on top </a:t>
            </a:r>
            <a:r>
              <a:rPr lang="en-GB" sz="2400" dirty="0"/>
              <a:t>of </a:t>
            </a:r>
            <a:r>
              <a:rPr lang="en-GB" sz="2400" dirty="0" smtClean="0"/>
              <a:t>it.</a:t>
            </a:r>
          </a:p>
          <a:p>
            <a:pPr algn="just"/>
            <a:endParaRPr lang="en-GB" sz="2400" dirty="0"/>
          </a:p>
        </p:txBody>
      </p:sp>
      <p:pic>
        <p:nvPicPr>
          <p:cNvPr id="17410" name="Picture 2" descr="C:\Users\UCCSMS1\Desktop\images\error_indic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100" y="2276872"/>
            <a:ext cx="5314950" cy="4215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89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Spelling Check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algn="just"/>
            <a:r>
              <a:rPr lang="en-GB" sz="2400" dirty="0"/>
              <a:t>You can review the </a:t>
            </a:r>
            <a:r>
              <a:rPr lang="en-GB" sz="2400" b="1" dirty="0"/>
              <a:t>errors</a:t>
            </a:r>
            <a:r>
              <a:rPr lang="en-GB" sz="2400" dirty="0"/>
              <a:t> in the presentation by clicking on the </a:t>
            </a:r>
            <a:r>
              <a:rPr lang="en-GB" sz="2400" b="1" dirty="0"/>
              <a:t>red cross at the bottom</a:t>
            </a:r>
            <a:r>
              <a:rPr lang="en-GB" sz="2400" dirty="0"/>
              <a:t> of the window or </a:t>
            </a:r>
            <a:endParaRPr lang="en-GB" sz="2400" dirty="0" smtClean="0"/>
          </a:p>
          <a:p>
            <a:pPr algn="just"/>
            <a:r>
              <a:rPr lang="en-GB" sz="2400" dirty="0" smtClean="0"/>
              <a:t>by </a:t>
            </a:r>
            <a:r>
              <a:rPr lang="en-GB" sz="2400" dirty="0"/>
              <a:t>clicking on "</a:t>
            </a:r>
            <a:r>
              <a:rPr lang="en-GB" sz="2400" b="1" dirty="0"/>
              <a:t>Spelling</a:t>
            </a:r>
            <a:r>
              <a:rPr lang="en-GB" sz="2400" dirty="0"/>
              <a:t>" under the </a:t>
            </a:r>
            <a:r>
              <a:rPr lang="en-GB" sz="2400" b="1" dirty="0"/>
              <a:t>Proofing</a:t>
            </a:r>
            <a:r>
              <a:rPr lang="en-GB" sz="2400" dirty="0"/>
              <a:t> section in the </a:t>
            </a:r>
            <a:r>
              <a:rPr lang="en-GB" sz="2400" b="1" dirty="0"/>
              <a:t>Review </a:t>
            </a:r>
            <a:r>
              <a:rPr lang="en-GB" sz="2400" dirty="0" smtClean="0"/>
              <a:t>ribbon.</a:t>
            </a:r>
          </a:p>
          <a:p>
            <a:pPr algn="just"/>
            <a:endParaRPr lang="en-GB" sz="2400" dirty="0"/>
          </a:p>
        </p:txBody>
      </p:sp>
      <p:pic>
        <p:nvPicPr>
          <p:cNvPr id="18434" name="Picture 2" descr="C:\Users\UCCSMS1\Desktop\images\accessing_spelling_erro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060848"/>
            <a:ext cx="6048672" cy="455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9542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Spelling Check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6120680"/>
          </a:xfrm>
        </p:spPr>
        <p:txBody>
          <a:bodyPr/>
          <a:lstStyle/>
          <a:p>
            <a:pPr algn="just"/>
            <a:r>
              <a:rPr lang="en-GB" sz="2400" dirty="0"/>
              <a:t>From the </a:t>
            </a:r>
            <a:r>
              <a:rPr lang="en-GB" sz="2400" b="1" dirty="0"/>
              <a:t>Spelling dialog</a:t>
            </a:r>
            <a:r>
              <a:rPr lang="en-GB" sz="2400" dirty="0"/>
              <a:t>, you can take the necessary actions to </a:t>
            </a:r>
            <a:r>
              <a:rPr lang="en-GB" sz="2400" b="1" dirty="0"/>
              <a:t>ignore</a:t>
            </a:r>
            <a:r>
              <a:rPr lang="en-GB" sz="2400" dirty="0"/>
              <a:t>, </a:t>
            </a:r>
            <a:r>
              <a:rPr lang="en-GB" sz="2400" b="1" dirty="0"/>
              <a:t>correct or edit the errors </a:t>
            </a:r>
            <a:r>
              <a:rPr lang="en-GB" sz="2400" dirty="0"/>
              <a:t>in the presentation. </a:t>
            </a:r>
            <a:endParaRPr lang="en-GB" sz="2400" dirty="0" smtClean="0"/>
          </a:p>
          <a:p>
            <a:pPr algn="just"/>
            <a:r>
              <a:rPr lang="en-GB" sz="2400" dirty="0" smtClean="0"/>
              <a:t>The </a:t>
            </a:r>
            <a:r>
              <a:rPr lang="en-GB" sz="2400" dirty="0"/>
              <a:t>table below describes the various options you have in the Spelling dialog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19458" name="Picture 2" descr="C:\Users\UCCSMS1\Desktop\images\spelling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24113"/>
            <a:ext cx="8208912" cy="388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9457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Spelling Check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208912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25613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Spelling Check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712968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20093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Content Translation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algn="just"/>
            <a:r>
              <a:rPr lang="en-GB" sz="2000" b="1" dirty="0"/>
              <a:t>This </a:t>
            </a:r>
            <a:r>
              <a:rPr lang="en-GB" sz="2000" b="1" dirty="0" smtClean="0"/>
              <a:t>feature in PowerPoint </a:t>
            </a:r>
            <a:r>
              <a:rPr lang="en-GB" sz="2000" b="1" dirty="0"/>
              <a:t>allows you to select content and have it translated into a different language. </a:t>
            </a:r>
            <a:endParaRPr lang="en-GB" sz="2000" b="1" dirty="0" smtClean="0"/>
          </a:p>
          <a:p>
            <a:pPr algn="just"/>
            <a:endParaRPr lang="en-GB" sz="2000" b="1" dirty="0"/>
          </a:p>
          <a:p>
            <a:pPr marL="0" indent="0" algn="ctr">
              <a:buNone/>
            </a:pPr>
            <a:r>
              <a:rPr lang="en-GB" sz="2000" b="1" dirty="0">
                <a:solidFill>
                  <a:srgbClr val="FF0000"/>
                </a:solidFill>
              </a:rPr>
              <a:t>Step 1</a:t>
            </a:r>
            <a:r>
              <a:rPr lang="en-GB" sz="2000" dirty="0"/>
              <a:t> </a:t>
            </a:r>
            <a:endParaRPr lang="en-GB" sz="2000" dirty="0" smtClean="0"/>
          </a:p>
          <a:p>
            <a:pPr algn="just"/>
            <a:r>
              <a:rPr lang="en-GB" sz="2000" dirty="0" smtClean="0"/>
              <a:t>Select </a:t>
            </a:r>
            <a:r>
              <a:rPr lang="en-GB" sz="2000" dirty="0"/>
              <a:t>the text to be translated and click on </a:t>
            </a:r>
            <a:r>
              <a:rPr lang="en-GB" sz="2000" b="1" dirty="0"/>
              <a:t>Translate</a:t>
            </a:r>
            <a:r>
              <a:rPr lang="en-GB" sz="2000" dirty="0"/>
              <a:t> - Translate Selected Text under the Language section of the Review ribbon.</a:t>
            </a:r>
          </a:p>
          <a:p>
            <a:pPr algn="just"/>
            <a:endParaRPr lang="en-GB" dirty="0"/>
          </a:p>
        </p:txBody>
      </p:sp>
      <p:pic>
        <p:nvPicPr>
          <p:cNvPr id="22530" name="Picture 2" descr="C:\Users\UCCSMS1\Desktop\images\translate_menu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24944"/>
            <a:ext cx="5184576" cy="393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5767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Content Translation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marL="0" indent="0" algn="ctr">
              <a:buNone/>
            </a:pPr>
            <a:r>
              <a:rPr lang="en-GB" sz="2000" b="1" dirty="0" smtClean="0">
                <a:solidFill>
                  <a:srgbClr val="FF0000"/>
                </a:solidFill>
              </a:rPr>
              <a:t>Step 2</a:t>
            </a:r>
            <a:r>
              <a:rPr lang="en-GB" sz="2000" dirty="0" smtClean="0"/>
              <a:t> </a:t>
            </a:r>
          </a:p>
          <a:p>
            <a:pPr algn="just"/>
            <a:r>
              <a:rPr lang="en-GB" sz="2400" dirty="0"/>
              <a:t>In the research sidebar, the "</a:t>
            </a:r>
            <a:r>
              <a:rPr lang="en-GB" sz="2400" b="1" dirty="0"/>
              <a:t>From</a:t>
            </a:r>
            <a:r>
              <a:rPr lang="en-GB" sz="2400" dirty="0"/>
              <a:t>" language is set to default language settings for the content. </a:t>
            </a:r>
            <a:endParaRPr lang="en-GB" sz="2400" dirty="0" smtClean="0"/>
          </a:p>
          <a:p>
            <a:pPr algn="just"/>
            <a:r>
              <a:rPr lang="en-GB" sz="2400" dirty="0" smtClean="0"/>
              <a:t>The </a:t>
            </a:r>
            <a:r>
              <a:rPr lang="en-GB" sz="2400" dirty="0"/>
              <a:t>"</a:t>
            </a:r>
            <a:r>
              <a:rPr lang="en-GB" sz="2400" b="1" dirty="0"/>
              <a:t>To</a:t>
            </a:r>
            <a:r>
              <a:rPr lang="en-GB" sz="2400" dirty="0"/>
              <a:t>" language is set to the alphabetically first language supported by </a:t>
            </a:r>
            <a:r>
              <a:rPr lang="en-GB" sz="2400" dirty="0" smtClean="0"/>
              <a:t>PowerPoint.</a:t>
            </a:r>
            <a:endParaRPr lang="en-GB" sz="2400" dirty="0"/>
          </a:p>
          <a:p>
            <a:pPr algn="just"/>
            <a:endParaRPr lang="en-GB" sz="2400" dirty="0"/>
          </a:p>
        </p:txBody>
      </p:sp>
      <p:pic>
        <p:nvPicPr>
          <p:cNvPr id="23554" name="Picture 2" descr="C:\Users\UCCSMS1\Desktop\images\translate_language_op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708920"/>
            <a:ext cx="5904655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3853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Content Translation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marL="0" indent="0" algn="ctr">
              <a:buNone/>
            </a:pPr>
            <a:r>
              <a:rPr lang="en-GB" sz="2000" b="1" dirty="0" smtClean="0">
                <a:solidFill>
                  <a:srgbClr val="FF0000"/>
                </a:solidFill>
              </a:rPr>
              <a:t>Step 3</a:t>
            </a:r>
            <a:r>
              <a:rPr lang="en-GB" sz="2000" dirty="0" smtClean="0"/>
              <a:t> </a:t>
            </a:r>
          </a:p>
          <a:p>
            <a:pPr algn="just"/>
            <a:r>
              <a:rPr lang="en-GB" sz="2800" dirty="0"/>
              <a:t>From the "</a:t>
            </a:r>
            <a:r>
              <a:rPr lang="en-GB" sz="2800" b="1" dirty="0"/>
              <a:t>To</a:t>
            </a:r>
            <a:r>
              <a:rPr lang="en-GB" sz="2800" dirty="0"/>
              <a:t>" language dropdown, select the language you want the selected portion of text translated into.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on </a:t>
            </a:r>
            <a:r>
              <a:rPr lang="en-GB" sz="2800" b="1" dirty="0"/>
              <a:t>Insert</a:t>
            </a:r>
            <a:r>
              <a:rPr lang="en-GB" sz="2800" dirty="0"/>
              <a:t> to replace the selected text from the default language to the new translated text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/>
              <a:t>NOTE</a:t>
            </a:r>
            <a:r>
              <a:rPr lang="en-GB" sz="2800" dirty="0" smtClean="0"/>
              <a:t>: Your PC should be connected to </a:t>
            </a:r>
            <a:r>
              <a:rPr lang="en-GB" sz="2800" smtClean="0"/>
              <a:t>the </a:t>
            </a:r>
            <a:r>
              <a:rPr lang="en-GB" sz="2800" smtClean="0"/>
              <a:t>internet</a:t>
            </a:r>
            <a:r>
              <a:rPr lang="en-GB" sz="2800" smtClean="0"/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319301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Content Translation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marL="0" indent="0" algn="ctr">
              <a:buNone/>
            </a:pPr>
            <a:r>
              <a:rPr lang="en-GB" sz="2000" b="1" dirty="0" smtClean="0">
                <a:solidFill>
                  <a:srgbClr val="FF0000"/>
                </a:solidFill>
              </a:rPr>
              <a:t>Step 4</a:t>
            </a:r>
            <a:r>
              <a:rPr lang="en-GB" sz="2000" dirty="0" smtClean="0"/>
              <a:t> </a:t>
            </a:r>
          </a:p>
          <a:p>
            <a:pPr algn="just"/>
            <a:r>
              <a:rPr lang="en-GB" sz="2800" dirty="0"/>
              <a:t>Notice that if you replace the portion of text using translation, the default language for the replaced text also changes </a:t>
            </a:r>
            <a:r>
              <a:rPr lang="en-GB" sz="2800" dirty="0" smtClean="0"/>
              <a:t>automatically.</a:t>
            </a:r>
          </a:p>
          <a:p>
            <a:pPr algn="just"/>
            <a:endParaRPr lang="en-GB" sz="2800" dirty="0"/>
          </a:p>
          <a:p>
            <a:pPr algn="just"/>
            <a:endParaRPr lang="en-GB" sz="2400" dirty="0"/>
          </a:p>
        </p:txBody>
      </p:sp>
      <p:pic>
        <p:nvPicPr>
          <p:cNvPr id="24578" name="Picture 2" descr="C:\Users\UCCSMS1\Desktop\images\translated_text_replac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08920"/>
            <a:ext cx="6192688" cy="389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3327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Special Characters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1</a:t>
            </a:r>
            <a:endParaRPr lang="en-GB" sz="2400" dirty="0" smtClean="0"/>
          </a:p>
          <a:p>
            <a:pPr algn="just"/>
            <a:r>
              <a:rPr lang="en-GB" sz="2800" dirty="0"/>
              <a:t> In the </a:t>
            </a:r>
            <a:r>
              <a:rPr lang="en-GB" sz="2800" b="1" dirty="0"/>
              <a:t>Insert </a:t>
            </a:r>
            <a:r>
              <a:rPr lang="en-GB" sz="2800" dirty="0"/>
              <a:t>Tab, under the </a:t>
            </a:r>
            <a:r>
              <a:rPr lang="en-GB" sz="2800" b="1" dirty="0"/>
              <a:t>Symbols group</a:t>
            </a:r>
            <a:r>
              <a:rPr lang="en-GB" sz="2800" dirty="0"/>
              <a:t>, click on the </a:t>
            </a:r>
            <a:r>
              <a:rPr lang="en-GB" sz="2800" b="1" dirty="0"/>
              <a:t>Symbol</a:t>
            </a:r>
            <a:r>
              <a:rPr lang="en-GB" sz="2800" dirty="0"/>
              <a:t> </a:t>
            </a:r>
            <a:r>
              <a:rPr lang="en-GB" sz="2800" dirty="0" smtClean="0"/>
              <a:t>command.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400" dirty="0"/>
          </a:p>
        </p:txBody>
      </p:sp>
      <p:pic>
        <p:nvPicPr>
          <p:cNvPr id="25602" name="Picture 2" descr="C:\Users\UCCSMS1\Desktop\images\symbol_menu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2204864"/>
            <a:ext cx="640871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4202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Special Characters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2</a:t>
            </a:r>
            <a:endParaRPr lang="en-GB" sz="2400" dirty="0" smtClean="0"/>
          </a:p>
          <a:p>
            <a:pPr algn="just"/>
            <a:r>
              <a:rPr lang="en-GB" sz="2800" dirty="0"/>
              <a:t>In the </a:t>
            </a:r>
            <a:r>
              <a:rPr lang="en-GB" sz="2800" b="1" dirty="0"/>
              <a:t>Symbol dialog</a:t>
            </a:r>
            <a:r>
              <a:rPr lang="en-GB" sz="2800" dirty="0"/>
              <a:t>, select one of the special characters you want to insert in the </a:t>
            </a:r>
            <a:r>
              <a:rPr lang="en-GB" sz="2800" dirty="0" smtClean="0"/>
              <a:t>presentation.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400" dirty="0"/>
          </a:p>
        </p:txBody>
      </p:sp>
      <p:pic>
        <p:nvPicPr>
          <p:cNvPr id="26626" name="Picture 2" descr="C:\Users\UCCSMS1\Desktop\images\symbol_insert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8880"/>
            <a:ext cx="7056784" cy="403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0687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Special Characters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3</a:t>
            </a:r>
            <a:endParaRPr lang="en-GB" sz="2400" dirty="0" smtClean="0"/>
          </a:p>
          <a:p>
            <a:pPr algn="just"/>
            <a:r>
              <a:rPr lang="en-GB" sz="2800" dirty="0"/>
              <a:t> If you cannot find the character you are looking for, you can change the </a:t>
            </a:r>
            <a:r>
              <a:rPr lang="en-GB" sz="2800" b="1" dirty="0"/>
              <a:t>font subset </a:t>
            </a:r>
            <a:r>
              <a:rPr lang="en-GB" sz="2800" dirty="0"/>
              <a:t>from the dropdown and look at a new set of </a:t>
            </a:r>
            <a:r>
              <a:rPr lang="en-GB" sz="2800" dirty="0" smtClean="0"/>
              <a:t>characters.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400" dirty="0"/>
          </a:p>
        </p:txBody>
      </p:sp>
      <p:pic>
        <p:nvPicPr>
          <p:cNvPr id="27650" name="Picture 2" descr="C:\Users\UCCSMS1\Desktop\images\choosing_special_characte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2564904"/>
            <a:ext cx="6408712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2847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Special Characters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Step 4</a:t>
            </a:r>
            <a:endParaRPr lang="en-GB" sz="2400" dirty="0" smtClean="0"/>
          </a:p>
          <a:p>
            <a:pPr algn="just"/>
            <a:r>
              <a:rPr lang="en-GB" sz="2800" dirty="0"/>
              <a:t>If you know the </a:t>
            </a:r>
            <a:r>
              <a:rPr lang="en-GB" sz="2800" b="1" dirty="0"/>
              <a:t>character code </a:t>
            </a:r>
            <a:r>
              <a:rPr lang="en-GB" sz="2800" dirty="0"/>
              <a:t>of the symbol, you can enter it in the </a:t>
            </a:r>
            <a:r>
              <a:rPr lang="en-GB" sz="2800" b="1" dirty="0"/>
              <a:t>Character Code field </a:t>
            </a:r>
            <a:r>
              <a:rPr lang="en-GB" sz="2800" dirty="0"/>
              <a:t>and search for it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5 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 smtClean="0"/>
              <a:t>To </a:t>
            </a:r>
            <a:r>
              <a:rPr lang="en-GB" sz="2800" dirty="0"/>
              <a:t>insert a character, you can either </a:t>
            </a:r>
            <a:r>
              <a:rPr lang="en-GB" sz="2800" b="1" dirty="0"/>
              <a:t>double-click on it </a:t>
            </a:r>
            <a:r>
              <a:rPr lang="en-GB" sz="2800" dirty="0"/>
              <a:t>in the </a:t>
            </a:r>
            <a:r>
              <a:rPr lang="en-GB" sz="2800" b="1" dirty="0"/>
              <a:t>Symbol dialog</a:t>
            </a:r>
            <a:r>
              <a:rPr lang="en-GB" sz="2800" dirty="0"/>
              <a:t> or,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b="1" dirty="0"/>
              <a:t>S</a:t>
            </a:r>
            <a:r>
              <a:rPr lang="en-GB" sz="2800" b="1" dirty="0" smtClean="0"/>
              <a:t>elect </a:t>
            </a:r>
            <a:r>
              <a:rPr lang="en-GB" sz="2800" b="1" dirty="0"/>
              <a:t>it </a:t>
            </a:r>
            <a:r>
              <a:rPr lang="en-GB" sz="2800" dirty="0"/>
              <a:t>and press the </a:t>
            </a:r>
            <a:r>
              <a:rPr lang="en-GB" sz="2800" b="1" dirty="0"/>
              <a:t>Insert</a:t>
            </a:r>
            <a:r>
              <a:rPr lang="en-GB" sz="2800" dirty="0"/>
              <a:t> button.</a:t>
            </a:r>
          </a:p>
          <a:p>
            <a:pPr algn="just"/>
            <a:endParaRPr lang="en-GB" sz="2800" dirty="0"/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61257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Special Characters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Step 6  </a:t>
            </a:r>
          </a:p>
          <a:p>
            <a:pPr algn="just"/>
            <a:r>
              <a:rPr lang="en-GB" sz="2800" dirty="0"/>
              <a:t>Once you are done, you can click Close to close the dialog.</a:t>
            </a:r>
          </a:p>
          <a:p>
            <a:pPr algn="just"/>
            <a:endParaRPr lang="en-GB" sz="2400" dirty="0"/>
          </a:p>
        </p:txBody>
      </p:sp>
      <p:pic>
        <p:nvPicPr>
          <p:cNvPr id="28674" name="Picture 2" descr="C:\Users\UCCSMS1\Desktop\images\inserted_special_characte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3" y="764704"/>
            <a:ext cx="6840760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0042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Slides Zoom In-Out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algn="just"/>
            <a:r>
              <a:rPr lang="en-GB" sz="2800" dirty="0"/>
              <a:t>PowerPoint allows users to zoom in and zoom out of the slides to help focus on specific sections or look at the entire slide as a whole.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 The minimum zoom supported by PowerPoint is </a:t>
            </a:r>
            <a:r>
              <a:rPr lang="en-GB" sz="2800" b="1" dirty="0">
                <a:solidFill>
                  <a:srgbClr val="FF0000"/>
                </a:solidFill>
              </a:rPr>
              <a:t>10%</a:t>
            </a:r>
            <a:r>
              <a:rPr lang="en-GB" sz="2800" dirty="0"/>
              <a:t> and the maximum is </a:t>
            </a:r>
            <a:r>
              <a:rPr lang="en-GB" sz="2800" b="1" dirty="0">
                <a:solidFill>
                  <a:srgbClr val="FF0000"/>
                </a:solidFill>
              </a:rPr>
              <a:t>400%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zoom bar is located in </a:t>
            </a:r>
            <a:r>
              <a:rPr lang="en-GB" sz="2800" dirty="0">
                <a:solidFill>
                  <a:srgbClr val="FF0000"/>
                </a:solidFill>
              </a:rPr>
              <a:t>the </a:t>
            </a:r>
            <a:r>
              <a:rPr lang="en-GB" sz="2800" b="1" dirty="0">
                <a:solidFill>
                  <a:srgbClr val="FF0000"/>
                </a:solidFill>
              </a:rPr>
              <a:t>bottom right corner </a:t>
            </a:r>
            <a:r>
              <a:rPr lang="en-GB" sz="2800" dirty="0"/>
              <a:t>of the PowerPoint window.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279426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Slides Zoom In-Out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endParaRPr lang="en-GB" sz="2400" dirty="0"/>
          </a:p>
        </p:txBody>
      </p:sp>
      <p:pic>
        <p:nvPicPr>
          <p:cNvPr id="29698" name="Picture 2" descr="C:\Users\UCCSMS1\Desktop\images\changing_zoom_ba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47738"/>
            <a:ext cx="7632848" cy="528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4377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Slides Zoom In-Out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algn="just"/>
            <a:r>
              <a:rPr lang="en-GB" sz="2400" dirty="0"/>
              <a:t>To change the </a:t>
            </a:r>
            <a:r>
              <a:rPr lang="en-GB" sz="2400" b="1" dirty="0"/>
              <a:t>zoom settings </a:t>
            </a:r>
            <a:r>
              <a:rPr lang="en-GB" sz="2400" dirty="0"/>
              <a:t>from the zoom bar, you can </a:t>
            </a:r>
            <a:endParaRPr lang="en-GB" sz="2400" dirty="0" smtClean="0"/>
          </a:p>
          <a:p>
            <a:pPr algn="just"/>
            <a:r>
              <a:rPr lang="en-GB" sz="2400" dirty="0"/>
              <a:t>C</a:t>
            </a:r>
            <a:r>
              <a:rPr lang="en-GB" sz="2400" dirty="0" smtClean="0"/>
              <a:t>lick </a:t>
            </a:r>
            <a:r>
              <a:rPr lang="en-GB" sz="2400" dirty="0"/>
              <a:t>on the </a:t>
            </a:r>
            <a:r>
              <a:rPr lang="en-GB" sz="2400" b="1" dirty="0"/>
              <a:t>marker and drag it</a:t>
            </a:r>
            <a:r>
              <a:rPr lang="en-GB" sz="2400" dirty="0"/>
              <a:t>. </a:t>
            </a:r>
            <a:endParaRPr lang="en-GB" sz="2400" dirty="0" smtClean="0"/>
          </a:p>
          <a:p>
            <a:pPr algn="just"/>
            <a:endParaRPr lang="en-GB" sz="2400" dirty="0"/>
          </a:p>
          <a:p>
            <a:pPr algn="just"/>
            <a:r>
              <a:rPr lang="en-GB" sz="2400" dirty="0" smtClean="0"/>
              <a:t>Dragging </a:t>
            </a:r>
            <a:r>
              <a:rPr lang="en-GB" sz="2400" dirty="0"/>
              <a:t>to the </a:t>
            </a:r>
            <a:r>
              <a:rPr lang="en-GB" sz="2400" b="1" dirty="0"/>
              <a:t>left will zoom out </a:t>
            </a:r>
            <a:r>
              <a:rPr lang="en-GB" sz="2400" dirty="0"/>
              <a:t>and to the </a:t>
            </a:r>
            <a:r>
              <a:rPr lang="en-GB" sz="2400" b="1" dirty="0"/>
              <a:t>right will zoom in</a:t>
            </a:r>
            <a:r>
              <a:rPr lang="en-GB" sz="2400" dirty="0"/>
              <a:t>.</a:t>
            </a:r>
            <a:endParaRPr lang="en-GB" sz="2400" dirty="0" smtClean="0"/>
          </a:p>
          <a:p>
            <a:pPr algn="just"/>
            <a:endParaRPr lang="en-GB" sz="24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endParaRPr lang="en-GB" sz="2400" dirty="0"/>
          </a:p>
        </p:txBody>
      </p:sp>
      <p:pic>
        <p:nvPicPr>
          <p:cNvPr id="30722" name="Picture 2" descr="C:\Users\UCCSMS1\Desktop\images\zoom_marker_perc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636912"/>
            <a:ext cx="6984776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5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Slides Zoom In-Out in </a:t>
            </a:r>
            <a:r>
              <a:rPr lang="en-GB" dirty="0" smtClean="0"/>
              <a:t>PowerPoint </a:t>
            </a:r>
            <a:r>
              <a:rPr lang="en-GB" dirty="0"/>
              <a:t>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92696"/>
            <a:ext cx="8839200" cy="5976664"/>
          </a:xfrm>
        </p:spPr>
        <p:txBody>
          <a:bodyPr/>
          <a:lstStyle/>
          <a:p>
            <a:pPr algn="just"/>
            <a:r>
              <a:rPr lang="en-GB" sz="2400" dirty="0"/>
              <a:t>Alternately, you can click on the </a:t>
            </a:r>
            <a:r>
              <a:rPr lang="en-GB" sz="2400" b="1" dirty="0"/>
              <a:t>zoom </a:t>
            </a:r>
            <a:r>
              <a:rPr lang="en-GB" sz="2400" b="1" dirty="0" err="1"/>
              <a:t>percent</a:t>
            </a:r>
            <a:r>
              <a:rPr lang="en-GB" sz="2400" b="1" dirty="0"/>
              <a:t> </a:t>
            </a:r>
            <a:r>
              <a:rPr lang="en-GB" sz="2400" dirty="0"/>
              <a:t>to open the </a:t>
            </a:r>
            <a:r>
              <a:rPr lang="en-GB" sz="2400" b="1" dirty="0"/>
              <a:t>zoom dialog</a:t>
            </a:r>
            <a:r>
              <a:rPr lang="en-GB" sz="2400" dirty="0"/>
              <a:t>. </a:t>
            </a:r>
            <a:endParaRPr lang="en-GB" sz="2400" dirty="0" smtClean="0"/>
          </a:p>
          <a:p>
            <a:pPr algn="just"/>
            <a:r>
              <a:rPr lang="en-GB" sz="2400" dirty="0" smtClean="0"/>
              <a:t>Here </a:t>
            </a:r>
            <a:r>
              <a:rPr lang="en-GB" sz="2400" dirty="0"/>
              <a:t>you have the option to </a:t>
            </a:r>
            <a:r>
              <a:rPr lang="en-GB" sz="2400" b="1" dirty="0"/>
              <a:t>auto-fit</a:t>
            </a:r>
            <a:r>
              <a:rPr lang="en-GB" sz="2400" dirty="0"/>
              <a:t> the slide in the screen, or choose from </a:t>
            </a:r>
            <a:r>
              <a:rPr lang="en-GB" sz="2400" b="1" dirty="0"/>
              <a:t>six pre-defined zoom settings</a:t>
            </a:r>
            <a:r>
              <a:rPr lang="en-GB" sz="2400" dirty="0"/>
              <a:t>, or define your own zoom setting.</a:t>
            </a:r>
            <a:endParaRPr lang="en-GB" sz="2800" dirty="0"/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endParaRPr lang="en-GB" sz="2400" dirty="0"/>
          </a:p>
        </p:txBody>
      </p:sp>
      <p:pic>
        <p:nvPicPr>
          <p:cNvPr id="31746" name="Picture 2" descr="C:\Users\UCCSMS1\Desktop\images\zoom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994" y="2636912"/>
            <a:ext cx="6178374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3553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6786</TotalTime>
  <Words>1433</Words>
  <Application>Microsoft Office PowerPoint</Application>
  <PresentationFormat>On-screen Show (4:3)</PresentationFormat>
  <Paragraphs>221</Paragraphs>
  <Slides>43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Objectives Overview</vt:lpstr>
      <vt:lpstr>Copy and Paste Content in PowerPoint 2010</vt:lpstr>
      <vt:lpstr>Cut Option</vt:lpstr>
      <vt:lpstr>Cut Option</vt:lpstr>
      <vt:lpstr>Copy Option</vt:lpstr>
      <vt:lpstr>Paste Option</vt:lpstr>
      <vt:lpstr>Paste Option</vt:lpstr>
      <vt:lpstr>Paste Option</vt:lpstr>
      <vt:lpstr>Finding Content</vt:lpstr>
      <vt:lpstr>Finding Content</vt:lpstr>
      <vt:lpstr>Finding Content</vt:lpstr>
      <vt:lpstr>Finding Content</vt:lpstr>
      <vt:lpstr>Replacing Content</vt:lpstr>
      <vt:lpstr>Replacing Content</vt:lpstr>
      <vt:lpstr>Replacing Content</vt:lpstr>
      <vt:lpstr>Replacing Content</vt:lpstr>
      <vt:lpstr>Undo Edited Changes in PowerPoint 2010</vt:lpstr>
      <vt:lpstr>Undo Edited Changes in PowerPoint 2010</vt:lpstr>
      <vt:lpstr>Redo Edited Changes in PowerPoint 2010</vt:lpstr>
      <vt:lpstr>Spelling Check in PowerPoint 2010</vt:lpstr>
      <vt:lpstr>Spelling Check in PowerPoint 2010</vt:lpstr>
      <vt:lpstr>Spelling Check in PowerPoint 2010</vt:lpstr>
      <vt:lpstr>Spelling Check in PowerPoint 2010</vt:lpstr>
      <vt:lpstr>Spelling Check in PowerPoint 2010</vt:lpstr>
      <vt:lpstr>Spelling Check in PowerPoint 2010</vt:lpstr>
      <vt:lpstr>Spelling Check in PowerPoint 2010</vt:lpstr>
      <vt:lpstr>Content Translation in PowerPoint 2010</vt:lpstr>
      <vt:lpstr>Content Translation in PowerPoint 2010</vt:lpstr>
      <vt:lpstr>Content Translation in PowerPoint 2010</vt:lpstr>
      <vt:lpstr>Content Translation in PowerPoint 2010</vt:lpstr>
      <vt:lpstr>Special Characters in PowerPoint 2010</vt:lpstr>
      <vt:lpstr>Special Characters in PowerPoint 2010</vt:lpstr>
      <vt:lpstr>Special Characters in PowerPoint 2010</vt:lpstr>
      <vt:lpstr>Special Characters in PowerPoint 2010</vt:lpstr>
      <vt:lpstr>Special Characters in PowerPoint 2010</vt:lpstr>
      <vt:lpstr>Slides Zoom In-Out in PowerPoint 2010</vt:lpstr>
      <vt:lpstr>Slides Zoom In-Out in PowerPoint 2010</vt:lpstr>
      <vt:lpstr>Slides Zoom In-Out in PowerPoint 2010</vt:lpstr>
      <vt:lpstr>Slides Zoom In-Out in PowerPoint 2010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UCCSMS1</cp:lastModifiedBy>
  <cp:revision>305</cp:revision>
  <dcterms:created xsi:type="dcterms:W3CDTF">2008-12-18T17:11:12Z</dcterms:created>
  <dcterms:modified xsi:type="dcterms:W3CDTF">2021-03-18T09:30:40Z</dcterms:modified>
</cp:coreProperties>
</file>