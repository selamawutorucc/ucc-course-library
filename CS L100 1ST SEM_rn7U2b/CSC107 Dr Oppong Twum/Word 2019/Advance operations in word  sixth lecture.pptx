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0"/>
  </p:notesMasterIdLst>
  <p:sldIdLst>
    <p:sldId id="260" r:id="rId2"/>
    <p:sldId id="385" r:id="rId3"/>
    <p:sldId id="294" r:id="rId4"/>
    <p:sldId id="518" r:id="rId5"/>
    <p:sldId id="519" r:id="rId6"/>
    <p:sldId id="520" r:id="rId7"/>
    <p:sldId id="555" r:id="rId8"/>
    <p:sldId id="556" r:id="rId9"/>
    <p:sldId id="557" r:id="rId10"/>
    <p:sldId id="558" r:id="rId11"/>
    <p:sldId id="559" r:id="rId12"/>
    <p:sldId id="560" r:id="rId13"/>
    <p:sldId id="561" r:id="rId14"/>
    <p:sldId id="562" r:id="rId15"/>
    <p:sldId id="563" r:id="rId16"/>
    <p:sldId id="564" r:id="rId17"/>
    <p:sldId id="565" r:id="rId18"/>
    <p:sldId id="566" r:id="rId19"/>
    <p:sldId id="567" r:id="rId20"/>
    <p:sldId id="568" r:id="rId21"/>
    <p:sldId id="569" r:id="rId22"/>
    <p:sldId id="570" r:id="rId23"/>
    <p:sldId id="571" r:id="rId24"/>
    <p:sldId id="572" r:id="rId25"/>
    <p:sldId id="573" r:id="rId26"/>
    <p:sldId id="574" r:id="rId27"/>
    <p:sldId id="575" r:id="rId28"/>
    <p:sldId id="576" r:id="rId29"/>
    <p:sldId id="577" r:id="rId30"/>
    <p:sldId id="578" r:id="rId31"/>
    <p:sldId id="579" r:id="rId32"/>
    <p:sldId id="580" r:id="rId33"/>
    <p:sldId id="581" r:id="rId34"/>
    <p:sldId id="582" r:id="rId35"/>
    <p:sldId id="583" r:id="rId36"/>
    <p:sldId id="584" r:id="rId37"/>
    <p:sldId id="585" r:id="rId38"/>
    <p:sldId id="586" r:id="rId39"/>
    <p:sldId id="587" r:id="rId40"/>
    <p:sldId id="588" r:id="rId41"/>
    <p:sldId id="589" r:id="rId42"/>
    <p:sldId id="590" r:id="rId43"/>
    <p:sldId id="591" r:id="rId44"/>
    <p:sldId id="592" r:id="rId45"/>
    <p:sldId id="593" r:id="rId46"/>
    <p:sldId id="594" r:id="rId47"/>
    <p:sldId id="595" r:id="rId48"/>
    <p:sldId id="596" r:id="rId49"/>
    <p:sldId id="597" r:id="rId50"/>
    <p:sldId id="598" r:id="rId51"/>
    <p:sldId id="599" r:id="rId52"/>
    <p:sldId id="600" r:id="rId53"/>
    <p:sldId id="601" r:id="rId54"/>
    <p:sldId id="602" r:id="rId55"/>
    <p:sldId id="603" r:id="rId56"/>
    <p:sldId id="604" r:id="rId57"/>
    <p:sldId id="440" r:id="rId58"/>
    <p:sldId id="384" r:id="rId5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B7531"/>
    <a:srgbClr val="EEEB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35" autoAdjust="0"/>
    <p:restoredTop sz="94660"/>
  </p:normalViewPr>
  <p:slideViewPr>
    <p:cSldViewPr>
      <p:cViewPr varScale="1">
        <p:scale>
          <a:sx n="68" d="100"/>
          <a:sy n="68" d="100"/>
        </p:scale>
        <p:origin x="1440" y="6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20118"/>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diagrams/colors1.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dgm:spPr/>
      <dgm:t>
        <a:bodyPr/>
        <a:lstStyle/>
        <a:p>
          <a:r>
            <a:rPr lang="en-US" dirty="0"/>
            <a:t>Introduction </a:t>
          </a:r>
        </a:p>
        <a:p>
          <a:r>
            <a:rPr lang="en-US" dirty="0"/>
            <a:t>to </a:t>
          </a:r>
        </a:p>
        <a:p>
          <a:r>
            <a:rPr lang="en-US" dirty="0"/>
            <a:t>Microsoft word </a:t>
          </a:r>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pt>
  </dgm:ptLst>
  <dgm:cxnLst>
    <dgm:cxn modelId="{0B62D86B-A0DA-4B75-8C82-CC0B7B67BE45}" type="presOf" srcId="{7D821BC7-213D-4CEC-978A-9CFFE70F3D67}" destId="{9972E4C6-FDD6-4F32-8994-B9E0115268C3}"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36C3BEF2-2DBA-42EB-9810-973BE445D0C7}" type="presOf" srcId="{3DE9E547-3C66-4E5D-9D07-0515EED2B913}" destId="{46A1C575-DE29-4021-A28C-E1E7FA78085E}" srcOrd="0" destOrd="0" presId="urn:microsoft.com/office/officeart/2005/8/layout/default#1"/>
    <dgm:cxn modelId="{9FF98F3C-4B54-499E-81E4-D4C2F1EE2959}"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7D821BC7-213D-4CEC-978A-9CFFE70F3D67}">
      <dgm:prSet/>
      <dgm:spPr/>
      <dgm:t>
        <a:bodyPr/>
        <a:lstStyle/>
        <a:p>
          <a:r>
            <a:rPr lang="en-US" dirty="0"/>
            <a:t>Advance operations </a:t>
          </a:r>
          <a:r>
            <a:rPr lang="en-US"/>
            <a:t>in word</a:t>
          </a:r>
          <a:endParaRPr lang="en-US" dirty="0"/>
        </a:p>
      </dgm:t>
    </dgm:pt>
    <dgm:pt modelId="{ED2C2DDE-E64A-4045-9DC7-203AF2A63846}" type="parTrans" cxnId="{331EC4E3-DC32-4A83-872F-34DD2D9EAD5A}">
      <dgm:prSet/>
      <dgm:spPr/>
      <dgm:t>
        <a:bodyPr/>
        <a:lstStyle/>
        <a:p>
          <a:endParaRPr lang="en-US"/>
        </a:p>
      </dgm:t>
    </dgm:pt>
    <dgm:pt modelId="{AC409FAE-4704-48A8-9261-8AFBDD18865D}" type="sibTrans" cxnId="{331EC4E3-DC32-4A83-872F-34DD2D9EAD5A}">
      <dgm:prSet/>
      <dgm:spPr/>
      <dgm:t>
        <a:bodyPr/>
        <a:lstStyle/>
        <a:p>
          <a:endParaRPr lang="en-US"/>
        </a:p>
      </dgm:t>
    </dgm:pt>
    <dgm:pt modelId="{46A1C575-DE29-4021-A28C-E1E7FA78085E}" type="pres">
      <dgm:prSet presAssocID="{3DE9E547-3C66-4E5D-9D07-0515EED2B913}" presName="diagram" presStyleCnt="0">
        <dgm:presLayoutVars>
          <dgm:dir/>
          <dgm:resizeHandles val="exact"/>
        </dgm:presLayoutVars>
      </dgm:prSet>
      <dgm:spPr/>
    </dgm:pt>
    <dgm:pt modelId="{9972E4C6-FDD6-4F32-8994-B9E0115268C3}" type="pres">
      <dgm:prSet presAssocID="{7D821BC7-213D-4CEC-978A-9CFFE70F3D67}" presName="node" presStyleLbl="node1" presStyleIdx="0" presStyleCnt="1" custScaleX="110222" custLinFactNeighborY="-1666">
        <dgm:presLayoutVars>
          <dgm:bulletEnabled val="1"/>
        </dgm:presLayoutVars>
      </dgm:prSet>
      <dgm:spPr/>
    </dgm:pt>
  </dgm:ptLst>
  <dgm:cxnLst>
    <dgm:cxn modelId="{88175D38-BFA8-4D43-90FA-3BE39FD3975D}" type="presOf" srcId="{3DE9E547-3C66-4E5D-9D07-0515EED2B913}" destId="{46A1C575-DE29-4021-A28C-E1E7FA78085E}" srcOrd="0" destOrd="0" presId="urn:microsoft.com/office/officeart/2005/8/layout/default#1"/>
    <dgm:cxn modelId="{331EC4E3-DC32-4A83-872F-34DD2D9EAD5A}" srcId="{3DE9E547-3C66-4E5D-9D07-0515EED2B913}" destId="{7D821BC7-213D-4CEC-978A-9CFFE70F3D67}" srcOrd="0" destOrd="0" parTransId="{ED2C2DDE-E64A-4045-9DC7-203AF2A63846}" sibTransId="{AC409FAE-4704-48A8-9261-8AFBDD18865D}"/>
    <dgm:cxn modelId="{65DCDAFD-8909-4CCC-96D3-23F19B6A2257}" type="presOf" srcId="{7D821BC7-213D-4CEC-978A-9CFFE70F3D67}" destId="{9972E4C6-FDD6-4F32-8994-B9E0115268C3}" srcOrd="0" destOrd="0" presId="urn:microsoft.com/office/officeart/2005/8/layout/default#1"/>
    <dgm:cxn modelId="{D5A03DA0-5C1B-4D49-89F3-846B63674282}" type="presParOf" srcId="{46A1C575-DE29-4021-A28C-E1E7FA78085E}" destId="{9972E4C6-FDD6-4F32-8994-B9E0115268C3}" srcOrd="0"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DE9E547-3C66-4E5D-9D07-0515EED2B913}" type="doc">
      <dgm:prSet loTypeId="urn:microsoft.com/office/officeart/2005/8/layout/default#1" loCatId="list" qsTypeId="urn:microsoft.com/office/officeart/2005/8/quickstyle/simple5" qsCatId="simple" csTypeId="urn:microsoft.com/office/officeart/2005/8/colors/accent4_3" csCatId="accent4" phldr="1"/>
      <dgm:spPr/>
      <dgm:t>
        <a:bodyPr/>
        <a:lstStyle/>
        <a:p>
          <a:endParaRPr lang="en-US"/>
        </a:p>
      </dgm:t>
    </dgm:pt>
    <dgm:pt modelId="{F9022B54-68C2-4973-9A00-460029290542}">
      <dgm:prSet phldrT="[Text]"/>
      <dgm:spPr/>
      <dgm:t>
        <a:bodyPr/>
        <a:lstStyle/>
        <a:p>
          <a:r>
            <a:rPr lang="en-US" dirty="0"/>
            <a:t>How to use mail merge feature to produce letters, labels, and envelopes</a:t>
          </a:r>
        </a:p>
      </dgm:t>
    </dgm:pt>
    <dgm:pt modelId="{0EBC0F7C-C083-479E-822C-AA3F278D062A}" type="parTrans" cxnId="{A36A33C9-5EC3-4472-82B9-956D1373C0B4}">
      <dgm:prSet/>
      <dgm:spPr/>
      <dgm:t>
        <a:bodyPr/>
        <a:lstStyle/>
        <a:p>
          <a:endParaRPr lang="en-US"/>
        </a:p>
      </dgm:t>
    </dgm:pt>
    <dgm:pt modelId="{AEC43A17-FDDC-4261-BB01-B6005B7A4552}" type="sibTrans" cxnId="{A36A33C9-5EC3-4472-82B9-956D1373C0B4}">
      <dgm:prSet/>
      <dgm:spPr/>
      <dgm:t>
        <a:bodyPr/>
        <a:lstStyle/>
        <a:p>
          <a:endParaRPr lang="en-US"/>
        </a:p>
      </dgm:t>
    </dgm:pt>
    <dgm:pt modelId="{BBBB9B4E-DA71-45DE-92BC-1EF247E5F9B2}">
      <dgm:prSet/>
      <dgm:spPr/>
      <dgm:t>
        <a:bodyPr/>
        <a:lstStyle/>
        <a:p>
          <a:r>
            <a:rPr lang="en-US" dirty="0"/>
            <a:t>How to apply and modify styles</a:t>
          </a:r>
        </a:p>
      </dgm:t>
    </dgm:pt>
    <dgm:pt modelId="{A9ED417C-F968-4650-A07D-E6C8B9F80C83}" type="parTrans" cxnId="{8294D506-3CCF-46C3-9D45-09DDBBAFC9A2}">
      <dgm:prSet/>
      <dgm:spPr/>
      <dgm:t>
        <a:bodyPr/>
        <a:lstStyle/>
        <a:p>
          <a:endParaRPr lang="en-US"/>
        </a:p>
      </dgm:t>
    </dgm:pt>
    <dgm:pt modelId="{8B37F55B-F450-4B0B-98F7-A2B490DAC81A}" type="sibTrans" cxnId="{8294D506-3CCF-46C3-9D45-09DDBBAFC9A2}">
      <dgm:prSet/>
      <dgm:spPr/>
      <dgm:t>
        <a:bodyPr/>
        <a:lstStyle/>
        <a:p>
          <a:endParaRPr lang="en-US"/>
        </a:p>
      </dgm:t>
    </dgm:pt>
    <dgm:pt modelId="{C11B75ED-B46B-4BF2-80F2-DA583A75044E}">
      <dgm:prSet/>
      <dgm:spPr/>
      <dgm:t>
        <a:bodyPr/>
        <a:lstStyle/>
        <a:p>
          <a:r>
            <a:rPr lang="en-US" dirty="0"/>
            <a:t>Learn all about using smart graphics in your document</a:t>
          </a:r>
        </a:p>
      </dgm:t>
    </dgm:pt>
    <dgm:pt modelId="{5645C486-8F55-4C5D-BAFE-57B0FB9C1457}" type="parTrans" cxnId="{0DB3BCB8-BFA0-457C-84E0-1D03CDEA15BA}">
      <dgm:prSet/>
      <dgm:spPr/>
      <dgm:t>
        <a:bodyPr/>
        <a:lstStyle/>
        <a:p>
          <a:endParaRPr lang="en-US"/>
        </a:p>
      </dgm:t>
    </dgm:pt>
    <dgm:pt modelId="{0F8F958D-95B3-4287-AB04-371DBF737C1C}" type="sibTrans" cxnId="{0DB3BCB8-BFA0-457C-84E0-1D03CDEA15BA}">
      <dgm:prSet/>
      <dgm:spPr/>
      <dgm:t>
        <a:bodyPr/>
        <a:lstStyle/>
        <a:p>
          <a:endParaRPr lang="en-US"/>
        </a:p>
      </dgm:t>
    </dgm:pt>
    <dgm:pt modelId="{B9D2FC92-ECB4-4D54-9508-F43A91E7E65C}">
      <dgm:prSet/>
      <dgm:spPr/>
      <dgm:t>
        <a:bodyPr/>
        <a:lstStyle/>
        <a:p>
          <a:r>
            <a:rPr lang="en-US" dirty="0"/>
            <a:t>How to print documents in  word </a:t>
          </a:r>
        </a:p>
        <a:p>
          <a:endParaRPr lang="en-GB" dirty="0"/>
        </a:p>
      </dgm:t>
    </dgm:pt>
    <dgm:pt modelId="{78D7DF5E-40D2-4C2E-A6D8-113A5982009C}" type="parTrans" cxnId="{7F547AE8-3119-406B-94F9-F606AA7491D7}">
      <dgm:prSet/>
      <dgm:spPr/>
      <dgm:t>
        <a:bodyPr/>
        <a:lstStyle/>
        <a:p>
          <a:endParaRPr lang="en-GB"/>
        </a:p>
      </dgm:t>
    </dgm:pt>
    <dgm:pt modelId="{E2B3D82B-B21B-4F72-B2BC-78A1696AD170}" type="sibTrans" cxnId="{7F547AE8-3119-406B-94F9-F606AA7491D7}">
      <dgm:prSet/>
      <dgm:spPr/>
      <dgm:t>
        <a:bodyPr/>
        <a:lstStyle/>
        <a:p>
          <a:endParaRPr lang="en-GB"/>
        </a:p>
      </dgm:t>
    </dgm:pt>
    <dgm:pt modelId="{46A1C575-DE29-4021-A28C-E1E7FA78085E}" type="pres">
      <dgm:prSet presAssocID="{3DE9E547-3C66-4E5D-9D07-0515EED2B913}" presName="diagram" presStyleCnt="0">
        <dgm:presLayoutVars>
          <dgm:dir/>
          <dgm:resizeHandles val="exact"/>
        </dgm:presLayoutVars>
      </dgm:prSet>
      <dgm:spPr/>
    </dgm:pt>
    <dgm:pt modelId="{E43CDCF3-D5B2-4556-A6FF-1FBA940E878F}" type="pres">
      <dgm:prSet presAssocID="{F9022B54-68C2-4973-9A00-460029290542}" presName="node" presStyleLbl="node1" presStyleIdx="0" presStyleCnt="4">
        <dgm:presLayoutVars>
          <dgm:bulletEnabled val="1"/>
        </dgm:presLayoutVars>
      </dgm:prSet>
      <dgm:spPr/>
    </dgm:pt>
    <dgm:pt modelId="{54066D3B-676A-41CA-98B3-C0905E22B6EF}" type="pres">
      <dgm:prSet presAssocID="{AEC43A17-FDDC-4261-BB01-B6005B7A4552}" presName="sibTrans" presStyleCnt="0"/>
      <dgm:spPr/>
    </dgm:pt>
    <dgm:pt modelId="{08678D36-F832-48B7-8548-C43AEE1F6A43}" type="pres">
      <dgm:prSet presAssocID="{BBBB9B4E-DA71-45DE-92BC-1EF247E5F9B2}" presName="node" presStyleLbl="node1" presStyleIdx="1" presStyleCnt="4">
        <dgm:presLayoutVars>
          <dgm:bulletEnabled val="1"/>
        </dgm:presLayoutVars>
      </dgm:prSet>
      <dgm:spPr/>
    </dgm:pt>
    <dgm:pt modelId="{94E3CC2B-92E4-4B0C-B930-B4411572BF9F}" type="pres">
      <dgm:prSet presAssocID="{8B37F55B-F450-4B0B-98F7-A2B490DAC81A}" presName="sibTrans" presStyleCnt="0"/>
      <dgm:spPr/>
    </dgm:pt>
    <dgm:pt modelId="{D32AB574-D896-42B8-809A-74BD322B19E9}" type="pres">
      <dgm:prSet presAssocID="{C11B75ED-B46B-4BF2-80F2-DA583A75044E}" presName="node" presStyleLbl="node1" presStyleIdx="2" presStyleCnt="4">
        <dgm:presLayoutVars>
          <dgm:bulletEnabled val="1"/>
        </dgm:presLayoutVars>
      </dgm:prSet>
      <dgm:spPr/>
    </dgm:pt>
    <dgm:pt modelId="{8FCDC96A-B844-4560-9827-3799EB37A607}" type="pres">
      <dgm:prSet presAssocID="{0F8F958D-95B3-4287-AB04-371DBF737C1C}" presName="sibTrans" presStyleCnt="0"/>
      <dgm:spPr/>
    </dgm:pt>
    <dgm:pt modelId="{4F3BB94F-726F-42B1-B2C9-9077543F3D05}" type="pres">
      <dgm:prSet presAssocID="{B9D2FC92-ECB4-4D54-9508-F43A91E7E65C}" presName="node" presStyleLbl="node1" presStyleIdx="3" presStyleCnt="4">
        <dgm:presLayoutVars>
          <dgm:bulletEnabled val="1"/>
        </dgm:presLayoutVars>
      </dgm:prSet>
      <dgm:spPr/>
    </dgm:pt>
  </dgm:ptLst>
  <dgm:cxnLst>
    <dgm:cxn modelId="{8294D506-3CCF-46C3-9D45-09DDBBAFC9A2}" srcId="{3DE9E547-3C66-4E5D-9D07-0515EED2B913}" destId="{BBBB9B4E-DA71-45DE-92BC-1EF247E5F9B2}" srcOrd="1" destOrd="0" parTransId="{A9ED417C-F968-4650-A07D-E6C8B9F80C83}" sibTransId="{8B37F55B-F450-4B0B-98F7-A2B490DAC81A}"/>
    <dgm:cxn modelId="{DB5CF76F-016D-4F32-AE1E-423FE30EF2F6}" type="presOf" srcId="{F9022B54-68C2-4973-9A00-460029290542}" destId="{E43CDCF3-D5B2-4556-A6FF-1FBA940E878F}" srcOrd="0" destOrd="0" presId="urn:microsoft.com/office/officeart/2005/8/layout/default#1"/>
    <dgm:cxn modelId="{5975DE9F-9538-4AC2-A004-1F0309A49A9F}" type="presOf" srcId="{BBBB9B4E-DA71-45DE-92BC-1EF247E5F9B2}" destId="{08678D36-F832-48B7-8548-C43AEE1F6A43}" srcOrd="0" destOrd="0" presId="urn:microsoft.com/office/officeart/2005/8/layout/default#1"/>
    <dgm:cxn modelId="{A8B40AA2-278C-4338-99E0-4615B7D73CD9}" type="presOf" srcId="{B9D2FC92-ECB4-4D54-9508-F43A91E7E65C}" destId="{4F3BB94F-726F-42B1-B2C9-9077543F3D05}" srcOrd="0" destOrd="0" presId="urn:microsoft.com/office/officeart/2005/8/layout/default#1"/>
    <dgm:cxn modelId="{0DB3BCB8-BFA0-457C-84E0-1D03CDEA15BA}" srcId="{3DE9E547-3C66-4E5D-9D07-0515EED2B913}" destId="{C11B75ED-B46B-4BF2-80F2-DA583A75044E}" srcOrd="2" destOrd="0" parTransId="{5645C486-8F55-4C5D-BAFE-57B0FB9C1457}" sibTransId="{0F8F958D-95B3-4287-AB04-371DBF737C1C}"/>
    <dgm:cxn modelId="{A36A33C9-5EC3-4472-82B9-956D1373C0B4}" srcId="{3DE9E547-3C66-4E5D-9D07-0515EED2B913}" destId="{F9022B54-68C2-4973-9A00-460029290542}" srcOrd="0" destOrd="0" parTransId="{0EBC0F7C-C083-479E-822C-AA3F278D062A}" sibTransId="{AEC43A17-FDDC-4261-BB01-B6005B7A4552}"/>
    <dgm:cxn modelId="{8C7B99DC-F8B1-492C-AD47-8DB1AB5E9999}" type="presOf" srcId="{C11B75ED-B46B-4BF2-80F2-DA583A75044E}" destId="{D32AB574-D896-42B8-809A-74BD322B19E9}" srcOrd="0" destOrd="0" presId="urn:microsoft.com/office/officeart/2005/8/layout/default#1"/>
    <dgm:cxn modelId="{7F547AE8-3119-406B-94F9-F606AA7491D7}" srcId="{3DE9E547-3C66-4E5D-9D07-0515EED2B913}" destId="{B9D2FC92-ECB4-4D54-9508-F43A91E7E65C}" srcOrd="3" destOrd="0" parTransId="{78D7DF5E-40D2-4C2E-A6D8-113A5982009C}" sibTransId="{E2B3D82B-B21B-4F72-B2BC-78A1696AD170}"/>
    <dgm:cxn modelId="{36C3BEF2-2DBA-42EB-9810-973BE445D0C7}" type="presOf" srcId="{3DE9E547-3C66-4E5D-9D07-0515EED2B913}" destId="{46A1C575-DE29-4021-A28C-E1E7FA78085E}" srcOrd="0" destOrd="0" presId="urn:microsoft.com/office/officeart/2005/8/layout/default#1"/>
    <dgm:cxn modelId="{C6831F33-A671-4D3A-9651-E6901DF4D6AC}" type="presParOf" srcId="{46A1C575-DE29-4021-A28C-E1E7FA78085E}" destId="{E43CDCF3-D5B2-4556-A6FF-1FBA940E878F}" srcOrd="0" destOrd="0" presId="urn:microsoft.com/office/officeart/2005/8/layout/default#1"/>
    <dgm:cxn modelId="{23A16BBC-1098-40CF-A0D5-9C900233786D}" type="presParOf" srcId="{46A1C575-DE29-4021-A28C-E1E7FA78085E}" destId="{54066D3B-676A-41CA-98B3-C0905E22B6EF}" srcOrd="1" destOrd="0" presId="urn:microsoft.com/office/officeart/2005/8/layout/default#1"/>
    <dgm:cxn modelId="{55059F0B-6C91-4088-9340-8226AFFF946D}" type="presParOf" srcId="{46A1C575-DE29-4021-A28C-E1E7FA78085E}" destId="{08678D36-F832-48B7-8548-C43AEE1F6A43}" srcOrd="2" destOrd="0" presId="urn:microsoft.com/office/officeart/2005/8/layout/default#1"/>
    <dgm:cxn modelId="{183C0D9A-7891-4D10-9A6B-84445838AF97}" type="presParOf" srcId="{46A1C575-DE29-4021-A28C-E1E7FA78085E}" destId="{94E3CC2B-92E4-4B0C-B930-B4411572BF9F}" srcOrd="3" destOrd="0" presId="urn:microsoft.com/office/officeart/2005/8/layout/default#1"/>
    <dgm:cxn modelId="{10FB1E55-51FE-4D10-8536-2E0EBE944374}" type="presParOf" srcId="{46A1C575-DE29-4021-A28C-E1E7FA78085E}" destId="{D32AB574-D896-42B8-809A-74BD322B19E9}" srcOrd="4" destOrd="0" presId="urn:microsoft.com/office/officeart/2005/8/layout/default#1"/>
    <dgm:cxn modelId="{9EDDF9FC-F073-4434-AE22-C4716365B1A3}" type="presParOf" srcId="{46A1C575-DE29-4021-A28C-E1E7FA78085E}" destId="{8FCDC96A-B844-4560-9827-3799EB37A607}" srcOrd="5" destOrd="0" presId="urn:microsoft.com/office/officeart/2005/8/layout/default#1"/>
    <dgm:cxn modelId="{A0309069-2853-4FAA-AC09-2E967F751159}" type="presParOf" srcId="{46A1C575-DE29-4021-A28C-E1E7FA78085E}" destId="{4F3BB94F-726F-42B1-B2C9-9077543F3D05}" srcOrd="6" destOrd="0" presId="urn:microsoft.com/office/officeart/2005/8/layout/defaul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Introduction </a:t>
          </a:r>
        </a:p>
        <a:p>
          <a:pPr marL="0" lvl="0" indent="0" algn="ctr" defTabSz="2889250">
            <a:lnSpc>
              <a:spcPct val="90000"/>
            </a:lnSpc>
            <a:spcBef>
              <a:spcPct val="0"/>
            </a:spcBef>
            <a:spcAft>
              <a:spcPct val="35000"/>
            </a:spcAft>
            <a:buNone/>
          </a:pPr>
          <a:r>
            <a:rPr lang="en-US" sz="6500" kern="1200" dirty="0"/>
            <a:t>to </a:t>
          </a:r>
        </a:p>
        <a:p>
          <a:pPr marL="0" lvl="0" indent="0" algn="ctr" defTabSz="2889250">
            <a:lnSpc>
              <a:spcPct val="90000"/>
            </a:lnSpc>
            <a:spcBef>
              <a:spcPct val="0"/>
            </a:spcBef>
            <a:spcAft>
              <a:spcPct val="35000"/>
            </a:spcAft>
            <a:buNone/>
          </a:pPr>
          <a:r>
            <a:rPr lang="en-US" sz="6500" kern="1200" dirty="0"/>
            <a:t>Microsoft word </a:t>
          </a:r>
        </a:p>
      </dsp:txBody>
      <dsp:txXfrm>
        <a:off x="162" y="1817"/>
        <a:ext cx="8838875" cy="481149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72E4C6-FDD6-4F32-8994-B9E0115268C3}">
      <dsp:nvSpPr>
        <dsp:cNvPr id="0" name=""/>
        <dsp:cNvSpPr/>
      </dsp:nvSpPr>
      <dsp:spPr>
        <a:xfrm>
          <a:off x="162" y="1817"/>
          <a:ext cx="8838875" cy="4811494"/>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247650" tIns="247650" rIns="247650" bIns="247650" numCol="1" spcCol="1270" anchor="ctr" anchorCtr="0">
          <a:noAutofit/>
        </a:bodyPr>
        <a:lstStyle/>
        <a:p>
          <a:pPr marL="0" lvl="0" indent="0" algn="ctr" defTabSz="2889250">
            <a:lnSpc>
              <a:spcPct val="90000"/>
            </a:lnSpc>
            <a:spcBef>
              <a:spcPct val="0"/>
            </a:spcBef>
            <a:spcAft>
              <a:spcPct val="35000"/>
            </a:spcAft>
            <a:buNone/>
          </a:pPr>
          <a:r>
            <a:rPr lang="en-US" sz="6500" kern="1200" dirty="0"/>
            <a:t>Advance operations </a:t>
          </a:r>
          <a:r>
            <a:rPr lang="en-US" sz="6500" kern="1200"/>
            <a:t>in word</a:t>
          </a:r>
          <a:endParaRPr lang="en-US" sz="6500" kern="1200" dirty="0"/>
        </a:p>
      </dsp:txBody>
      <dsp:txXfrm>
        <a:off x="162" y="1817"/>
        <a:ext cx="8838875" cy="481149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3CDCF3-D5B2-4556-A6FF-1FBA940E878F}">
      <dsp:nvSpPr>
        <dsp:cNvPr id="0" name=""/>
        <dsp:cNvSpPr/>
      </dsp:nvSpPr>
      <dsp:spPr>
        <a:xfrm>
          <a:off x="118906" y="1961"/>
          <a:ext cx="4095898" cy="2457539"/>
        </a:xfrm>
        <a:prstGeom prst="rect">
          <a:avLst/>
        </a:prstGeom>
        <a:gradFill rotWithShape="0">
          <a:gsLst>
            <a:gs pos="0">
              <a:schemeClr val="accent4">
                <a:shade val="80000"/>
                <a:hueOff val="0"/>
                <a:satOff val="0"/>
                <a:lumOff val="0"/>
                <a:alphaOff val="0"/>
                <a:shade val="51000"/>
                <a:satMod val="130000"/>
              </a:schemeClr>
            </a:gs>
            <a:gs pos="80000">
              <a:schemeClr val="accent4">
                <a:shade val="80000"/>
                <a:hueOff val="0"/>
                <a:satOff val="0"/>
                <a:lumOff val="0"/>
                <a:alphaOff val="0"/>
                <a:shade val="93000"/>
                <a:satMod val="130000"/>
              </a:schemeClr>
            </a:gs>
            <a:gs pos="100000">
              <a:schemeClr val="accent4">
                <a:shade val="80000"/>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How to use mail merge feature to produce letters, labels, and envelopes</a:t>
          </a:r>
        </a:p>
      </dsp:txBody>
      <dsp:txXfrm>
        <a:off x="118906" y="1961"/>
        <a:ext cx="4095898" cy="2457539"/>
      </dsp:txXfrm>
    </dsp:sp>
    <dsp:sp modelId="{08678D36-F832-48B7-8548-C43AEE1F6A43}">
      <dsp:nvSpPr>
        <dsp:cNvPr id="0" name=""/>
        <dsp:cNvSpPr/>
      </dsp:nvSpPr>
      <dsp:spPr>
        <a:xfrm>
          <a:off x="4624394" y="1961"/>
          <a:ext cx="4095898" cy="2457539"/>
        </a:xfrm>
        <a:prstGeom prst="rect">
          <a:avLst/>
        </a:prstGeom>
        <a:gradFill rotWithShape="0">
          <a:gsLst>
            <a:gs pos="0">
              <a:schemeClr val="accent4">
                <a:shade val="80000"/>
                <a:hueOff val="-58853"/>
                <a:satOff val="-1455"/>
                <a:lumOff val="8329"/>
                <a:alphaOff val="0"/>
                <a:shade val="51000"/>
                <a:satMod val="130000"/>
              </a:schemeClr>
            </a:gs>
            <a:gs pos="80000">
              <a:schemeClr val="accent4">
                <a:shade val="80000"/>
                <a:hueOff val="-58853"/>
                <a:satOff val="-1455"/>
                <a:lumOff val="8329"/>
                <a:alphaOff val="0"/>
                <a:shade val="93000"/>
                <a:satMod val="130000"/>
              </a:schemeClr>
            </a:gs>
            <a:gs pos="100000">
              <a:schemeClr val="accent4">
                <a:shade val="80000"/>
                <a:hueOff val="-58853"/>
                <a:satOff val="-1455"/>
                <a:lumOff val="832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How to apply and modify styles</a:t>
          </a:r>
        </a:p>
      </dsp:txBody>
      <dsp:txXfrm>
        <a:off x="4624394" y="1961"/>
        <a:ext cx="4095898" cy="2457539"/>
      </dsp:txXfrm>
    </dsp:sp>
    <dsp:sp modelId="{D32AB574-D896-42B8-809A-74BD322B19E9}">
      <dsp:nvSpPr>
        <dsp:cNvPr id="0" name=""/>
        <dsp:cNvSpPr/>
      </dsp:nvSpPr>
      <dsp:spPr>
        <a:xfrm>
          <a:off x="118906" y="2869090"/>
          <a:ext cx="4095898" cy="2457539"/>
        </a:xfrm>
        <a:prstGeom prst="rect">
          <a:avLst/>
        </a:prstGeom>
        <a:gradFill rotWithShape="0">
          <a:gsLst>
            <a:gs pos="0">
              <a:schemeClr val="accent4">
                <a:shade val="80000"/>
                <a:hueOff val="-117705"/>
                <a:satOff val="-2910"/>
                <a:lumOff val="16659"/>
                <a:alphaOff val="0"/>
                <a:shade val="51000"/>
                <a:satMod val="130000"/>
              </a:schemeClr>
            </a:gs>
            <a:gs pos="80000">
              <a:schemeClr val="accent4">
                <a:shade val="80000"/>
                <a:hueOff val="-117705"/>
                <a:satOff val="-2910"/>
                <a:lumOff val="16659"/>
                <a:alphaOff val="0"/>
                <a:shade val="93000"/>
                <a:satMod val="130000"/>
              </a:schemeClr>
            </a:gs>
            <a:gs pos="100000">
              <a:schemeClr val="accent4">
                <a:shade val="80000"/>
                <a:hueOff val="-117705"/>
                <a:satOff val="-2910"/>
                <a:lumOff val="16659"/>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Learn all about using smart graphics in your document</a:t>
          </a:r>
        </a:p>
      </dsp:txBody>
      <dsp:txXfrm>
        <a:off x="118906" y="2869090"/>
        <a:ext cx="4095898" cy="2457539"/>
      </dsp:txXfrm>
    </dsp:sp>
    <dsp:sp modelId="{4F3BB94F-726F-42B1-B2C9-9077543F3D05}">
      <dsp:nvSpPr>
        <dsp:cNvPr id="0" name=""/>
        <dsp:cNvSpPr/>
      </dsp:nvSpPr>
      <dsp:spPr>
        <a:xfrm>
          <a:off x="4624394" y="2869090"/>
          <a:ext cx="4095898" cy="2457539"/>
        </a:xfrm>
        <a:prstGeom prst="rect">
          <a:avLst/>
        </a:prstGeom>
        <a:gradFill rotWithShape="0">
          <a:gsLst>
            <a:gs pos="0">
              <a:schemeClr val="accent4">
                <a:shade val="80000"/>
                <a:hueOff val="-176558"/>
                <a:satOff val="-4365"/>
                <a:lumOff val="24988"/>
                <a:alphaOff val="0"/>
                <a:shade val="51000"/>
                <a:satMod val="130000"/>
              </a:schemeClr>
            </a:gs>
            <a:gs pos="80000">
              <a:schemeClr val="accent4">
                <a:shade val="80000"/>
                <a:hueOff val="-176558"/>
                <a:satOff val="-4365"/>
                <a:lumOff val="24988"/>
                <a:alphaOff val="0"/>
                <a:shade val="93000"/>
                <a:satMod val="130000"/>
              </a:schemeClr>
            </a:gs>
            <a:gs pos="100000">
              <a:schemeClr val="accent4">
                <a:shade val="80000"/>
                <a:hueOff val="-176558"/>
                <a:satOff val="-4365"/>
                <a:lumOff val="24988"/>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n-US" sz="3400" kern="1200" dirty="0"/>
            <a:t>How to print documents in  word </a:t>
          </a:r>
        </a:p>
        <a:p>
          <a:pPr marL="0" lvl="0" indent="0" algn="ctr" defTabSz="1511300">
            <a:lnSpc>
              <a:spcPct val="90000"/>
            </a:lnSpc>
            <a:spcBef>
              <a:spcPct val="0"/>
            </a:spcBef>
            <a:spcAft>
              <a:spcPct val="35000"/>
            </a:spcAft>
            <a:buNone/>
          </a:pPr>
          <a:endParaRPr lang="en-GB" sz="3400" kern="1200" dirty="0"/>
        </a:p>
      </dsp:txBody>
      <dsp:txXfrm>
        <a:off x="4624394" y="2869090"/>
        <a:ext cx="4095898" cy="2457539"/>
      </dsp:txXfrm>
    </dsp:sp>
  </dsp:spTree>
</dsp:drawing>
</file>

<file path=ppt/diagrams/layout1.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default#1">
  <dgm:title val=""/>
  <dgm:desc val=""/>
  <dgm:catLst>
    <dgm:cat type="list" pri="1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91ACEF-6E31-49EA-9B4B-336BC171E6AE}" type="datetimeFigureOut">
              <a:rPr lang="en-US" smtClean="0"/>
              <a:pPr/>
              <a:t>2/11/2023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C881F64-38B6-442F-BAD6-2D03BCFD5B11}" type="slidenum">
              <a:rPr lang="en-US" smtClean="0"/>
              <a:pPr/>
              <a:t>‹#›</a:t>
            </a:fld>
            <a:endParaRPr lang="en-US"/>
          </a:p>
        </p:txBody>
      </p:sp>
    </p:spTree>
    <p:extLst>
      <p:ext uri="{BB962C8B-B14F-4D97-AF65-F5344CB8AC3E}">
        <p14:creationId xmlns:p14="http://schemas.microsoft.com/office/powerpoint/2010/main" val="11439949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a:t>
            </a:fld>
            <a:endParaRPr lang="en-US">
              <a:solidFill>
                <a:prstClr val="black"/>
              </a:solidFil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pPr/>
              <a:t>3</a:t>
            </a:fld>
            <a:endParaRPr lang="en-US"/>
          </a:p>
        </p:txBody>
      </p:sp>
    </p:spTree>
    <p:extLst>
      <p:ext uri="{BB962C8B-B14F-4D97-AF65-F5344CB8AC3E}">
        <p14:creationId xmlns:p14="http://schemas.microsoft.com/office/powerpoint/2010/main" val="3743975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a:t>
            </a:fld>
            <a:endParaRPr lang="en-US">
              <a:solidFill>
                <a:prstClr val="black"/>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a:t>
            </a:fld>
            <a:endParaRPr lang="en-US">
              <a:solidFill>
                <a:prstClr val="black"/>
              </a:solidFill>
            </a:endParaRPr>
          </a:p>
        </p:txBody>
      </p:sp>
    </p:spTree>
    <p:extLst>
      <p:ext uri="{BB962C8B-B14F-4D97-AF65-F5344CB8AC3E}">
        <p14:creationId xmlns:p14="http://schemas.microsoft.com/office/powerpoint/2010/main" val="295315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1142263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7</a:t>
            </a:fld>
            <a:endParaRPr lang="en-US">
              <a:solidFill>
                <a:prstClr val="black"/>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8</a:t>
            </a:fld>
            <a:endParaRPr lang="en-US">
              <a:solidFill>
                <a:prstClr val="black"/>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9</a:t>
            </a:fld>
            <a:endParaRPr lang="en-US">
              <a:solidFill>
                <a:prstClr val="black"/>
              </a:solidFill>
            </a:endParaRPr>
          </a:p>
        </p:txBody>
      </p:sp>
    </p:spTree>
    <p:extLst>
      <p:ext uri="{BB962C8B-B14F-4D97-AF65-F5344CB8AC3E}">
        <p14:creationId xmlns:p14="http://schemas.microsoft.com/office/powerpoint/2010/main" val="40824386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10</a:t>
            </a:fld>
            <a:endParaRPr lang="en-US">
              <a:solidFill>
                <a:prstClr val="black"/>
              </a:solidFill>
            </a:endParaRPr>
          </a:p>
        </p:txBody>
      </p:sp>
    </p:spTree>
    <p:extLst>
      <p:ext uri="{BB962C8B-B14F-4D97-AF65-F5344CB8AC3E}">
        <p14:creationId xmlns:p14="http://schemas.microsoft.com/office/powerpoint/2010/main" val="2793670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7782569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12</a:t>
            </a:fld>
            <a:endParaRPr lang="en-US">
              <a:solidFill>
                <a:prstClr val="black"/>
              </a:solidFill>
            </a:endParaRPr>
          </a:p>
        </p:txBody>
      </p:sp>
    </p:spTree>
    <p:extLst>
      <p:ext uri="{BB962C8B-B14F-4D97-AF65-F5344CB8AC3E}">
        <p14:creationId xmlns:p14="http://schemas.microsoft.com/office/powerpoint/2010/main" val="14684948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35383430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14</a:t>
            </a:fld>
            <a:endParaRPr lang="en-US">
              <a:solidFill>
                <a:prstClr val="black"/>
              </a:solidFill>
            </a:endParaRPr>
          </a:p>
        </p:txBody>
      </p:sp>
    </p:spTree>
    <p:extLst>
      <p:ext uri="{BB962C8B-B14F-4D97-AF65-F5344CB8AC3E}">
        <p14:creationId xmlns:p14="http://schemas.microsoft.com/office/powerpoint/2010/main" val="278107090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15</a:t>
            </a:fld>
            <a:endParaRPr lang="en-US">
              <a:solidFill>
                <a:prstClr val="black"/>
              </a:solidFill>
            </a:endParaRPr>
          </a:p>
        </p:txBody>
      </p:sp>
    </p:spTree>
    <p:extLst>
      <p:ext uri="{BB962C8B-B14F-4D97-AF65-F5344CB8AC3E}">
        <p14:creationId xmlns:p14="http://schemas.microsoft.com/office/powerpoint/2010/main" val="64047666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16</a:t>
            </a:fld>
            <a:endParaRPr lang="en-US">
              <a:solidFill>
                <a:prstClr val="black"/>
              </a:solidFill>
            </a:endParaRPr>
          </a:p>
        </p:txBody>
      </p:sp>
    </p:spTree>
    <p:extLst>
      <p:ext uri="{BB962C8B-B14F-4D97-AF65-F5344CB8AC3E}">
        <p14:creationId xmlns:p14="http://schemas.microsoft.com/office/powerpoint/2010/main" val="41546668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17</a:t>
            </a:fld>
            <a:endParaRPr lang="en-US">
              <a:solidFill>
                <a:prstClr val="black"/>
              </a:solidFill>
            </a:endParaRPr>
          </a:p>
        </p:txBody>
      </p:sp>
    </p:spTree>
    <p:extLst>
      <p:ext uri="{BB962C8B-B14F-4D97-AF65-F5344CB8AC3E}">
        <p14:creationId xmlns:p14="http://schemas.microsoft.com/office/powerpoint/2010/main" val="28970453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18</a:t>
            </a:fld>
            <a:endParaRPr lang="en-US">
              <a:solidFill>
                <a:prstClr val="black"/>
              </a:solidFill>
            </a:endParaRPr>
          </a:p>
        </p:txBody>
      </p:sp>
    </p:spTree>
    <p:extLst>
      <p:ext uri="{BB962C8B-B14F-4D97-AF65-F5344CB8AC3E}">
        <p14:creationId xmlns:p14="http://schemas.microsoft.com/office/powerpoint/2010/main" val="24574099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19</a:t>
            </a:fld>
            <a:endParaRPr lang="en-US">
              <a:solidFill>
                <a:prstClr val="black"/>
              </a:solidFill>
            </a:endParaRPr>
          </a:p>
        </p:txBody>
      </p:sp>
    </p:spTree>
    <p:extLst>
      <p:ext uri="{BB962C8B-B14F-4D97-AF65-F5344CB8AC3E}">
        <p14:creationId xmlns:p14="http://schemas.microsoft.com/office/powerpoint/2010/main" val="11977390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3960442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14547403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22</a:t>
            </a:fld>
            <a:endParaRPr lang="en-US">
              <a:solidFill>
                <a:prstClr val="black"/>
              </a:solidFill>
            </a:endParaRPr>
          </a:p>
        </p:txBody>
      </p:sp>
    </p:spTree>
    <p:extLst>
      <p:ext uri="{BB962C8B-B14F-4D97-AF65-F5344CB8AC3E}">
        <p14:creationId xmlns:p14="http://schemas.microsoft.com/office/powerpoint/2010/main" val="31261360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23</a:t>
            </a:fld>
            <a:endParaRPr lang="en-US">
              <a:solidFill>
                <a:prstClr val="black"/>
              </a:solidFill>
            </a:endParaRPr>
          </a:p>
        </p:txBody>
      </p:sp>
    </p:spTree>
    <p:extLst>
      <p:ext uri="{BB962C8B-B14F-4D97-AF65-F5344CB8AC3E}">
        <p14:creationId xmlns:p14="http://schemas.microsoft.com/office/powerpoint/2010/main" val="5281481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24</a:t>
            </a:fld>
            <a:endParaRPr lang="en-US">
              <a:solidFill>
                <a:prstClr val="black"/>
              </a:solidFill>
            </a:endParaRPr>
          </a:p>
        </p:txBody>
      </p:sp>
    </p:spTree>
    <p:extLst>
      <p:ext uri="{BB962C8B-B14F-4D97-AF65-F5344CB8AC3E}">
        <p14:creationId xmlns:p14="http://schemas.microsoft.com/office/powerpoint/2010/main" val="12741269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25</a:t>
            </a:fld>
            <a:endParaRPr lang="en-US">
              <a:solidFill>
                <a:prstClr val="black"/>
              </a:solidFill>
            </a:endParaRPr>
          </a:p>
        </p:txBody>
      </p:sp>
    </p:spTree>
    <p:extLst>
      <p:ext uri="{BB962C8B-B14F-4D97-AF65-F5344CB8AC3E}">
        <p14:creationId xmlns:p14="http://schemas.microsoft.com/office/powerpoint/2010/main" val="256401380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26</a:t>
            </a:fld>
            <a:endParaRPr lang="en-US">
              <a:solidFill>
                <a:prstClr val="black"/>
              </a:solidFill>
            </a:endParaRPr>
          </a:p>
        </p:txBody>
      </p:sp>
    </p:spTree>
    <p:extLst>
      <p:ext uri="{BB962C8B-B14F-4D97-AF65-F5344CB8AC3E}">
        <p14:creationId xmlns:p14="http://schemas.microsoft.com/office/powerpoint/2010/main" val="29641397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27</a:t>
            </a:fld>
            <a:endParaRPr lang="en-US">
              <a:solidFill>
                <a:prstClr val="black"/>
              </a:solidFill>
            </a:endParaRPr>
          </a:p>
        </p:txBody>
      </p:sp>
    </p:spTree>
    <p:extLst>
      <p:ext uri="{BB962C8B-B14F-4D97-AF65-F5344CB8AC3E}">
        <p14:creationId xmlns:p14="http://schemas.microsoft.com/office/powerpoint/2010/main" val="5172060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28</a:t>
            </a:fld>
            <a:endParaRPr lang="en-US">
              <a:solidFill>
                <a:prstClr val="black"/>
              </a:solidFill>
            </a:endParaRPr>
          </a:p>
        </p:txBody>
      </p:sp>
    </p:spTree>
    <p:extLst>
      <p:ext uri="{BB962C8B-B14F-4D97-AF65-F5344CB8AC3E}">
        <p14:creationId xmlns:p14="http://schemas.microsoft.com/office/powerpoint/2010/main" val="5034727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29</a:t>
            </a:fld>
            <a:endParaRPr lang="en-US">
              <a:solidFill>
                <a:prstClr val="black"/>
              </a:solidFill>
            </a:endParaRPr>
          </a:p>
        </p:txBody>
      </p:sp>
    </p:spTree>
    <p:extLst>
      <p:ext uri="{BB962C8B-B14F-4D97-AF65-F5344CB8AC3E}">
        <p14:creationId xmlns:p14="http://schemas.microsoft.com/office/powerpoint/2010/main" val="120391379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30</a:t>
            </a:fld>
            <a:endParaRPr lang="en-US">
              <a:solidFill>
                <a:prstClr val="black"/>
              </a:solidFill>
            </a:endParaRPr>
          </a:p>
        </p:txBody>
      </p:sp>
    </p:spTree>
    <p:extLst>
      <p:ext uri="{BB962C8B-B14F-4D97-AF65-F5344CB8AC3E}">
        <p14:creationId xmlns:p14="http://schemas.microsoft.com/office/powerpoint/2010/main" val="238500879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31</a:t>
            </a:fld>
            <a:endParaRPr lang="en-US">
              <a:solidFill>
                <a:prstClr val="black"/>
              </a:solidFill>
            </a:endParaRPr>
          </a:p>
        </p:txBody>
      </p:sp>
    </p:spTree>
    <p:extLst>
      <p:ext uri="{BB962C8B-B14F-4D97-AF65-F5344CB8AC3E}">
        <p14:creationId xmlns:p14="http://schemas.microsoft.com/office/powerpoint/2010/main" val="26199424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32</a:t>
            </a:fld>
            <a:endParaRPr lang="en-US">
              <a:solidFill>
                <a:prstClr val="black"/>
              </a:solidFill>
            </a:endParaRPr>
          </a:p>
        </p:txBody>
      </p:sp>
    </p:spTree>
    <p:extLst>
      <p:ext uri="{BB962C8B-B14F-4D97-AF65-F5344CB8AC3E}">
        <p14:creationId xmlns:p14="http://schemas.microsoft.com/office/powerpoint/2010/main" val="2695701685"/>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33</a:t>
            </a:fld>
            <a:endParaRPr lang="en-US">
              <a:solidFill>
                <a:prstClr val="black"/>
              </a:solidFill>
            </a:endParaRPr>
          </a:p>
        </p:txBody>
      </p:sp>
    </p:spTree>
    <p:extLst>
      <p:ext uri="{BB962C8B-B14F-4D97-AF65-F5344CB8AC3E}">
        <p14:creationId xmlns:p14="http://schemas.microsoft.com/office/powerpoint/2010/main" val="30660424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34</a:t>
            </a:fld>
            <a:endParaRPr lang="en-US">
              <a:solidFill>
                <a:prstClr val="black"/>
              </a:solidFill>
            </a:endParaRPr>
          </a:p>
        </p:txBody>
      </p:sp>
    </p:spTree>
    <p:extLst>
      <p:ext uri="{BB962C8B-B14F-4D97-AF65-F5344CB8AC3E}">
        <p14:creationId xmlns:p14="http://schemas.microsoft.com/office/powerpoint/2010/main" val="142702650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35</a:t>
            </a:fld>
            <a:endParaRPr lang="en-US">
              <a:solidFill>
                <a:prstClr val="black"/>
              </a:solidFill>
            </a:endParaRPr>
          </a:p>
        </p:txBody>
      </p:sp>
    </p:spTree>
    <p:extLst>
      <p:ext uri="{BB962C8B-B14F-4D97-AF65-F5344CB8AC3E}">
        <p14:creationId xmlns:p14="http://schemas.microsoft.com/office/powerpoint/2010/main" val="20877618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36</a:t>
            </a:fld>
            <a:endParaRPr lang="en-US">
              <a:solidFill>
                <a:prstClr val="black"/>
              </a:solidFill>
            </a:endParaRPr>
          </a:p>
        </p:txBody>
      </p:sp>
    </p:spTree>
    <p:extLst>
      <p:ext uri="{BB962C8B-B14F-4D97-AF65-F5344CB8AC3E}">
        <p14:creationId xmlns:p14="http://schemas.microsoft.com/office/powerpoint/2010/main" val="30999713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37</a:t>
            </a:fld>
            <a:endParaRPr lang="en-US">
              <a:solidFill>
                <a:prstClr val="black"/>
              </a:solidFill>
            </a:endParaRPr>
          </a:p>
        </p:txBody>
      </p:sp>
    </p:spTree>
    <p:extLst>
      <p:ext uri="{BB962C8B-B14F-4D97-AF65-F5344CB8AC3E}">
        <p14:creationId xmlns:p14="http://schemas.microsoft.com/office/powerpoint/2010/main" val="73598814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38</a:t>
            </a:fld>
            <a:endParaRPr lang="en-US">
              <a:solidFill>
                <a:prstClr val="black"/>
              </a:solidFill>
            </a:endParaRPr>
          </a:p>
        </p:txBody>
      </p:sp>
    </p:spTree>
    <p:extLst>
      <p:ext uri="{BB962C8B-B14F-4D97-AF65-F5344CB8AC3E}">
        <p14:creationId xmlns:p14="http://schemas.microsoft.com/office/powerpoint/2010/main" val="86306188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39</a:t>
            </a:fld>
            <a:endParaRPr lang="en-US">
              <a:solidFill>
                <a:prstClr val="black"/>
              </a:solidFill>
            </a:endParaRPr>
          </a:p>
        </p:txBody>
      </p:sp>
    </p:spTree>
    <p:extLst>
      <p:ext uri="{BB962C8B-B14F-4D97-AF65-F5344CB8AC3E}">
        <p14:creationId xmlns:p14="http://schemas.microsoft.com/office/powerpoint/2010/main" val="278714289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40</a:t>
            </a:fld>
            <a:endParaRPr lang="en-US">
              <a:solidFill>
                <a:prstClr val="black"/>
              </a:solidFill>
            </a:endParaRPr>
          </a:p>
        </p:txBody>
      </p:sp>
    </p:spTree>
    <p:extLst>
      <p:ext uri="{BB962C8B-B14F-4D97-AF65-F5344CB8AC3E}">
        <p14:creationId xmlns:p14="http://schemas.microsoft.com/office/powerpoint/2010/main" val="72972230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41</a:t>
            </a:fld>
            <a:endParaRPr lang="en-US">
              <a:solidFill>
                <a:prstClr val="black"/>
              </a:solidFill>
            </a:endParaRPr>
          </a:p>
        </p:txBody>
      </p:sp>
    </p:spTree>
    <p:extLst>
      <p:ext uri="{BB962C8B-B14F-4D97-AF65-F5344CB8AC3E}">
        <p14:creationId xmlns:p14="http://schemas.microsoft.com/office/powerpoint/2010/main" val="71698806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42</a:t>
            </a:fld>
            <a:endParaRPr lang="en-US">
              <a:solidFill>
                <a:prstClr val="black"/>
              </a:solidFill>
            </a:endParaRPr>
          </a:p>
        </p:txBody>
      </p:sp>
    </p:spTree>
    <p:extLst>
      <p:ext uri="{BB962C8B-B14F-4D97-AF65-F5344CB8AC3E}">
        <p14:creationId xmlns:p14="http://schemas.microsoft.com/office/powerpoint/2010/main" val="403638736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43</a:t>
            </a:fld>
            <a:endParaRPr lang="en-US">
              <a:solidFill>
                <a:prstClr val="black"/>
              </a:solidFill>
            </a:endParaRPr>
          </a:p>
        </p:txBody>
      </p:sp>
    </p:spTree>
    <p:extLst>
      <p:ext uri="{BB962C8B-B14F-4D97-AF65-F5344CB8AC3E}">
        <p14:creationId xmlns:p14="http://schemas.microsoft.com/office/powerpoint/2010/main" val="172370821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44</a:t>
            </a:fld>
            <a:endParaRPr lang="en-US">
              <a:solidFill>
                <a:prstClr val="black"/>
              </a:solidFill>
            </a:endParaRPr>
          </a:p>
        </p:txBody>
      </p:sp>
    </p:spTree>
    <p:extLst>
      <p:ext uri="{BB962C8B-B14F-4D97-AF65-F5344CB8AC3E}">
        <p14:creationId xmlns:p14="http://schemas.microsoft.com/office/powerpoint/2010/main" val="22781616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45</a:t>
            </a:fld>
            <a:endParaRPr lang="en-US">
              <a:solidFill>
                <a:prstClr val="black"/>
              </a:solidFill>
            </a:endParaRPr>
          </a:p>
        </p:txBody>
      </p:sp>
    </p:spTree>
    <p:extLst>
      <p:ext uri="{BB962C8B-B14F-4D97-AF65-F5344CB8AC3E}">
        <p14:creationId xmlns:p14="http://schemas.microsoft.com/office/powerpoint/2010/main" val="269448869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46</a:t>
            </a:fld>
            <a:endParaRPr lang="en-US">
              <a:solidFill>
                <a:prstClr val="black"/>
              </a:solidFill>
            </a:endParaRPr>
          </a:p>
        </p:txBody>
      </p:sp>
    </p:spTree>
    <p:extLst>
      <p:ext uri="{BB962C8B-B14F-4D97-AF65-F5344CB8AC3E}">
        <p14:creationId xmlns:p14="http://schemas.microsoft.com/office/powerpoint/2010/main" val="266219949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47</a:t>
            </a:fld>
            <a:endParaRPr lang="en-US">
              <a:solidFill>
                <a:prstClr val="black"/>
              </a:solidFill>
            </a:endParaRPr>
          </a:p>
        </p:txBody>
      </p:sp>
    </p:spTree>
    <p:extLst>
      <p:ext uri="{BB962C8B-B14F-4D97-AF65-F5344CB8AC3E}">
        <p14:creationId xmlns:p14="http://schemas.microsoft.com/office/powerpoint/2010/main" val="248452459"/>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48</a:t>
            </a:fld>
            <a:endParaRPr lang="en-US">
              <a:solidFill>
                <a:prstClr val="black"/>
              </a:solidFill>
            </a:endParaRPr>
          </a:p>
        </p:txBody>
      </p:sp>
    </p:spTree>
    <p:extLst>
      <p:ext uri="{BB962C8B-B14F-4D97-AF65-F5344CB8AC3E}">
        <p14:creationId xmlns:p14="http://schemas.microsoft.com/office/powerpoint/2010/main" val="239847288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49</a:t>
            </a:fld>
            <a:endParaRPr lang="en-US">
              <a:solidFill>
                <a:prstClr val="black"/>
              </a:solidFill>
            </a:endParaRPr>
          </a:p>
        </p:txBody>
      </p:sp>
    </p:spTree>
    <p:extLst>
      <p:ext uri="{BB962C8B-B14F-4D97-AF65-F5344CB8AC3E}">
        <p14:creationId xmlns:p14="http://schemas.microsoft.com/office/powerpoint/2010/main" val="204198634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50</a:t>
            </a:fld>
            <a:endParaRPr lang="en-US">
              <a:solidFill>
                <a:prstClr val="black"/>
              </a:solidFill>
            </a:endParaRPr>
          </a:p>
        </p:txBody>
      </p:sp>
    </p:spTree>
    <p:extLst>
      <p:ext uri="{BB962C8B-B14F-4D97-AF65-F5344CB8AC3E}">
        <p14:creationId xmlns:p14="http://schemas.microsoft.com/office/powerpoint/2010/main" val="538458117"/>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51</a:t>
            </a:fld>
            <a:endParaRPr lang="en-US">
              <a:solidFill>
                <a:prstClr val="black"/>
              </a:solidFill>
            </a:endParaRPr>
          </a:p>
        </p:txBody>
      </p:sp>
    </p:spTree>
    <p:extLst>
      <p:ext uri="{BB962C8B-B14F-4D97-AF65-F5344CB8AC3E}">
        <p14:creationId xmlns:p14="http://schemas.microsoft.com/office/powerpoint/2010/main" val="47170291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52</a:t>
            </a:fld>
            <a:endParaRPr lang="en-US">
              <a:solidFill>
                <a:prstClr val="black"/>
              </a:solidFill>
            </a:endParaRPr>
          </a:p>
        </p:txBody>
      </p:sp>
    </p:spTree>
    <p:extLst>
      <p:ext uri="{BB962C8B-B14F-4D97-AF65-F5344CB8AC3E}">
        <p14:creationId xmlns:p14="http://schemas.microsoft.com/office/powerpoint/2010/main" val="224052136"/>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53</a:t>
            </a:fld>
            <a:endParaRPr lang="en-US">
              <a:solidFill>
                <a:prstClr val="black"/>
              </a:solidFill>
            </a:endParaRPr>
          </a:p>
        </p:txBody>
      </p:sp>
    </p:spTree>
    <p:extLst>
      <p:ext uri="{BB962C8B-B14F-4D97-AF65-F5344CB8AC3E}">
        <p14:creationId xmlns:p14="http://schemas.microsoft.com/office/powerpoint/2010/main" val="225188570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54</a:t>
            </a:fld>
            <a:endParaRPr lang="en-US">
              <a:solidFill>
                <a:prstClr val="black"/>
              </a:solidFill>
            </a:endParaRPr>
          </a:p>
        </p:txBody>
      </p:sp>
    </p:spTree>
    <p:extLst>
      <p:ext uri="{BB962C8B-B14F-4D97-AF65-F5344CB8AC3E}">
        <p14:creationId xmlns:p14="http://schemas.microsoft.com/office/powerpoint/2010/main" val="370718888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55</a:t>
            </a:fld>
            <a:endParaRPr lang="en-US">
              <a:solidFill>
                <a:prstClr val="black"/>
              </a:solidFill>
            </a:endParaRPr>
          </a:p>
        </p:txBody>
      </p:sp>
    </p:spTree>
    <p:extLst>
      <p:ext uri="{BB962C8B-B14F-4D97-AF65-F5344CB8AC3E}">
        <p14:creationId xmlns:p14="http://schemas.microsoft.com/office/powerpoint/2010/main" val="285010888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881F64-38B6-442F-BAD6-2D03BCFD5B11}" type="slidenum">
              <a:rPr lang="en-US" smtClean="0">
                <a:solidFill>
                  <a:prstClr val="black"/>
                </a:solidFill>
              </a:rPr>
              <a:pPr/>
              <a:t>56</a:t>
            </a:fld>
            <a:endParaRPr lang="en-US">
              <a:solidFill>
                <a:prstClr val="black"/>
              </a:solidFill>
            </a:endParaRPr>
          </a:p>
        </p:txBody>
      </p:sp>
    </p:spTree>
    <p:extLst>
      <p:ext uri="{BB962C8B-B14F-4D97-AF65-F5344CB8AC3E}">
        <p14:creationId xmlns:p14="http://schemas.microsoft.com/office/powerpoint/2010/main" val="97461470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solidFill>
                  <a:prstClr val="black"/>
                </a:solidFill>
                <a:latin typeface="Calibri" pitchFamily="34" charset="0"/>
              </a:rPr>
              <a:pPr/>
              <a:t>57</a:t>
            </a:fld>
            <a:endParaRPr lang="en-US">
              <a:solidFill>
                <a:prstClr val="black"/>
              </a:solidFill>
              <a:latin typeface="Calibri" pitchFamily="34"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1031"/>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charset="0"/>
                <a:cs typeface="Arial" charset="0"/>
              </a:defRPr>
            </a:lvl1pPr>
            <a:lvl2pPr marL="742950" indent="-28575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fld id="{96C858E7-ADF8-44F4-9725-358398E79A0E}" type="slidenum">
              <a:rPr lang="en-US" smtClean="0">
                <a:latin typeface="Calibri" pitchFamily="34" charset="0"/>
              </a:rPr>
              <a:pPr/>
              <a:t>58</a:t>
            </a:fld>
            <a:endParaRPr lang="en-US">
              <a:latin typeface="Calibri"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9" name="Title 1"/>
          <p:cNvSpPr txBox="1">
            <a:spLocks/>
          </p:cNvSpPr>
          <p:nvPr userDrawn="1"/>
        </p:nvSpPr>
        <p:spPr>
          <a:xfrm>
            <a:off x="1219200" y="5486400"/>
            <a:ext cx="3581400" cy="685800"/>
          </a:xfrm>
          <a:prstGeom prst="rect">
            <a:avLst/>
          </a:prstGeom>
        </p:spPr>
        <p:txBody>
          <a:bodyPr vert="horz" lIns="91440" tIns="45720" rIns="91440" bIns="45720" rtlCol="0" anchor="ctr">
            <a:normAutofit lnSpcReduction="10000"/>
          </a:bodyPr>
          <a:lstStyle>
            <a:lvl1pPr algn="l">
              <a:defRPr sz="4800">
                <a:latin typeface="Arial Black" pitchFamily="34" charset="0"/>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000" b="0" i="0" u="none" strike="noStrike" kern="1200" cap="none" spc="0" normalizeH="0" baseline="0" noProof="0" dirty="0">
                <a:ln>
                  <a:noFill/>
                </a:ln>
                <a:solidFill>
                  <a:schemeClr val="tx1"/>
                </a:solidFill>
                <a:effectLst/>
                <a:uLnTx/>
                <a:uFillTx/>
                <a:latin typeface="Arial Black" pitchFamily="34" charset="0"/>
                <a:ea typeface="+mj-ea"/>
                <a:cs typeface="+mj-cs"/>
              </a:rPr>
              <a:t>Your Interactive Guide to the Digital World</a:t>
            </a:r>
          </a:p>
        </p:txBody>
      </p:sp>
      <p:sp>
        <p:nvSpPr>
          <p:cNvPr id="10" name="Rectangle 9"/>
          <p:cNvSpPr/>
          <p:nvPr userDrawn="1"/>
        </p:nvSpPr>
        <p:spPr>
          <a:xfrm>
            <a:off x="0" y="4267200"/>
            <a:ext cx="4876800" cy="1077218"/>
          </a:xfrm>
          <a:prstGeom prst="rect">
            <a:avLst/>
          </a:prstGeom>
        </p:spPr>
        <p:txBody>
          <a:bodyPr wrap="square">
            <a:spAutoFit/>
          </a:bodyPr>
          <a:lstStyle/>
          <a:p>
            <a:r>
              <a:rPr lang="en-US" sz="3200" dirty="0">
                <a:latin typeface="Arial Black" pitchFamily="34" charset="0"/>
              </a:rPr>
              <a:t>Discovering </a:t>
            </a:r>
            <a:br>
              <a:rPr lang="en-US" sz="3200" dirty="0">
                <a:latin typeface="Arial Black" pitchFamily="34" charset="0"/>
              </a:rPr>
            </a:br>
            <a:r>
              <a:rPr lang="en-US" sz="3200" dirty="0">
                <a:latin typeface="Arial Black" pitchFamily="34" charset="0"/>
              </a:rPr>
              <a:t>	Computers 2012</a:t>
            </a:r>
          </a:p>
        </p:txBody>
      </p:sp>
      <p:pic>
        <p:nvPicPr>
          <p:cNvPr id="1028" name="Picture 4"/>
          <p:cNvPicPr>
            <a:picLocks noChangeAspect="1" noChangeArrowheads="1"/>
          </p:cNvPicPr>
          <p:nvPr userDrawn="1"/>
        </p:nvPicPr>
        <p:blipFill>
          <a:blip r:embed="rId2" cstate="print"/>
          <a:srcRect/>
          <a:stretch>
            <a:fillRect/>
          </a:stretch>
        </p:blipFill>
        <p:spPr bwMode="auto">
          <a:xfrm>
            <a:off x="5186606" y="3276600"/>
            <a:ext cx="3957394" cy="3581400"/>
          </a:xfrm>
          <a:prstGeom prst="rect">
            <a:avLst/>
          </a:prstGeom>
          <a:noFill/>
          <a:ln w="9525">
            <a:noFill/>
            <a:miter lim="800000"/>
            <a:headEnd/>
            <a:tailEnd/>
          </a:ln>
          <a:effectLst/>
        </p:spPr>
      </p:pic>
      <p:pic>
        <p:nvPicPr>
          <p:cNvPr id="1027" name="Picture 3"/>
          <p:cNvPicPr>
            <a:picLocks noChangeAspect="1" noChangeArrowheads="1"/>
          </p:cNvPicPr>
          <p:nvPr userDrawn="1"/>
        </p:nvPicPr>
        <p:blipFill>
          <a:blip r:embed="rId3" cstate="print"/>
          <a:srcRect/>
          <a:stretch>
            <a:fillRect/>
          </a:stretch>
        </p:blipFill>
        <p:spPr bwMode="auto">
          <a:xfrm>
            <a:off x="0" y="0"/>
            <a:ext cx="9144000" cy="3235890"/>
          </a:xfrm>
          <a:prstGeom prst="rect">
            <a:avLst/>
          </a:prstGeom>
          <a:ln>
            <a:noFill/>
          </a:ln>
          <a:effectLst>
            <a:outerShdw blurRad="292100" dist="139700" dir="2700000" algn="tl" rotWithShape="0">
              <a:srgbClr val="333333">
                <a:alpha val="65000"/>
              </a:srgbClr>
            </a:outerShdw>
          </a:effectLst>
        </p:spPr>
      </p:pic>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152400" y="1600200"/>
            <a:ext cx="8839200" cy="464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457200"/>
          </a:xfrm>
        </p:spPr>
        <p:txBody>
          <a:bodyPr>
            <a:normAutofit/>
          </a:bodyPr>
          <a:lstStyle>
            <a:lvl1pPr>
              <a:buNone/>
              <a:defRPr sz="1200"/>
            </a:lvl1pPr>
          </a:lstStyle>
          <a:p>
            <a:pPr lvl="0"/>
            <a:r>
              <a:rPr lang="en-US" dirty="0"/>
              <a:t>Page </a:t>
            </a:r>
          </a:p>
        </p:txBody>
      </p:sp>
      <p:sp>
        <p:nvSpPr>
          <p:cNvPr id="9"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a:t>Discovering Computers 2012: Chapter 1</a:t>
            </a:r>
            <a:endParaRPr lang="en-US" dirty="0"/>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8"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a:t>Discovering Computers 2012: Chapter 1</a:t>
            </a:r>
          </a:p>
        </p:txBody>
      </p:sp>
      <p:sp>
        <p:nvSpPr>
          <p:cNvPr id="9" name="Slide Number Placeholder 8"/>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
        <p:nvSpPr>
          <p:cNvPr id="10" name="Text Placeholder 7"/>
          <p:cNvSpPr>
            <a:spLocks noGrp="1"/>
          </p:cNvSpPr>
          <p:nvPr>
            <p:ph type="body" sz="quarter" idx="13" hasCustomPrompt="1"/>
          </p:nvPr>
        </p:nvSpPr>
        <p:spPr>
          <a:xfrm>
            <a:off x="152400" y="6400800"/>
            <a:ext cx="1676400" cy="304800"/>
          </a:xfrm>
        </p:spPr>
        <p:txBody>
          <a:bodyPr>
            <a:normAutofit/>
          </a:bodyPr>
          <a:lstStyle>
            <a:lvl1pPr>
              <a:buNone/>
              <a:defRPr sz="1200"/>
            </a:lvl1pPr>
          </a:lstStyle>
          <a:p>
            <a:pPr lvl="0"/>
            <a:r>
              <a:rPr lang="en-US" dirty="0"/>
              <a:t>Page </a:t>
            </a:r>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endParaRPr lang="en-US"/>
          </a:p>
        </p:txBody>
      </p:sp>
      <p:sp>
        <p:nvSpPr>
          <p:cNvPr id="4" name="Footer Placeholder 3"/>
          <p:cNvSpPr>
            <a:spLocks noGrp="1"/>
          </p:cNvSpPr>
          <p:nvPr>
            <p:ph type="ftr" sz="quarter" idx="11"/>
          </p:nvPr>
        </p:nvSpPr>
        <p:spPr/>
        <p:txBody>
          <a:bodyPr/>
          <a:lstStyle/>
          <a:p>
            <a:r>
              <a:rPr lang="en-US"/>
              <a:t>Discovering Computers 2012: Chapter 1</a:t>
            </a:r>
          </a:p>
        </p:txBody>
      </p:sp>
      <p:sp>
        <p:nvSpPr>
          <p:cNvPr id="5" name="Slide Number Placeholder 4"/>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endParaRPr lang="en-US"/>
          </a:p>
        </p:txBody>
      </p:sp>
      <p:sp>
        <p:nvSpPr>
          <p:cNvPr id="3" name="Footer Placeholder 2"/>
          <p:cNvSpPr>
            <a:spLocks noGrp="1"/>
          </p:cNvSpPr>
          <p:nvPr>
            <p:ph type="ftr" sz="quarter" idx="11"/>
          </p:nvPr>
        </p:nvSpPr>
        <p:spPr/>
        <p:txBody>
          <a:bodyPr/>
          <a:lstStyle/>
          <a:p>
            <a:r>
              <a:rPr lang="en-US"/>
              <a:t>Discovering Computers 2012: Chapter 1</a:t>
            </a:r>
          </a:p>
        </p:txBody>
      </p:sp>
      <p:sp>
        <p:nvSpPr>
          <p:cNvPr id="4" name="Slide Number Placeholder 3"/>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a:p>
        </p:txBody>
      </p:sp>
      <p:sp>
        <p:nvSpPr>
          <p:cNvPr id="6" name="Footer Placeholder 5"/>
          <p:cNvSpPr>
            <a:spLocks noGrp="1"/>
          </p:cNvSpPr>
          <p:nvPr>
            <p:ph type="ftr" sz="quarter" idx="11"/>
          </p:nvPr>
        </p:nvSpPr>
        <p:spPr/>
        <p:txBody>
          <a:bodyPr/>
          <a:lstStyle/>
          <a:p>
            <a:r>
              <a:rPr lang="en-US"/>
              <a:t>Discovering Computers 2012: Chapter 1</a:t>
            </a:r>
          </a:p>
        </p:txBody>
      </p:sp>
      <p:sp>
        <p:nvSpPr>
          <p:cNvPr id="7" name="Slide Number Placeholder 6"/>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a:p>
        </p:txBody>
      </p:sp>
      <p:sp>
        <p:nvSpPr>
          <p:cNvPr id="5" name="Footer Placeholder 4"/>
          <p:cNvSpPr>
            <a:spLocks noGrp="1"/>
          </p:cNvSpPr>
          <p:nvPr>
            <p:ph type="ftr" sz="quarter" idx="11"/>
          </p:nvPr>
        </p:nvSpPr>
        <p:spPr/>
        <p:txBody>
          <a:bodyPr/>
          <a:lstStyle/>
          <a:p>
            <a:r>
              <a:rPr lang="en-US"/>
              <a:t>Discovering Computers 2012: Chapter 1</a:t>
            </a:r>
          </a:p>
        </p:txBody>
      </p:sp>
      <p:sp>
        <p:nvSpPr>
          <p:cNvPr id="6" name="Slide Number Placeholder 5"/>
          <p:cNvSpPr>
            <a:spLocks noGrp="1"/>
          </p:cNvSpPr>
          <p:nvPr>
            <p:ph type="sldNum" sz="quarter" idx="12"/>
          </p:nvPr>
        </p:nvSpPr>
        <p:spPr>
          <a:xfrm>
            <a:off x="8534400" y="6248400"/>
            <a:ext cx="609600" cy="609600"/>
          </a:xfrm>
          <a:prstGeom prst="rect">
            <a:avLst/>
          </a:prstGeom>
        </p:spPr>
        <p:txBody>
          <a:bodyPr/>
          <a:lstStyle/>
          <a:p>
            <a:fld id="{E1920792-1FFE-4123-96E7-9B6DC9FF0B06}" type="slidenum">
              <a:rPr lang="en-US" smtClean="0"/>
              <a:pPr/>
              <a:t>‹#›</a:t>
            </a:fld>
            <a:endParaRPr lang="en-US"/>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chor="t"/>
          <a:lstStyle/>
          <a:p>
            <a:r>
              <a:rPr lang="en-US"/>
              <a:t>Click to edit Master title style</a:t>
            </a:r>
            <a:endParaRPr lang="en-US" dirty="0"/>
          </a:p>
        </p:txBody>
      </p:sp>
      <p:sp>
        <p:nvSpPr>
          <p:cNvPr id="3" name="Content Placeholder 2"/>
          <p:cNvSpPr>
            <a:spLocks noGrp="1"/>
          </p:cNvSpPr>
          <p:nvPr>
            <p:ph idx="1"/>
          </p:nvPr>
        </p:nvSpPr>
        <p:spPr/>
        <p:txBody>
          <a:bodyPr/>
          <a:lstStyle>
            <a:lvl1pPr>
              <a:defRPr sz="3600">
                <a:latin typeface="+mn-lt"/>
              </a:defRPr>
            </a:lvl1pPr>
            <a:lvl2pPr>
              <a:buFont typeface="Wingdings" pitchFamily="2" charset="2"/>
              <a:buChar char="v"/>
              <a:defRPr sz="3200">
                <a:latin typeface="+mn-lt"/>
              </a:defRPr>
            </a:lvl2pPr>
            <a:lvl3pPr>
              <a:defRPr sz="2800">
                <a:latin typeface="+mn-lt"/>
              </a:defRPr>
            </a:lvl3pPr>
            <a:lvl4pPr>
              <a:buFont typeface="Wingdings" pitchFamily="2" charset="2"/>
              <a:buChar char="v"/>
              <a:defRPr sz="2400">
                <a:latin typeface="+mn-lt"/>
              </a:defRPr>
            </a:lvl4pPr>
            <a:lvl5pPr>
              <a:defRPr sz="20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Rectangle 12"/>
          <p:cNvSpPr>
            <a:spLocks noGrp="1" noChangeArrowheads="1"/>
          </p:cNvSpPr>
          <p:nvPr>
            <p:ph type="ftr" sz="quarter" idx="10"/>
          </p:nvPr>
        </p:nvSpPr>
        <p:spPr/>
        <p:txBody>
          <a:bodyPr/>
          <a:lstStyle>
            <a:lvl1pPr>
              <a:defRPr/>
            </a:lvl1pPr>
          </a:lstStyle>
          <a:p>
            <a:pPr>
              <a:defRPr/>
            </a:pPr>
            <a:r>
              <a:rPr lang="en-US"/>
              <a:t>Copyright © 2010 Pearson Education, Inc.</a:t>
            </a:r>
          </a:p>
        </p:txBody>
      </p:sp>
      <p:sp>
        <p:nvSpPr>
          <p:cNvPr id="5" name="Rectangle 13"/>
          <p:cNvSpPr>
            <a:spLocks noGrp="1" noChangeArrowheads="1"/>
          </p:cNvSpPr>
          <p:nvPr>
            <p:ph type="sldNum" sz="quarter" idx="11"/>
          </p:nvPr>
        </p:nvSpPr>
        <p:spPr/>
        <p:txBody>
          <a:bodyPr/>
          <a:lstStyle>
            <a:lvl1pPr>
              <a:defRPr/>
            </a:lvl1pPr>
          </a:lstStyle>
          <a:p>
            <a:pPr>
              <a:defRPr/>
            </a:pPr>
            <a:r>
              <a:rPr lang="en-US"/>
              <a:t>Slide 3-</a:t>
            </a:r>
            <a:fld id="{72C99F3E-92BD-47C6-B43F-19488E1C382F}" type="slidenum">
              <a:rPr lang="en-US"/>
              <a:pPr>
                <a:defRPr/>
              </a:pPr>
              <a:t>‹#›</a:t>
            </a:fld>
            <a:endParaRPr lang="en-US"/>
          </a:p>
        </p:txBody>
      </p:sp>
    </p:spTree>
    <p:extLst>
      <p:ext uri="{BB962C8B-B14F-4D97-AF65-F5344CB8AC3E}">
        <p14:creationId xmlns:p14="http://schemas.microsoft.com/office/powerpoint/2010/main" val="11532594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4">
                <a:lumMod val="20000"/>
                <a:lumOff val="80000"/>
              </a:schemeClr>
            </a:gs>
            <a:gs pos="64999">
              <a:srgbClr val="F0EBD5"/>
            </a:gs>
            <a:gs pos="100000">
              <a:srgbClr val="D1C39F"/>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400" y="152400"/>
            <a:ext cx="88392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52400" y="1600200"/>
            <a:ext cx="8839200" cy="46482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3"/>
          </p:nvPr>
        </p:nvSpPr>
        <p:spPr>
          <a:xfrm>
            <a:off x="1981200" y="6370637"/>
            <a:ext cx="4724400" cy="365125"/>
          </a:xfrm>
          <a:prstGeom prst="rect">
            <a:avLst/>
          </a:prstGeom>
        </p:spPr>
        <p:txBody>
          <a:bodyPr vert="horz" lIns="91440" tIns="45720" rIns="91440" bIns="45720" rtlCol="0" anchor="ctr"/>
          <a:lstStyle>
            <a:lvl1pPr algn="ctr">
              <a:defRPr sz="1200">
                <a:solidFill>
                  <a:schemeClr val="tx1"/>
                </a:solidFill>
              </a:defRPr>
            </a:lvl1pPr>
          </a:lstStyle>
          <a:p>
            <a:r>
              <a:rPr lang="en-US"/>
              <a:t>Discovering Computers 2012: Chapter 1</a:t>
            </a:r>
            <a:endParaRPr lang="en-US" dirty="0"/>
          </a:p>
        </p:txBody>
      </p:sp>
      <p:sp>
        <p:nvSpPr>
          <p:cNvPr id="9" name="Rectangle 8"/>
          <p:cNvSpPr/>
          <p:nvPr userDrawn="1"/>
        </p:nvSpPr>
        <p:spPr>
          <a:xfrm>
            <a:off x="0" y="1219200"/>
            <a:ext cx="9144000" cy="457200"/>
          </a:xfrm>
          <a:prstGeom prst="rect">
            <a:avLst/>
          </a:prstGeom>
          <a:gradFill flip="none" rotWithShape="1">
            <a:gsLst>
              <a:gs pos="0">
                <a:srgbClr val="DB7531"/>
              </a:gs>
              <a:gs pos="64999">
                <a:srgbClr val="F0EBD5"/>
              </a:gs>
              <a:gs pos="100000">
                <a:srgbClr val="D1C39F"/>
              </a:gs>
            </a:gsLst>
            <a:lin ang="2700000" scaled="1"/>
            <a:tileRect/>
          </a:gradFill>
          <a:ln>
            <a:noFill/>
          </a:ln>
          <a:effectLst>
            <a:softEdge rad="1270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userDrawn="1"/>
        </p:nvSpPr>
        <p:spPr>
          <a:xfrm>
            <a:off x="8534400" y="6248400"/>
            <a:ext cx="609600" cy="609600"/>
          </a:xfrm>
          <a:prstGeom prst="rect">
            <a:avLst/>
          </a:prstGeom>
          <a:solidFill>
            <a:srgbClr val="DB7531"/>
          </a:solidFill>
          <a:ln>
            <a:noFill/>
          </a:ln>
          <a:effectLst>
            <a:outerShdw blurRad="76200" dir="13500000" sy="23000" kx="1200000" algn="b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Slide Number Placeholder 5"/>
          <p:cNvSpPr>
            <a:spLocks noGrp="1"/>
          </p:cNvSpPr>
          <p:nvPr>
            <p:ph type="sldNum" sz="quarter" idx="4"/>
          </p:nvPr>
        </p:nvSpPr>
        <p:spPr>
          <a:xfrm>
            <a:off x="8534400" y="6248400"/>
            <a:ext cx="609600" cy="609600"/>
          </a:xfrm>
          <a:prstGeom prst="rect">
            <a:avLst/>
          </a:prstGeom>
        </p:spPr>
        <p:txBody>
          <a:bodyPr vert="horz" lIns="91440" tIns="45720" rIns="91440" bIns="45720" rtlCol="0" anchor="ctr"/>
          <a:lstStyle>
            <a:lvl1pPr algn="ctr">
              <a:defRPr sz="1200" b="1">
                <a:solidFill>
                  <a:srgbClr val="EEEBCA"/>
                </a:solidFill>
              </a:defRPr>
            </a:lvl1pPr>
          </a:lstStyle>
          <a:p>
            <a:fld id="{E1920792-1FFE-4123-96E7-9B6DC9FF0B06}"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p:fade/>
  </p:transition>
  <p:hf hdr="0" dt="0"/>
  <p:txStyles>
    <p:titleStyle>
      <a:lvl1pPr algn="l" defTabSz="914400" rtl="0" eaLnBrk="1" latinLnBrk="0" hangingPunct="1">
        <a:spcBef>
          <a:spcPct val="0"/>
        </a:spcBef>
        <a:buNone/>
        <a:defRPr sz="4000" b="1" kern="1200">
          <a:solidFill>
            <a:schemeClr val="accent4">
              <a:lumMod val="75000"/>
            </a:schemeClr>
          </a:solidFill>
          <a:latin typeface="+mj-lt"/>
          <a:ea typeface="+mj-ea"/>
          <a:cs typeface="Arial" pitchFamily="34" charset="0"/>
        </a:defRPr>
      </a:lvl1pPr>
    </p:titleStyle>
    <p:bodyStyle>
      <a:lvl1pPr marL="342900" indent="-342900" algn="l" defTabSz="914400" rtl="0" eaLnBrk="1" latinLnBrk="0" hangingPunct="1">
        <a:spcBef>
          <a:spcPct val="20000"/>
        </a:spcBef>
        <a:buClr>
          <a:schemeClr val="accent4">
            <a:lumMod val="75000"/>
          </a:schemeClr>
        </a:buClr>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Clr>
          <a:schemeClr val="accent4">
            <a:lumMod val="75000"/>
          </a:schemeClr>
        </a:buClr>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Clr>
          <a:schemeClr val="accent4">
            <a:lumMod val="75000"/>
          </a:schemeClr>
        </a:buClr>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Clr>
          <a:schemeClr val="accent4">
            <a:lumMod val="75000"/>
          </a:schemeClr>
        </a:buClr>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42.png"/></Relationships>
</file>

<file path=ppt/slides/_rels/slide5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6.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2252714448"/>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130371312"/>
              </p:ext>
            </p:extLst>
          </p:nvPr>
        </p:nvGraphicFramePr>
        <p:xfrm>
          <a:off x="152400" y="1196752"/>
          <a:ext cx="8839200" cy="49754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951097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9972E4C6-FDD6-4F32-8994-B9E0115268C3}"/>
                                            </p:graphicEl>
                                          </p:spTgt>
                                        </p:tgtEl>
                                        <p:attrNameLst>
                                          <p:attrName>style.visibility</p:attrName>
                                        </p:attrNameLst>
                                      </p:cBhvr>
                                      <p:to>
                                        <p:strVal val="visible"/>
                                      </p:to>
                                    </p:set>
                                    <p:animEffect transition="in" filter="dissolve">
                                      <p:cBhvr>
                                        <p:cTn id="7" dur="500"/>
                                        <p:tgtEl>
                                          <p:spTgt spid="7">
                                            <p:graphicEl>
                                              <a:dgm id="{9972E4C6-FDD6-4F32-8994-B9E0115268C3}"/>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Objectives Overview</a:t>
            </a:r>
          </a:p>
        </p:txBody>
      </p:sp>
      <p:graphicFrame>
        <p:nvGraphicFramePr>
          <p:cNvPr id="7" name="Content Placeholder 6"/>
          <p:cNvGraphicFramePr>
            <a:graphicFrameLocks noGrp="1"/>
          </p:cNvGraphicFramePr>
          <p:nvPr>
            <p:ph idx="1"/>
            <p:extLst>
              <p:ext uri="{D42A27DB-BD31-4B8C-83A1-F6EECF244321}">
                <p14:modId xmlns:p14="http://schemas.microsoft.com/office/powerpoint/2010/main" val="1449677020"/>
              </p:ext>
            </p:extLst>
          </p:nvPr>
        </p:nvGraphicFramePr>
        <p:xfrm>
          <a:off x="28135" y="1268760"/>
          <a:ext cx="8839200" cy="53285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515396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2000"/>
                                  </p:stCondLst>
                                  <p:childTnLst>
                                    <p:set>
                                      <p:cBhvr>
                                        <p:cTn id="6" dur="1" fill="hold">
                                          <p:stCondLst>
                                            <p:cond delay="0"/>
                                          </p:stCondLst>
                                        </p:cTn>
                                        <p:tgtEl>
                                          <p:spTgt spid="7">
                                            <p:graphicEl>
                                              <a:dgm id="{E43CDCF3-D5B2-4556-A6FF-1FBA940E878F}"/>
                                            </p:graphicEl>
                                          </p:spTgt>
                                        </p:tgtEl>
                                        <p:attrNameLst>
                                          <p:attrName>style.visibility</p:attrName>
                                        </p:attrNameLst>
                                      </p:cBhvr>
                                      <p:to>
                                        <p:strVal val="visible"/>
                                      </p:to>
                                    </p:set>
                                    <p:animEffect transition="in" filter="dissolve">
                                      <p:cBhvr>
                                        <p:cTn id="7" dur="500"/>
                                        <p:tgtEl>
                                          <p:spTgt spid="7">
                                            <p:graphicEl>
                                              <a:dgm id="{E43CDCF3-D5B2-4556-A6FF-1FBA940E878F}"/>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2000"/>
                                  </p:stCondLst>
                                  <p:childTnLst>
                                    <p:set>
                                      <p:cBhvr>
                                        <p:cTn id="11" dur="1" fill="hold">
                                          <p:stCondLst>
                                            <p:cond delay="0"/>
                                          </p:stCondLst>
                                        </p:cTn>
                                        <p:tgtEl>
                                          <p:spTgt spid="7">
                                            <p:graphicEl>
                                              <a:dgm id="{08678D36-F832-48B7-8548-C43AEE1F6A43}"/>
                                            </p:graphicEl>
                                          </p:spTgt>
                                        </p:tgtEl>
                                        <p:attrNameLst>
                                          <p:attrName>style.visibility</p:attrName>
                                        </p:attrNameLst>
                                      </p:cBhvr>
                                      <p:to>
                                        <p:strVal val="visible"/>
                                      </p:to>
                                    </p:set>
                                    <p:animEffect transition="in" filter="dissolve">
                                      <p:cBhvr>
                                        <p:cTn id="12" dur="500"/>
                                        <p:tgtEl>
                                          <p:spTgt spid="7">
                                            <p:graphicEl>
                                              <a:dgm id="{08678D36-F832-48B7-8548-C43AEE1F6A43}"/>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2000"/>
                                  </p:stCondLst>
                                  <p:childTnLst>
                                    <p:set>
                                      <p:cBhvr>
                                        <p:cTn id="16" dur="1" fill="hold">
                                          <p:stCondLst>
                                            <p:cond delay="0"/>
                                          </p:stCondLst>
                                        </p:cTn>
                                        <p:tgtEl>
                                          <p:spTgt spid="7">
                                            <p:graphicEl>
                                              <a:dgm id="{D32AB574-D896-42B8-809A-74BD322B19E9}"/>
                                            </p:graphicEl>
                                          </p:spTgt>
                                        </p:tgtEl>
                                        <p:attrNameLst>
                                          <p:attrName>style.visibility</p:attrName>
                                        </p:attrNameLst>
                                      </p:cBhvr>
                                      <p:to>
                                        <p:strVal val="visible"/>
                                      </p:to>
                                    </p:set>
                                    <p:animEffect transition="in" filter="dissolve">
                                      <p:cBhvr>
                                        <p:cTn id="17" dur="500"/>
                                        <p:tgtEl>
                                          <p:spTgt spid="7">
                                            <p:graphicEl>
                                              <a:dgm id="{D32AB574-D896-42B8-809A-74BD322B19E9}"/>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2000"/>
                                  </p:stCondLst>
                                  <p:childTnLst>
                                    <p:set>
                                      <p:cBhvr>
                                        <p:cTn id="21" dur="1" fill="hold">
                                          <p:stCondLst>
                                            <p:cond delay="0"/>
                                          </p:stCondLst>
                                        </p:cTn>
                                        <p:tgtEl>
                                          <p:spTgt spid="7">
                                            <p:graphicEl>
                                              <a:dgm id="{4F3BB94F-726F-42B1-B2C9-9077543F3D05}"/>
                                            </p:graphicEl>
                                          </p:spTgt>
                                        </p:tgtEl>
                                        <p:attrNameLst>
                                          <p:attrName>style.visibility</p:attrName>
                                        </p:attrNameLst>
                                      </p:cBhvr>
                                      <p:to>
                                        <p:strVal val="visible"/>
                                      </p:to>
                                    </p:set>
                                    <p:animEffect transition="in" filter="dissolve">
                                      <p:cBhvr>
                                        <p:cTn id="22" dur="500"/>
                                        <p:tgtEl>
                                          <p:spTgt spid="7">
                                            <p:graphicEl>
                                              <a:dgm id="{4F3BB94F-726F-42B1-B2C9-9077543F3D05}"/>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p:bldSub>
          <a:bldDgm bld="one"/>
        </p:bldSub>
      </p:bldGraphic>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Printing Documents</a:t>
            </a:r>
          </a:p>
        </p:txBody>
      </p:sp>
      <p:sp>
        <p:nvSpPr>
          <p:cNvPr id="3" name="Content Placeholder 2"/>
          <p:cNvSpPr>
            <a:spLocks noGrp="1"/>
          </p:cNvSpPr>
          <p:nvPr>
            <p:ph idx="1"/>
          </p:nvPr>
        </p:nvSpPr>
        <p:spPr>
          <a:xfrm>
            <a:off x="152400" y="404664"/>
            <a:ext cx="8839200" cy="6336704"/>
          </a:xfrm>
        </p:spPr>
        <p:txBody>
          <a:bodyPr>
            <a:normAutofit/>
          </a:bodyPr>
          <a:lstStyle/>
          <a:p>
            <a:pPr algn="just"/>
            <a:endParaRPr lang="en-US" dirty="0"/>
          </a:p>
          <a:p>
            <a:pPr algn="just"/>
            <a:r>
              <a:rPr lang="en-US" dirty="0"/>
              <a:t>Once you've created your document, you may want to </a:t>
            </a:r>
            <a:r>
              <a:rPr lang="en-US" b="1" dirty="0"/>
              <a:t>print</a:t>
            </a:r>
            <a:r>
              <a:rPr lang="en-US" dirty="0"/>
              <a:t> it to view and share your work </a:t>
            </a:r>
            <a:r>
              <a:rPr lang="en-US" b="1" dirty="0"/>
              <a:t>offline</a:t>
            </a:r>
            <a:r>
              <a:rPr lang="en-US" dirty="0"/>
              <a:t>. </a:t>
            </a:r>
          </a:p>
          <a:p>
            <a:pPr algn="just"/>
            <a:endParaRPr lang="en-US" dirty="0"/>
          </a:p>
          <a:p>
            <a:pPr algn="just"/>
            <a:r>
              <a:rPr lang="en-US" dirty="0"/>
              <a:t>It's easy to preview and print a document in Word using the </a:t>
            </a:r>
            <a:r>
              <a:rPr lang="en-US" b="1" dirty="0"/>
              <a:t>Print pane</a:t>
            </a:r>
            <a:r>
              <a:rPr lang="en-US" dirty="0"/>
              <a:t>.</a:t>
            </a:r>
          </a:p>
        </p:txBody>
      </p:sp>
    </p:spTree>
    <p:extLst>
      <p:ext uri="{BB962C8B-B14F-4D97-AF65-F5344CB8AC3E}">
        <p14:creationId xmlns:p14="http://schemas.microsoft.com/office/powerpoint/2010/main" val="1550378742"/>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access the Print pane</a:t>
            </a:r>
          </a:p>
        </p:txBody>
      </p:sp>
      <p:sp>
        <p:nvSpPr>
          <p:cNvPr id="3" name="Content Placeholder 2"/>
          <p:cNvSpPr>
            <a:spLocks noGrp="1"/>
          </p:cNvSpPr>
          <p:nvPr>
            <p:ph idx="1"/>
          </p:nvPr>
        </p:nvSpPr>
        <p:spPr>
          <a:xfrm>
            <a:off x="0" y="404664"/>
            <a:ext cx="9144000" cy="6453336"/>
          </a:xfrm>
        </p:spPr>
        <p:txBody>
          <a:bodyPr>
            <a:normAutofit/>
          </a:bodyPr>
          <a:lstStyle/>
          <a:p>
            <a:pPr algn="just"/>
            <a:r>
              <a:rPr lang="en-US" dirty="0"/>
              <a:t>Select the </a:t>
            </a:r>
            <a:r>
              <a:rPr lang="en-US" b="1" dirty="0"/>
              <a:t>File</a:t>
            </a:r>
            <a:r>
              <a:rPr lang="en-US" dirty="0"/>
              <a:t> tab. </a:t>
            </a:r>
            <a:r>
              <a:rPr lang="en-US" b="1" dirty="0"/>
              <a:t>Backstage view </a:t>
            </a:r>
            <a:r>
              <a:rPr lang="en-US" dirty="0"/>
              <a:t>will appear.</a:t>
            </a:r>
          </a:p>
          <a:p>
            <a:pPr algn="just"/>
            <a:endParaRPr lang="en-US" dirty="0"/>
          </a:p>
          <a:p>
            <a:pPr marL="0" indent="0" algn="just">
              <a:buNone/>
            </a:pPr>
            <a:endParaRPr lang="en-US" dirty="0"/>
          </a:p>
          <a:p>
            <a:pPr marL="0" indent="0" algn="just">
              <a:buNone/>
            </a:pPr>
            <a:endParaRPr lang="en-US" dirty="0"/>
          </a:p>
          <a:p>
            <a:pPr marL="0" indent="0" algn="just">
              <a:buNone/>
            </a:pPr>
            <a:endParaRPr lang="en-US" dirty="0"/>
          </a:p>
          <a:p>
            <a:pPr algn="just"/>
            <a:r>
              <a:rPr lang="en-US" dirty="0"/>
              <a:t>Select </a:t>
            </a:r>
            <a:r>
              <a:rPr lang="en-US" b="1" dirty="0"/>
              <a:t>Print</a:t>
            </a:r>
            <a:r>
              <a:rPr lang="en-US" dirty="0"/>
              <a:t>. The </a:t>
            </a:r>
            <a:r>
              <a:rPr lang="en-US" b="1" dirty="0"/>
              <a:t>Print pane </a:t>
            </a:r>
            <a:r>
              <a:rPr lang="en-US" dirty="0"/>
              <a:t>will appear.</a:t>
            </a:r>
          </a:p>
          <a:p>
            <a:pPr algn="just"/>
            <a:endParaRPr lang="en-US" dirty="0"/>
          </a:p>
          <a:p>
            <a:pPr algn="just"/>
            <a:endParaRPr lang="en-US" dirty="0"/>
          </a:p>
          <a:p>
            <a:pPr algn="just"/>
            <a:endParaRPr lang="en-US" dirty="0"/>
          </a:p>
        </p:txBody>
      </p:sp>
      <p:pic>
        <p:nvPicPr>
          <p:cNvPr id="6" name="Picture 5">
            <a:extLst>
              <a:ext uri="{FF2B5EF4-FFF2-40B4-BE49-F238E27FC236}">
                <a16:creationId xmlns:a16="http://schemas.microsoft.com/office/drawing/2014/main" id="{DDBCC0C0-EF48-43A5-B588-2E96893F05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7704" y="1196752"/>
            <a:ext cx="5688632" cy="1512168"/>
          </a:xfrm>
          <a:prstGeom prst="rect">
            <a:avLst/>
          </a:prstGeom>
        </p:spPr>
      </p:pic>
      <p:pic>
        <p:nvPicPr>
          <p:cNvPr id="8" name="Picture 7">
            <a:extLst>
              <a:ext uri="{FF2B5EF4-FFF2-40B4-BE49-F238E27FC236}">
                <a16:creationId xmlns:a16="http://schemas.microsoft.com/office/drawing/2014/main" id="{77ECB3F8-A42A-4728-950D-F651DEC1651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18086" y="3967832"/>
            <a:ext cx="1994073" cy="2890168"/>
          </a:xfrm>
          <a:prstGeom prst="rect">
            <a:avLst/>
          </a:prstGeom>
        </p:spPr>
      </p:pic>
    </p:spTree>
    <p:extLst>
      <p:ext uri="{BB962C8B-B14F-4D97-AF65-F5344CB8AC3E}">
        <p14:creationId xmlns:p14="http://schemas.microsoft.com/office/powerpoint/2010/main" val="2422958892"/>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access the Print pane</a:t>
            </a:r>
          </a:p>
        </p:txBody>
      </p:sp>
      <p:pic>
        <p:nvPicPr>
          <p:cNvPr id="5" name="Content Placeholder 4">
            <a:extLst>
              <a:ext uri="{FF2B5EF4-FFF2-40B4-BE49-F238E27FC236}">
                <a16:creationId xmlns:a16="http://schemas.microsoft.com/office/drawing/2014/main" id="{C6C3F4CD-9E78-4359-ADE0-57E01AF43F34}"/>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25288" y="404813"/>
            <a:ext cx="8893424" cy="5904507"/>
          </a:xfrm>
        </p:spPr>
      </p:pic>
      <p:sp>
        <p:nvSpPr>
          <p:cNvPr id="7" name="Rectangle 6">
            <a:extLst>
              <a:ext uri="{FF2B5EF4-FFF2-40B4-BE49-F238E27FC236}">
                <a16:creationId xmlns:a16="http://schemas.microsoft.com/office/drawing/2014/main" id="{BA255E74-4E1D-4480-AFFC-6C2A8F4DE119}"/>
              </a:ext>
            </a:extLst>
          </p:cNvPr>
          <p:cNvSpPr/>
          <p:nvPr/>
        </p:nvSpPr>
        <p:spPr>
          <a:xfrm>
            <a:off x="683568" y="6385451"/>
            <a:ext cx="7776864" cy="400110"/>
          </a:xfrm>
          <a:prstGeom prst="rect">
            <a:avLst/>
          </a:prstGeom>
        </p:spPr>
        <p:txBody>
          <a:bodyPr wrap="square">
            <a:spAutoFit/>
          </a:bodyPr>
          <a:lstStyle/>
          <a:p>
            <a:r>
              <a:rPr lang="en-US" sz="2000" b="1" dirty="0"/>
              <a:t>You can also access the Print pane by pressing </a:t>
            </a:r>
            <a:r>
              <a:rPr lang="en-US" sz="2000" b="1" dirty="0" err="1"/>
              <a:t>Ctrl+P</a:t>
            </a:r>
            <a:r>
              <a:rPr lang="en-US" sz="2000" b="1" dirty="0"/>
              <a:t> on your keyboard.</a:t>
            </a:r>
          </a:p>
        </p:txBody>
      </p:sp>
    </p:spTree>
    <p:extLst>
      <p:ext uri="{BB962C8B-B14F-4D97-AF65-F5344CB8AC3E}">
        <p14:creationId xmlns:p14="http://schemas.microsoft.com/office/powerpoint/2010/main" val="226101271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GB" dirty="0"/>
              <a:t>Printing Documents</a:t>
            </a:r>
            <a:endParaRPr lang="en-US" dirty="0"/>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endParaRPr lang="en-GB" sz="2800" b="1" dirty="0">
              <a:solidFill>
                <a:srgbClr val="FF0000"/>
              </a:solidFill>
            </a:endParaRPr>
          </a:p>
          <a:p>
            <a:pPr marL="0" indent="0" algn="ctr">
              <a:buNone/>
            </a:pPr>
            <a:endParaRPr lang="en-GB" sz="2800" b="1" dirty="0">
              <a:solidFill>
                <a:srgbClr val="FF0000"/>
              </a:solidFill>
            </a:endParaRPr>
          </a:p>
        </p:txBody>
      </p:sp>
      <p:pic>
        <p:nvPicPr>
          <p:cNvPr id="327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953528"/>
            <a:ext cx="8784976" cy="578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4933602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GB" dirty="0"/>
              <a:t>Printing Documents</a:t>
            </a:r>
            <a:endParaRPr lang="en-US" dirty="0"/>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endParaRPr lang="en-GB" sz="2800" b="1" dirty="0">
              <a:solidFill>
                <a:srgbClr val="FF0000"/>
              </a:solidFill>
            </a:endParaRPr>
          </a:p>
          <a:p>
            <a:pPr marL="0" indent="0" algn="ctr">
              <a:buNone/>
            </a:pPr>
            <a:endParaRPr lang="en-GB" sz="2800" b="1" dirty="0">
              <a:solidFill>
                <a:srgbClr val="FF0000"/>
              </a:solidFill>
            </a:endParaRPr>
          </a:p>
        </p:txBody>
      </p:sp>
      <p:pic>
        <p:nvPicPr>
          <p:cNvPr id="337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980728"/>
            <a:ext cx="8640960" cy="5688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44546038"/>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print a document</a:t>
            </a:r>
          </a:p>
        </p:txBody>
      </p:sp>
      <p:sp>
        <p:nvSpPr>
          <p:cNvPr id="3" name="Content Placeholder 2"/>
          <p:cNvSpPr>
            <a:spLocks noGrp="1"/>
          </p:cNvSpPr>
          <p:nvPr>
            <p:ph idx="1"/>
          </p:nvPr>
        </p:nvSpPr>
        <p:spPr>
          <a:xfrm>
            <a:off x="0" y="404664"/>
            <a:ext cx="9144000" cy="6453336"/>
          </a:xfrm>
        </p:spPr>
        <p:txBody>
          <a:bodyPr>
            <a:normAutofit/>
          </a:bodyPr>
          <a:lstStyle/>
          <a:p>
            <a:pPr algn="just"/>
            <a:r>
              <a:rPr lang="en-US" dirty="0"/>
              <a:t>Navigate to the </a:t>
            </a:r>
            <a:r>
              <a:rPr lang="en-US" b="1" dirty="0"/>
              <a:t>Print pane</a:t>
            </a:r>
            <a:r>
              <a:rPr lang="en-US" dirty="0"/>
              <a:t>, then select the desired </a:t>
            </a:r>
            <a:r>
              <a:rPr lang="en-US" b="1" dirty="0"/>
              <a:t>printer</a:t>
            </a:r>
            <a:r>
              <a:rPr lang="en-US" dirty="0"/>
              <a:t>.</a:t>
            </a:r>
          </a:p>
          <a:p>
            <a:pPr algn="just"/>
            <a:endParaRPr lang="en-US" dirty="0"/>
          </a:p>
        </p:txBody>
      </p:sp>
      <p:pic>
        <p:nvPicPr>
          <p:cNvPr id="5" name="Picture 4">
            <a:extLst>
              <a:ext uri="{FF2B5EF4-FFF2-40B4-BE49-F238E27FC236}">
                <a16:creationId xmlns:a16="http://schemas.microsoft.com/office/drawing/2014/main" id="{FA98EE5D-64A1-40EA-9218-20A2193005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90874" y="1628800"/>
            <a:ext cx="3613373" cy="5112568"/>
          </a:xfrm>
          <a:prstGeom prst="rect">
            <a:avLst/>
          </a:prstGeom>
        </p:spPr>
      </p:pic>
    </p:spTree>
    <p:extLst>
      <p:ext uri="{BB962C8B-B14F-4D97-AF65-F5344CB8AC3E}">
        <p14:creationId xmlns:p14="http://schemas.microsoft.com/office/powerpoint/2010/main" val="2376709506"/>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print a document</a:t>
            </a:r>
          </a:p>
        </p:txBody>
      </p:sp>
      <p:sp>
        <p:nvSpPr>
          <p:cNvPr id="3" name="Content Placeholder 2"/>
          <p:cNvSpPr>
            <a:spLocks noGrp="1"/>
          </p:cNvSpPr>
          <p:nvPr>
            <p:ph idx="1"/>
          </p:nvPr>
        </p:nvSpPr>
        <p:spPr>
          <a:xfrm>
            <a:off x="0" y="404664"/>
            <a:ext cx="9144000" cy="6453336"/>
          </a:xfrm>
        </p:spPr>
        <p:txBody>
          <a:bodyPr>
            <a:normAutofit/>
          </a:bodyPr>
          <a:lstStyle/>
          <a:p>
            <a:pPr algn="just"/>
            <a:r>
              <a:rPr lang="en-US" dirty="0"/>
              <a:t>Enter the number of </a:t>
            </a:r>
            <a:r>
              <a:rPr lang="en-US" b="1" dirty="0"/>
              <a:t>copies</a:t>
            </a:r>
            <a:r>
              <a:rPr lang="en-US" dirty="0"/>
              <a:t> you want to print.</a:t>
            </a:r>
          </a:p>
          <a:p>
            <a:pPr algn="just"/>
            <a:endParaRPr lang="en-US" dirty="0"/>
          </a:p>
        </p:txBody>
      </p:sp>
      <p:pic>
        <p:nvPicPr>
          <p:cNvPr id="6" name="Picture 5">
            <a:extLst>
              <a:ext uri="{FF2B5EF4-FFF2-40B4-BE49-F238E27FC236}">
                <a16:creationId xmlns:a16="http://schemas.microsoft.com/office/drawing/2014/main" id="{6863E9CB-2620-4A52-A762-E4CA9B85B4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9792" y="1556792"/>
            <a:ext cx="3888431" cy="3600400"/>
          </a:xfrm>
          <a:prstGeom prst="rect">
            <a:avLst/>
          </a:prstGeom>
        </p:spPr>
      </p:pic>
    </p:spTree>
    <p:extLst>
      <p:ext uri="{BB962C8B-B14F-4D97-AF65-F5344CB8AC3E}">
        <p14:creationId xmlns:p14="http://schemas.microsoft.com/office/powerpoint/2010/main" val="2036998348"/>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print a document</a:t>
            </a:r>
          </a:p>
        </p:txBody>
      </p:sp>
      <p:sp>
        <p:nvSpPr>
          <p:cNvPr id="3" name="Content Placeholder 2"/>
          <p:cNvSpPr>
            <a:spLocks noGrp="1"/>
          </p:cNvSpPr>
          <p:nvPr>
            <p:ph idx="1"/>
          </p:nvPr>
        </p:nvSpPr>
        <p:spPr>
          <a:xfrm>
            <a:off x="0" y="404664"/>
            <a:ext cx="9144000" cy="6453336"/>
          </a:xfrm>
        </p:spPr>
        <p:txBody>
          <a:bodyPr>
            <a:normAutofit/>
          </a:bodyPr>
          <a:lstStyle/>
          <a:p>
            <a:pPr algn="just"/>
            <a:r>
              <a:rPr lang="en-US" dirty="0"/>
              <a:t>Select any additional </a:t>
            </a:r>
            <a:r>
              <a:rPr lang="en-US" b="1" dirty="0"/>
              <a:t>settings</a:t>
            </a:r>
            <a:r>
              <a:rPr lang="en-US" dirty="0"/>
              <a:t> if needed.</a:t>
            </a:r>
          </a:p>
          <a:p>
            <a:pPr algn="just"/>
            <a:r>
              <a:rPr lang="en-US" dirty="0"/>
              <a:t>Click Print.</a:t>
            </a:r>
          </a:p>
          <a:p>
            <a:pPr algn="just"/>
            <a:endParaRPr lang="en-US" dirty="0"/>
          </a:p>
        </p:txBody>
      </p:sp>
      <p:pic>
        <p:nvPicPr>
          <p:cNvPr id="5" name="Picture 4">
            <a:extLst>
              <a:ext uri="{FF2B5EF4-FFF2-40B4-BE49-F238E27FC236}">
                <a16:creationId xmlns:a16="http://schemas.microsoft.com/office/drawing/2014/main" id="{6835C7A8-D928-4C2F-894B-876D0A4921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35896" y="2152771"/>
            <a:ext cx="2965301" cy="4300140"/>
          </a:xfrm>
          <a:prstGeom prst="rect">
            <a:avLst/>
          </a:prstGeom>
        </p:spPr>
      </p:pic>
    </p:spTree>
    <p:extLst>
      <p:ext uri="{BB962C8B-B14F-4D97-AF65-F5344CB8AC3E}">
        <p14:creationId xmlns:p14="http://schemas.microsoft.com/office/powerpoint/2010/main" val="134566640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custom print a document</a:t>
            </a:r>
          </a:p>
        </p:txBody>
      </p:sp>
      <p:sp>
        <p:nvSpPr>
          <p:cNvPr id="3" name="Content Placeholder 2"/>
          <p:cNvSpPr>
            <a:spLocks noGrp="1"/>
          </p:cNvSpPr>
          <p:nvPr>
            <p:ph idx="1"/>
          </p:nvPr>
        </p:nvSpPr>
        <p:spPr>
          <a:xfrm>
            <a:off x="0" y="404664"/>
            <a:ext cx="9144000" cy="6453336"/>
          </a:xfrm>
        </p:spPr>
        <p:txBody>
          <a:bodyPr>
            <a:normAutofit/>
          </a:bodyPr>
          <a:lstStyle/>
          <a:p>
            <a:pPr algn="just"/>
            <a:r>
              <a:rPr lang="en-US" dirty="0"/>
              <a:t>If you'd like to print individual pages or page ranges, you'll need to separate each entry with a </a:t>
            </a:r>
            <a:r>
              <a:rPr lang="en-US" b="1" dirty="0"/>
              <a:t>comma</a:t>
            </a:r>
            <a:r>
              <a:rPr lang="en-US" dirty="0"/>
              <a:t> (1, 3, 5-7, or 10-14 for example).</a:t>
            </a:r>
          </a:p>
          <a:p>
            <a:pPr algn="just"/>
            <a:endParaRPr lang="en-US" dirty="0"/>
          </a:p>
          <a:p>
            <a:pPr algn="just"/>
            <a:r>
              <a:rPr lang="en-US" dirty="0"/>
              <a:t>Navigate to the Print pane.</a:t>
            </a:r>
          </a:p>
          <a:p>
            <a:pPr algn="just"/>
            <a:r>
              <a:rPr lang="en-US" dirty="0"/>
              <a:t>In the Pages: field, enter the pages you want to print.</a:t>
            </a:r>
          </a:p>
          <a:p>
            <a:pPr algn="just"/>
            <a:endParaRPr lang="en-US" dirty="0"/>
          </a:p>
          <a:p>
            <a:pPr algn="just"/>
            <a:r>
              <a:rPr lang="en-US" dirty="0"/>
              <a:t>Click Print.</a:t>
            </a:r>
          </a:p>
          <a:p>
            <a:pPr algn="just"/>
            <a:endParaRPr lang="en-US" dirty="0"/>
          </a:p>
          <a:p>
            <a:pPr algn="just"/>
            <a:endParaRPr lang="en-US" dirty="0"/>
          </a:p>
        </p:txBody>
      </p:sp>
      <p:pic>
        <p:nvPicPr>
          <p:cNvPr id="6" name="Picture 5">
            <a:extLst>
              <a:ext uri="{FF2B5EF4-FFF2-40B4-BE49-F238E27FC236}">
                <a16:creationId xmlns:a16="http://schemas.microsoft.com/office/drawing/2014/main" id="{DC184CE5-6525-4CD5-81BE-DAA0C31EF1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91880" y="3717032"/>
            <a:ext cx="3384376" cy="1309836"/>
          </a:xfrm>
          <a:prstGeom prst="rect">
            <a:avLst/>
          </a:prstGeom>
        </p:spPr>
      </p:pic>
      <p:pic>
        <p:nvPicPr>
          <p:cNvPr id="8" name="Picture 7">
            <a:extLst>
              <a:ext uri="{FF2B5EF4-FFF2-40B4-BE49-F238E27FC236}">
                <a16:creationId xmlns:a16="http://schemas.microsoft.com/office/drawing/2014/main" id="{C645FF5B-4790-488C-B767-AF51138EBF0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843808" y="5532741"/>
            <a:ext cx="1066800" cy="1208627"/>
          </a:xfrm>
          <a:prstGeom prst="rect">
            <a:avLst/>
          </a:prstGeom>
        </p:spPr>
      </p:pic>
    </p:spTree>
    <p:extLst>
      <p:ext uri="{BB962C8B-B14F-4D97-AF65-F5344CB8AC3E}">
        <p14:creationId xmlns:p14="http://schemas.microsoft.com/office/powerpoint/2010/main" val="3152267786"/>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algn="just"/>
            <a:r>
              <a:rPr lang="en-US" dirty="0"/>
              <a:t>Mail Merge is a useful tool that allows you to produce multiple letters, labels, envelopes, name tags, and more using information stored in a list, database, or spreadsheet. </a:t>
            </a:r>
          </a:p>
          <a:p>
            <a:pPr algn="just"/>
            <a:endParaRPr lang="en-US" dirty="0"/>
          </a:p>
          <a:p>
            <a:pPr algn="just"/>
            <a:r>
              <a:rPr lang="en-US" dirty="0"/>
              <a:t>When performing a Mail Merge, you will need a </a:t>
            </a:r>
            <a:r>
              <a:rPr lang="en-US" b="1" dirty="0"/>
              <a:t>Word document </a:t>
            </a:r>
            <a:r>
              <a:rPr lang="en-US" dirty="0"/>
              <a:t>(you can start with an existing one or create a new one) and a </a:t>
            </a:r>
            <a:r>
              <a:rPr lang="en-US" b="1" dirty="0"/>
              <a:t>recipient list</a:t>
            </a:r>
            <a:r>
              <a:rPr lang="en-US" dirty="0"/>
              <a:t>, which is typically an </a:t>
            </a:r>
            <a:r>
              <a:rPr lang="en-US" b="1" dirty="0"/>
              <a:t>Excel workbook</a:t>
            </a:r>
            <a:r>
              <a:rPr lang="en-US" dirty="0"/>
              <a:t>.</a:t>
            </a:r>
          </a:p>
        </p:txBody>
      </p:sp>
    </p:spTree>
    <p:extLst>
      <p:ext uri="{BB962C8B-B14F-4D97-AF65-F5344CB8AC3E}">
        <p14:creationId xmlns:p14="http://schemas.microsoft.com/office/powerpoint/2010/main" val="3449134989"/>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use Mail Merge</a:t>
            </a:r>
          </a:p>
        </p:txBody>
      </p:sp>
      <p:sp>
        <p:nvSpPr>
          <p:cNvPr id="3" name="Content Placeholder 2"/>
          <p:cNvSpPr>
            <a:spLocks noGrp="1"/>
          </p:cNvSpPr>
          <p:nvPr>
            <p:ph idx="1"/>
          </p:nvPr>
        </p:nvSpPr>
        <p:spPr>
          <a:xfrm>
            <a:off x="0" y="404664"/>
            <a:ext cx="9144000" cy="6453336"/>
          </a:xfrm>
        </p:spPr>
        <p:txBody>
          <a:bodyPr>
            <a:normAutofit/>
          </a:bodyPr>
          <a:lstStyle/>
          <a:p>
            <a:pPr algn="just"/>
            <a:r>
              <a:rPr lang="en-US" dirty="0"/>
              <a:t>Open an </a:t>
            </a:r>
            <a:r>
              <a:rPr lang="en-US" b="1" dirty="0"/>
              <a:t>existing Word</a:t>
            </a:r>
            <a:r>
              <a:rPr lang="en-US" dirty="0"/>
              <a:t> document or create a </a:t>
            </a:r>
            <a:r>
              <a:rPr lang="en-US" b="1" dirty="0"/>
              <a:t>new one</a:t>
            </a:r>
            <a:r>
              <a:rPr lang="en-US" dirty="0"/>
              <a:t>.</a:t>
            </a:r>
          </a:p>
          <a:p>
            <a:pPr algn="just"/>
            <a:r>
              <a:rPr lang="en-US" dirty="0"/>
              <a:t>From the </a:t>
            </a:r>
            <a:r>
              <a:rPr lang="en-US" b="1" dirty="0"/>
              <a:t>Mailings tab</a:t>
            </a:r>
            <a:r>
              <a:rPr lang="en-US" dirty="0"/>
              <a:t>, click the </a:t>
            </a:r>
            <a:r>
              <a:rPr lang="en-US" b="1" dirty="0"/>
              <a:t>Start Mail Merge command</a:t>
            </a:r>
            <a:r>
              <a:rPr lang="en-US" dirty="0"/>
              <a:t> and select </a:t>
            </a:r>
            <a:r>
              <a:rPr lang="en-US" b="1" dirty="0"/>
              <a:t>Step-by-Step Mail Merge Wizard</a:t>
            </a:r>
            <a:r>
              <a:rPr lang="en-US" dirty="0"/>
              <a:t> from the drop-down menu.</a:t>
            </a:r>
          </a:p>
        </p:txBody>
      </p:sp>
      <p:pic>
        <p:nvPicPr>
          <p:cNvPr id="5" name="Picture 4">
            <a:extLst>
              <a:ext uri="{FF2B5EF4-FFF2-40B4-BE49-F238E27FC236}">
                <a16:creationId xmlns:a16="http://schemas.microsoft.com/office/drawing/2014/main" id="{49D3D788-8833-4471-9135-D52026AE58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3688" y="3177489"/>
            <a:ext cx="6264696" cy="3563879"/>
          </a:xfrm>
          <a:prstGeom prst="rect">
            <a:avLst/>
          </a:prstGeom>
        </p:spPr>
      </p:pic>
    </p:spTree>
    <p:extLst>
      <p:ext uri="{BB962C8B-B14F-4D97-AF65-F5344CB8AC3E}">
        <p14:creationId xmlns:p14="http://schemas.microsoft.com/office/powerpoint/2010/main" val="1038422532"/>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algn="just"/>
            <a:r>
              <a:rPr lang="en-US" dirty="0"/>
              <a:t>Mail Merge is a useful tool that allows you to produce multiple letters, labels, envelopes, name tags, and more using information stored in a list, database, or spreadsheet. </a:t>
            </a:r>
          </a:p>
          <a:p>
            <a:pPr algn="just"/>
            <a:endParaRPr lang="en-US" dirty="0"/>
          </a:p>
          <a:p>
            <a:pPr algn="just"/>
            <a:r>
              <a:rPr lang="en-US" dirty="0"/>
              <a:t>When performing a Mail Merge, you will need a </a:t>
            </a:r>
            <a:r>
              <a:rPr lang="en-US" b="1" dirty="0"/>
              <a:t>Word document </a:t>
            </a:r>
            <a:r>
              <a:rPr lang="en-US" dirty="0"/>
              <a:t>(you can start with an existing one or create a new one) and a </a:t>
            </a:r>
            <a:r>
              <a:rPr lang="en-US" b="1" dirty="0"/>
              <a:t>recipient list</a:t>
            </a:r>
            <a:r>
              <a:rPr lang="en-US" dirty="0"/>
              <a:t>, which is typically an </a:t>
            </a:r>
            <a:r>
              <a:rPr lang="en-US" b="1" dirty="0"/>
              <a:t>Excel workbook</a:t>
            </a:r>
            <a:r>
              <a:rPr lang="en-US" dirty="0"/>
              <a:t>.</a:t>
            </a:r>
          </a:p>
        </p:txBody>
      </p:sp>
    </p:spTree>
    <p:extLst>
      <p:ext uri="{BB962C8B-B14F-4D97-AF65-F5344CB8AC3E}">
        <p14:creationId xmlns:p14="http://schemas.microsoft.com/office/powerpoint/2010/main" val="1878670949"/>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algn="just"/>
            <a:r>
              <a:rPr lang="en-US" dirty="0"/>
              <a:t>The Mail Merge pane will appear and guide you through the </a:t>
            </a:r>
            <a:r>
              <a:rPr lang="en-US" b="1" dirty="0"/>
              <a:t>six main steps</a:t>
            </a:r>
            <a:r>
              <a:rPr lang="en-US" dirty="0"/>
              <a:t> to complete a merge.</a:t>
            </a:r>
          </a:p>
          <a:p>
            <a:pPr algn="just"/>
            <a:endParaRPr lang="en-US" dirty="0"/>
          </a:p>
          <a:p>
            <a:pPr algn="just"/>
            <a:r>
              <a:rPr lang="en-US" dirty="0"/>
              <a:t>The following example demonstrates how to create a form letter and merge the letter with a </a:t>
            </a:r>
            <a:r>
              <a:rPr lang="en-US" b="1" dirty="0"/>
              <a:t>recipient list</a:t>
            </a:r>
            <a:r>
              <a:rPr lang="en-US" dirty="0"/>
              <a:t>.</a:t>
            </a:r>
          </a:p>
        </p:txBody>
      </p:sp>
    </p:spTree>
    <p:extLst>
      <p:ext uri="{BB962C8B-B14F-4D97-AF65-F5344CB8AC3E}">
        <p14:creationId xmlns:p14="http://schemas.microsoft.com/office/powerpoint/2010/main" val="3060031875"/>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1</a:t>
            </a:r>
            <a:endParaRPr lang="en-US" dirty="0"/>
          </a:p>
          <a:p>
            <a:pPr algn="just"/>
            <a:r>
              <a:rPr lang="en-US" dirty="0"/>
              <a:t>From the Mail Merge task pane on the right side of the Word window, choose the </a:t>
            </a:r>
            <a:r>
              <a:rPr lang="en-US" b="1" dirty="0"/>
              <a:t>type</a:t>
            </a:r>
            <a:r>
              <a:rPr lang="en-US" dirty="0"/>
              <a:t> of document you want to create. In our example, we'll select </a:t>
            </a:r>
            <a:r>
              <a:rPr lang="en-US" b="1" dirty="0"/>
              <a:t>Letters</a:t>
            </a:r>
            <a:r>
              <a:rPr lang="en-US" dirty="0"/>
              <a:t>. Then click </a:t>
            </a:r>
            <a:r>
              <a:rPr lang="en-US" b="1" dirty="0"/>
              <a:t>Next: Starting document </a:t>
            </a:r>
            <a:r>
              <a:rPr lang="en-US" dirty="0"/>
              <a:t>to move to Step 2.</a:t>
            </a:r>
          </a:p>
        </p:txBody>
      </p:sp>
      <p:pic>
        <p:nvPicPr>
          <p:cNvPr id="5" name="Picture 4">
            <a:extLst>
              <a:ext uri="{FF2B5EF4-FFF2-40B4-BE49-F238E27FC236}">
                <a16:creationId xmlns:a16="http://schemas.microsoft.com/office/drawing/2014/main" id="{6DD5D742-08E7-4CA5-A382-4783527DD9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23928" y="3140968"/>
            <a:ext cx="3240360" cy="3600400"/>
          </a:xfrm>
          <a:prstGeom prst="rect">
            <a:avLst/>
          </a:prstGeom>
        </p:spPr>
      </p:pic>
    </p:spTree>
    <p:extLst>
      <p:ext uri="{BB962C8B-B14F-4D97-AF65-F5344CB8AC3E}">
        <p14:creationId xmlns:p14="http://schemas.microsoft.com/office/powerpoint/2010/main" val="161695908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2</a:t>
            </a:r>
          </a:p>
          <a:p>
            <a:pPr marL="0" indent="0">
              <a:buNone/>
            </a:pPr>
            <a:r>
              <a:rPr lang="en-US" dirty="0"/>
              <a:t>Select </a:t>
            </a:r>
            <a:r>
              <a:rPr lang="en-US" b="1" dirty="0"/>
              <a:t>Use the current document</a:t>
            </a:r>
            <a:r>
              <a:rPr lang="en-US" dirty="0"/>
              <a:t>, then click </a:t>
            </a:r>
            <a:r>
              <a:rPr lang="en-US" b="1" dirty="0"/>
              <a:t>Next: Select recipients </a:t>
            </a:r>
            <a:r>
              <a:rPr lang="en-US" dirty="0"/>
              <a:t>to move to Step 3.</a:t>
            </a:r>
          </a:p>
        </p:txBody>
      </p:sp>
      <p:pic>
        <p:nvPicPr>
          <p:cNvPr id="8" name="Picture 7">
            <a:extLst>
              <a:ext uri="{FF2B5EF4-FFF2-40B4-BE49-F238E27FC236}">
                <a16:creationId xmlns:a16="http://schemas.microsoft.com/office/drawing/2014/main" id="{6C3BEC73-834F-4426-B598-2EB87E7852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1740" y="2132856"/>
            <a:ext cx="4680520" cy="4536504"/>
          </a:xfrm>
          <a:prstGeom prst="rect">
            <a:avLst/>
          </a:prstGeom>
        </p:spPr>
      </p:pic>
    </p:spTree>
    <p:extLst>
      <p:ext uri="{BB962C8B-B14F-4D97-AF65-F5344CB8AC3E}">
        <p14:creationId xmlns:p14="http://schemas.microsoft.com/office/powerpoint/2010/main" val="163544529"/>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3:</a:t>
            </a:r>
          </a:p>
          <a:p>
            <a:pPr marL="0" indent="0" algn="just">
              <a:buNone/>
            </a:pPr>
            <a:r>
              <a:rPr lang="en-US" dirty="0"/>
              <a:t>Now you'll need an address list so Word can automatically place each address into the document.</a:t>
            </a:r>
          </a:p>
          <a:p>
            <a:pPr marL="0" indent="0" algn="just">
              <a:buNone/>
            </a:pPr>
            <a:endParaRPr lang="en-US" dirty="0"/>
          </a:p>
          <a:p>
            <a:pPr marL="0" indent="0" algn="just">
              <a:buNone/>
            </a:pPr>
            <a:r>
              <a:rPr lang="en-US" dirty="0"/>
              <a:t>The list can be in an existing file, such as an </a:t>
            </a:r>
            <a:r>
              <a:rPr lang="en-US" b="1" dirty="0"/>
              <a:t>Excel workbook</a:t>
            </a:r>
            <a:r>
              <a:rPr lang="en-US" dirty="0"/>
              <a:t>, or you can </a:t>
            </a:r>
            <a:r>
              <a:rPr lang="en-US" b="1" dirty="0"/>
              <a:t>type a new address list </a:t>
            </a:r>
            <a:r>
              <a:rPr lang="en-US" dirty="0"/>
              <a:t>from within the Mail Merge Wizard</a:t>
            </a:r>
            <a:r>
              <a:rPr lang="en-US" b="1" dirty="0"/>
              <a:t>.</a:t>
            </a:r>
            <a:endParaRPr lang="en-US" dirty="0"/>
          </a:p>
        </p:txBody>
      </p:sp>
    </p:spTree>
    <p:extLst>
      <p:ext uri="{BB962C8B-B14F-4D97-AF65-F5344CB8AC3E}">
        <p14:creationId xmlns:p14="http://schemas.microsoft.com/office/powerpoint/2010/main" val="976389439"/>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3:</a:t>
            </a:r>
          </a:p>
          <a:p>
            <a:pPr marL="0" indent="0" algn="just">
              <a:buNone/>
            </a:pPr>
            <a:r>
              <a:rPr lang="en-US" dirty="0"/>
              <a:t>Select </a:t>
            </a:r>
            <a:r>
              <a:rPr lang="en-US" b="1" dirty="0"/>
              <a:t>Use</a:t>
            </a:r>
            <a:r>
              <a:rPr lang="en-US" dirty="0"/>
              <a:t> </a:t>
            </a:r>
            <a:r>
              <a:rPr lang="en-US" b="1" dirty="0"/>
              <a:t>an existing list</a:t>
            </a:r>
            <a:r>
              <a:rPr lang="en-US" dirty="0"/>
              <a:t>, then click </a:t>
            </a:r>
            <a:r>
              <a:rPr lang="en-US" b="1" dirty="0"/>
              <a:t>Browse</a:t>
            </a:r>
            <a:r>
              <a:rPr lang="en-US" dirty="0"/>
              <a:t> to select the file.</a:t>
            </a:r>
          </a:p>
          <a:p>
            <a:pPr marL="0" indent="0">
              <a:buNone/>
            </a:pPr>
            <a:endParaRPr lang="en-US" b="1" dirty="0"/>
          </a:p>
        </p:txBody>
      </p:sp>
      <p:pic>
        <p:nvPicPr>
          <p:cNvPr id="5" name="Picture 4">
            <a:extLst>
              <a:ext uri="{FF2B5EF4-FFF2-40B4-BE49-F238E27FC236}">
                <a16:creationId xmlns:a16="http://schemas.microsoft.com/office/drawing/2014/main" id="{8756F796-26DE-4236-9157-968F2B0C32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9872" y="1844824"/>
            <a:ext cx="3960440" cy="4824536"/>
          </a:xfrm>
          <a:prstGeom prst="rect">
            <a:avLst/>
          </a:prstGeom>
        </p:spPr>
      </p:pic>
    </p:spTree>
    <p:extLst>
      <p:ext uri="{BB962C8B-B14F-4D97-AF65-F5344CB8AC3E}">
        <p14:creationId xmlns:p14="http://schemas.microsoft.com/office/powerpoint/2010/main" val="2302473637"/>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3:</a:t>
            </a:r>
          </a:p>
          <a:p>
            <a:pPr marL="0" indent="0" algn="just">
              <a:buNone/>
            </a:pPr>
            <a:r>
              <a:rPr lang="en-US" dirty="0"/>
              <a:t>Locate your file, then click </a:t>
            </a:r>
            <a:r>
              <a:rPr lang="en-US" b="1" dirty="0"/>
              <a:t>Open</a:t>
            </a:r>
            <a:r>
              <a:rPr lang="en-US" dirty="0"/>
              <a:t>.</a:t>
            </a:r>
          </a:p>
          <a:p>
            <a:pPr marL="0" indent="0">
              <a:buNone/>
            </a:pPr>
            <a:endParaRPr lang="en-US" b="1" dirty="0"/>
          </a:p>
        </p:txBody>
      </p:sp>
      <p:pic>
        <p:nvPicPr>
          <p:cNvPr id="6" name="Picture 5">
            <a:extLst>
              <a:ext uri="{FF2B5EF4-FFF2-40B4-BE49-F238E27FC236}">
                <a16:creationId xmlns:a16="http://schemas.microsoft.com/office/drawing/2014/main" id="{2E2FA328-F464-4E8D-A0D0-8930F5B96A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1700808"/>
            <a:ext cx="6981825" cy="4752528"/>
          </a:xfrm>
          <a:prstGeom prst="rect">
            <a:avLst/>
          </a:prstGeom>
        </p:spPr>
      </p:pic>
    </p:spTree>
    <p:extLst>
      <p:ext uri="{BB962C8B-B14F-4D97-AF65-F5344CB8AC3E}">
        <p14:creationId xmlns:p14="http://schemas.microsoft.com/office/powerpoint/2010/main" val="187266133"/>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3:</a:t>
            </a:r>
          </a:p>
          <a:p>
            <a:pPr marL="0" indent="0" algn="just">
              <a:buNone/>
            </a:pPr>
            <a:r>
              <a:rPr lang="en-US" dirty="0"/>
              <a:t>If the address list is in an Excel workbook, select the </a:t>
            </a:r>
            <a:r>
              <a:rPr lang="en-US" b="1" dirty="0"/>
              <a:t>worksheet</a:t>
            </a:r>
            <a:r>
              <a:rPr lang="en-US" dirty="0"/>
              <a:t> that contains the list, then click </a:t>
            </a:r>
            <a:r>
              <a:rPr lang="en-US" b="1" dirty="0"/>
              <a:t>OK</a:t>
            </a:r>
            <a:r>
              <a:rPr lang="en-US" dirty="0"/>
              <a:t>.</a:t>
            </a:r>
            <a:endParaRPr lang="en-US" b="1" dirty="0"/>
          </a:p>
        </p:txBody>
      </p:sp>
      <p:pic>
        <p:nvPicPr>
          <p:cNvPr id="5" name="Picture 4">
            <a:extLst>
              <a:ext uri="{FF2B5EF4-FFF2-40B4-BE49-F238E27FC236}">
                <a16:creationId xmlns:a16="http://schemas.microsoft.com/office/drawing/2014/main" id="{74D15F84-BF8D-42DE-ACFA-4C668D3EE2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31640" y="2305050"/>
            <a:ext cx="6336704" cy="3644230"/>
          </a:xfrm>
          <a:prstGeom prst="rect">
            <a:avLst/>
          </a:prstGeom>
        </p:spPr>
      </p:pic>
    </p:spTree>
    <p:extLst>
      <p:ext uri="{BB962C8B-B14F-4D97-AF65-F5344CB8AC3E}">
        <p14:creationId xmlns:p14="http://schemas.microsoft.com/office/powerpoint/2010/main" val="17730305"/>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3:</a:t>
            </a:r>
          </a:p>
          <a:p>
            <a:pPr marL="0" indent="0" algn="just">
              <a:buNone/>
            </a:pPr>
            <a:r>
              <a:rPr lang="en-US" dirty="0"/>
              <a:t>In the </a:t>
            </a:r>
            <a:r>
              <a:rPr lang="en-US" b="1" dirty="0"/>
              <a:t>Mail Merge Recipients </a:t>
            </a:r>
            <a:r>
              <a:rPr lang="en-US" dirty="0"/>
              <a:t>dialog box, you can </a:t>
            </a:r>
            <a:r>
              <a:rPr lang="en-US" b="1" dirty="0"/>
              <a:t>check</a:t>
            </a:r>
            <a:r>
              <a:rPr lang="en-US" dirty="0"/>
              <a:t> or </a:t>
            </a:r>
            <a:r>
              <a:rPr lang="en-US" b="1" dirty="0"/>
              <a:t>uncheck</a:t>
            </a:r>
            <a:r>
              <a:rPr lang="en-US" dirty="0"/>
              <a:t> each box to control which recipients are included in the merge. By default, all recipients should be selected. When you're done, click </a:t>
            </a:r>
            <a:r>
              <a:rPr lang="en-US" b="1" dirty="0"/>
              <a:t>OK</a:t>
            </a:r>
            <a:r>
              <a:rPr lang="en-US" dirty="0"/>
              <a:t>.</a:t>
            </a:r>
            <a:endParaRPr lang="en-US" b="1" dirty="0"/>
          </a:p>
        </p:txBody>
      </p:sp>
      <p:pic>
        <p:nvPicPr>
          <p:cNvPr id="6" name="Picture 5">
            <a:extLst>
              <a:ext uri="{FF2B5EF4-FFF2-40B4-BE49-F238E27FC236}">
                <a16:creationId xmlns:a16="http://schemas.microsoft.com/office/drawing/2014/main" id="{10CF5A95-97E0-4873-ABB2-B64D37E027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250" y="2996951"/>
            <a:ext cx="5905500" cy="3861049"/>
          </a:xfrm>
          <a:prstGeom prst="rect">
            <a:avLst/>
          </a:prstGeom>
        </p:spPr>
      </p:pic>
    </p:spTree>
    <p:extLst>
      <p:ext uri="{BB962C8B-B14F-4D97-AF65-F5344CB8AC3E}">
        <p14:creationId xmlns:p14="http://schemas.microsoft.com/office/powerpoint/2010/main" val="1419882944"/>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3:</a:t>
            </a:r>
          </a:p>
          <a:p>
            <a:pPr marL="0" indent="0" algn="just">
              <a:buNone/>
            </a:pPr>
            <a:r>
              <a:rPr lang="en-US" dirty="0"/>
              <a:t>In the </a:t>
            </a:r>
            <a:r>
              <a:rPr lang="en-US" b="1" dirty="0"/>
              <a:t>Mail Merge Recipients </a:t>
            </a:r>
            <a:r>
              <a:rPr lang="en-US" dirty="0"/>
              <a:t>dialog box, you can </a:t>
            </a:r>
            <a:r>
              <a:rPr lang="en-US" b="1" dirty="0"/>
              <a:t>check</a:t>
            </a:r>
            <a:r>
              <a:rPr lang="en-US" dirty="0"/>
              <a:t> or </a:t>
            </a:r>
            <a:r>
              <a:rPr lang="en-US" b="1" dirty="0"/>
              <a:t>uncheck</a:t>
            </a:r>
            <a:r>
              <a:rPr lang="en-US" dirty="0"/>
              <a:t> each box to control which recipients are included in the merge. By default, all recipients should be selected. When you're done, click </a:t>
            </a:r>
            <a:r>
              <a:rPr lang="en-US" b="1" dirty="0"/>
              <a:t>OK</a:t>
            </a:r>
            <a:r>
              <a:rPr lang="en-US" dirty="0"/>
              <a:t>.</a:t>
            </a:r>
            <a:endParaRPr lang="en-US" b="1" dirty="0"/>
          </a:p>
        </p:txBody>
      </p:sp>
      <p:pic>
        <p:nvPicPr>
          <p:cNvPr id="6" name="Picture 5">
            <a:extLst>
              <a:ext uri="{FF2B5EF4-FFF2-40B4-BE49-F238E27FC236}">
                <a16:creationId xmlns:a16="http://schemas.microsoft.com/office/drawing/2014/main" id="{10CF5A95-97E0-4873-ABB2-B64D37E027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250" y="2996951"/>
            <a:ext cx="5905500" cy="3861049"/>
          </a:xfrm>
          <a:prstGeom prst="rect">
            <a:avLst/>
          </a:prstGeom>
        </p:spPr>
      </p:pic>
    </p:spTree>
    <p:extLst>
      <p:ext uri="{BB962C8B-B14F-4D97-AF65-F5344CB8AC3E}">
        <p14:creationId xmlns:p14="http://schemas.microsoft.com/office/powerpoint/2010/main" val="41290998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3:</a:t>
            </a:r>
          </a:p>
          <a:p>
            <a:pPr marL="0" indent="0" algn="just">
              <a:buNone/>
            </a:pPr>
            <a:r>
              <a:rPr lang="en-US" dirty="0"/>
              <a:t>Click </a:t>
            </a:r>
            <a:r>
              <a:rPr lang="en-US" b="1" dirty="0"/>
              <a:t>Next: Write your letter</a:t>
            </a:r>
            <a:r>
              <a:rPr lang="en-US" dirty="0"/>
              <a:t> to move to Step 4.</a:t>
            </a:r>
            <a:br>
              <a:rPr lang="en-US" dirty="0"/>
            </a:br>
            <a:endParaRPr lang="en-US" b="1" dirty="0"/>
          </a:p>
        </p:txBody>
      </p:sp>
      <p:pic>
        <p:nvPicPr>
          <p:cNvPr id="5" name="Picture 4">
            <a:extLst>
              <a:ext uri="{FF2B5EF4-FFF2-40B4-BE49-F238E27FC236}">
                <a16:creationId xmlns:a16="http://schemas.microsoft.com/office/drawing/2014/main" id="{8A82A6A4-FA15-4762-8FE9-55E6734A27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99792" y="1741683"/>
            <a:ext cx="4320480" cy="4855669"/>
          </a:xfrm>
          <a:prstGeom prst="rect">
            <a:avLst/>
          </a:prstGeom>
        </p:spPr>
      </p:pic>
    </p:spTree>
    <p:extLst>
      <p:ext uri="{BB962C8B-B14F-4D97-AF65-F5344CB8AC3E}">
        <p14:creationId xmlns:p14="http://schemas.microsoft.com/office/powerpoint/2010/main" val="3422012106"/>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4:</a:t>
            </a:r>
          </a:p>
          <a:p>
            <a:pPr marL="0" indent="0" algn="just">
              <a:buNone/>
            </a:pPr>
            <a:r>
              <a:rPr lang="en-US" dirty="0"/>
              <a:t>Now you're ready to write your letter. When it's printed, each copy of the letter will basically be the same; only the </a:t>
            </a:r>
            <a:r>
              <a:rPr lang="en-US" b="1" dirty="0"/>
              <a:t>recipient data </a:t>
            </a:r>
            <a:r>
              <a:rPr lang="en-US" dirty="0"/>
              <a:t>(such as the </a:t>
            </a:r>
            <a:r>
              <a:rPr lang="en-US" b="1" dirty="0"/>
              <a:t>name</a:t>
            </a:r>
            <a:r>
              <a:rPr lang="en-US" dirty="0"/>
              <a:t> and </a:t>
            </a:r>
            <a:r>
              <a:rPr lang="en-US" b="1" dirty="0"/>
              <a:t>address</a:t>
            </a:r>
            <a:r>
              <a:rPr lang="en-US" dirty="0"/>
              <a:t>) will be different. </a:t>
            </a:r>
          </a:p>
          <a:p>
            <a:pPr marL="0" indent="0" algn="just">
              <a:buNone/>
            </a:pPr>
            <a:endParaRPr lang="en-US" dirty="0"/>
          </a:p>
          <a:p>
            <a:pPr marL="0" indent="0" algn="just">
              <a:buNone/>
            </a:pPr>
            <a:r>
              <a:rPr lang="en-US" dirty="0"/>
              <a:t>You'll need to add </a:t>
            </a:r>
            <a:r>
              <a:rPr lang="en-US" b="1" dirty="0"/>
              <a:t>placeholders</a:t>
            </a:r>
            <a:r>
              <a:rPr lang="en-US" dirty="0"/>
              <a:t> for the recipient data so Mail Merge knows exactly where to add the data.</a:t>
            </a:r>
          </a:p>
        </p:txBody>
      </p:sp>
    </p:spTree>
    <p:extLst>
      <p:ext uri="{BB962C8B-B14F-4D97-AF65-F5344CB8AC3E}">
        <p14:creationId xmlns:p14="http://schemas.microsoft.com/office/powerpoint/2010/main" val="2215276561"/>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4:</a:t>
            </a:r>
          </a:p>
          <a:p>
            <a:pPr marL="0" indent="0" algn="ctr" fontAlgn="base">
              <a:buNone/>
            </a:pPr>
            <a:r>
              <a:rPr lang="en-US" b="1" dirty="0"/>
              <a:t>To insert recipient data:</a:t>
            </a:r>
          </a:p>
          <a:p>
            <a:pPr fontAlgn="base"/>
            <a:r>
              <a:rPr lang="en-US" dirty="0"/>
              <a:t>Place the insertion point in the document where you want the information to appear.</a:t>
            </a:r>
          </a:p>
        </p:txBody>
      </p:sp>
      <p:pic>
        <p:nvPicPr>
          <p:cNvPr id="5" name="Picture 4">
            <a:extLst>
              <a:ext uri="{FF2B5EF4-FFF2-40B4-BE49-F238E27FC236}">
                <a16:creationId xmlns:a16="http://schemas.microsoft.com/office/drawing/2014/main" id="{18C6F50E-FFC5-4DF8-98CA-A902C8C8A47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52525" y="2636912"/>
            <a:ext cx="6838950" cy="4104456"/>
          </a:xfrm>
          <a:prstGeom prst="rect">
            <a:avLst/>
          </a:prstGeom>
        </p:spPr>
      </p:pic>
    </p:spTree>
    <p:extLst>
      <p:ext uri="{BB962C8B-B14F-4D97-AF65-F5344CB8AC3E}">
        <p14:creationId xmlns:p14="http://schemas.microsoft.com/office/powerpoint/2010/main" val="2922515005"/>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4:</a:t>
            </a:r>
          </a:p>
          <a:p>
            <a:pPr marL="0" indent="0" algn="just" fontAlgn="base">
              <a:buNone/>
            </a:pPr>
            <a:r>
              <a:rPr lang="en-US" dirty="0"/>
              <a:t>Choose one of the </a:t>
            </a:r>
            <a:r>
              <a:rPr lang="en-US" b="1" dirty="0"/>
              <a:t>placeholder</a:t>
            </a:r>
            <a:r>
              <a:rPr lang="en-US" dirty="0"/>
              <a:t> options. In our example, we'll select </a:t>
            </a:r>
            <a:r>
              <a:rPr lang="en-US" b="1" dirty="0"/>
              <a:t>Address block</a:t>
            </a:r>
            <a:r>
              <a:rPr lang="en-US" dirty="0"/>
              <a:t>.</a:t>
            </a:r>
          </a:p>
        </p:txBody>
      </p:sp>
      <p:pic>
        <p:nvPicPr>
          <p:cNvPr id="6" name="Picture 5">
            <a:extLst>
              <a:ext uri="{FF2B5EF4-FFF2-40B4-BE49-F238E27FC236}">
                <a16:creationId xmlns:a16="http://schemas.microsoft.com/office/drawing/2014/main" id="{609261ED-7FA7-4606-9598-4DF6BA970F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5856" y="2276872"/>
            <a:ext cx="3960440" cy="4464496"/>
          </a:xfrm>
          <a:prstGeom prst="rect">
            <a:avLst/>
          </a:prstGeom>
        </p:spPr>
      </p:pic>
    </p:spTree>
    <p:extLst>
      <p:ext uri="{BB962C8B-B14F-4D97-AF65-F5344CB8AC3E}">
        <p14:creationId xmlns:p14="http://schemas.microsoft.com/office/powerpoint/2010/main" val="4273674891"/>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4:</a:t>
            </a:r>
          </a:p>
          <a:p>
            <a:pPr marL="0" indent="0" algn="just" fontAlgn="base">
              <a:buNone/>
            </a:pPr>
            <a:r>
              <a:rPr lang="en-US" dirty="0"/>
              <a:t>Depending on your selection, a dialog box may appear with various customization options. Select the desired options, then click </a:t>
            </a:r>
            <a:r>
              <a:rPr lang="en-US" b="1" dirty="0"/>
              <a:t>OK</a:t>
            </a:r>
            <a:r>
              <a:rPr lang="en-US" dirty="0"/>
              <a:t>.</a:t>
            </a:r>
          </a:p>
          <a:p>
            <a:pPr marL="0" indent="0" algn="just" fontAlgn="base">
              <a:buNone/>
            </a:pPr>
            <a:endParaRPr lang="en-US" dirty="0"/>
          </a:p>
        </p:txBody>
      </p:sp>
      <p:pic>
        <p:nvPicPr>
          <p:cNvPr id="5" name="Picture 4">
            <a:extLst>
              <a:ext uri="{FF2B5EF4-FFF2-40B4-BE49-F238E27FC236}">
                <a16:creationId xmlns:a16="http://schemas.microsoft.com/office/drawing/2014/main" id="{7D2695C9-2D42-419B-B7A4-290C09B893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3648" y="3014811"/>
            <a:ext cx="6667500" cy="3438525"/>
          </a:xfrm>
          <a:prstGeom prst="rect">
            <a:avLst/>
          </a:prstGeom>
        </p:spPr>
      </p:pic>
    </p:spTree>
    <p:extLst>
      <p:ext uri="{BB962C8B-B14F-4D97-AF65-F5344CB8AC3E}">
        <p14:creationId xmlns:p14="http://schemas.microsoft.com/office/powerpoint/2010/main" val="1940842459"/>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4:</a:t>
            </a:r>
          </a:p>
          <a:p>
            <a:pPr marL="0" indent="0" algn="just" fontAlgn="base">
              <a:buNone/>
            </a:pPr>
            <a:r>
              <a:rPr lang="en-US" dirty="0"/>
              <a:t>A placeholder will appear in your document (for example, «</a:t>
            </a:r>
            <a:r>
              <a:rPr lang="en-US" b="1" dirty="0" err="1"/>
              <a:t>AddressBlock</a:t>
            </a:r>
            <a:r>
              <a:rPr lang="en-US" dirty="0"/>
              <a:t>»).</a:t>
            </a:r>
          </a:p>
          <a:p>
            <a:pPr marL="0" indent="0" algn="just" fontAlgn="base">
              <a:buNone/>
            </a:pPr>
            <a:endParaRPr lang="en-US" dirty="0"/>
          </a:p>
        </p:txBody>
      </p:sp>
      <p:pic>
        <p:nvPicPr>
          <p:cNvPr id="6" name="Picture 5">
            <a:extLst>
              <a:ext uri="{FF2B5EF4-FFF2-40B4-BE49-F238E27FC236}">
                <a16:creationId xmlns:a16="http://schemas.microsoft.com/office/drawing/2014/main" id="{CE8B35E5-5000-46E1-BCB1-79FA11F7C0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600" y="2420888"/>
            <a:ext cx="6819900" cy="4032448"/>
          </a:xfrm>
          <a:prstGeom prst="rect">
            <a:avLst/>
          </a:prstGeom>
        </p:spPr>
      </p:pic>
    </p:spTree>
    <p:extLst>
      <p:ext uri="{BB962C8B-B14F-4D97-AF65-F5344CB8AC3E}">
        <p14:creationId xmlns:p14="http://schemas.microsoft.com/office/powerpoint/2010/main" val="3753941843"/>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4:</a:t>
            </a:r>
          </a:p>
          <a:p>
            <a:pPr marL="0" indent="0" algn="just" fontAlgn="base">
              <a:buNone/>
            </a:pPr>
            <a:r>
              <a:rPr lang="en-US" dirty="0"/>
              <a:t>Add any other placeholders you want. In our example, we'll add a </a:t>
            </a:r>
            <a:r>
              <a:rPr lang="en-US" b="1" dirty="0"/>
              <a:t>Greeting line </a:t>
            </a:r>
            <a:r>
              <a:rPr lang="en-US" dirty="0"/>
              <a:t>placeholder just above the body of the letter.</a:t>
            </a:r>
          </a:p>
          <a:p>
            <a:pPr marL="0" indent="0" algn="just" fontAlgn="base">
              <a:buNone/>
            </a:pPr>
            <a:endParaRPr lang="en-US" dirty="0"/>
          </a:p>
        </p:txBody>
      </p:sp>
      <p:pic>
        <p:nvPicPr>
          <p:cNvPr id="5" name="Picture 4">
            <a:extLst>
              <a:ext uri="{FF2B5EF4-FFF2-40B4-BE49-F238E27FC236}">
                <a16:creationId xmlns:a16="http://schemas.microsoft.com/office/drawing/2014/main" id="{5BCE39A0-B239-49A5-9CCF-B16CA24B6B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47664" y="2708920"/>
            <a:ext cx="6848475" cy="4011166"/>
          </a:xfrm>
          <a:prstGeom prst="rect">
            <a:avLst/>
          </a:prstGeom>
        </p:spPr>
      </p:pic>
    </p:spTree>
    <p:extLst>
      <p:ext uri="{BB962C8B-B14F-4D97-AF65-F5344CB8AC3E}">
        <p14:creationId xmlns:p14="http://schemas.microsoft.com/office/powerpoint/2010/main" val="3851135564"/>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4:</a:t>
            </a:r>
          </a:p>
          <a:p>
            <a:pPr marL="0" indent="0" algn="just" fontAlgn="base">
              <a:buNone/>
            </a:pPr>
            <a:r>
              <a:rPr lang="en-US" dirty="0"/>
              <a:t>When you're done, click Next: Preview your letters to move to Step 5.</a:t>
            </a:r>
          </a:p>
          <a:p>
            <a:pPr marL="0" indent="0" algn="just" fontAlgn="base">
              <a:buNone/>
            </a:pPr>
            <a:r>
              <a:rPr lang="en-US" dirty="0"/>
              <a:t>.</a:t>
            </a:r>
          </a:p>
          <a:p>
            <a:pPr marL="0" indent="0" algn="just" fontAlgn="base">
              <a:buNone/>
            </a:pPr>
            <a:endParaRPr lang="en-US" dirty="0"/>
          </a:p>
        </p:txBody>
      </p:sp>
      <p:pic>
        <p:nvPicPr>
          <p:cNvPr id="8" name="Picture 7">
            <a:extLst>
              <a:ext uri="{FF2B5EF4-FFF2-40B4-BE49-F238E27FC236}">
                <a16:creationId xmlns:a16="http://schemas.microsoft.com/office/drawing/2014/main" id="{A858FCA8-C3A1-4D87-9A4C-BD25D7E01FF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9832" y="2132856"/>
            <a:ext cx="3816424" cy="4464496"/>
          </a:xfrm>
          <a:prstGeom prst="rect">
            <a:avLst/>
          </a:prstGeom>
        </p:spPr>
      </p:pic>
    </p:spTree>
    <p:extLst>
      <p:ext uri="{BB962C8B-B14F-4D97-AF65-F5344CB8AC3E}">
        <p14:creationId xmlns:p14="http://schemas.microsoft.com/office/powerpoint/2010/main" val="707678095"/>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5:</a:t>
            </a:r>
          </a:p>
          <a:p>
            <a:pPr marL="0" indent="0" algn="just">
              <a:buNone/>
            </a:pPr>
            <a:r>
              <a:rPr lang="en-US" dirty="0"/>
              <a:t>Preview the letters to make sure the information from the recipient list appears correctly in the letter. You can use the left and right scroll arrows to view each version of the document.</a:t>
            </a:r>
          </a:p>
          <a:p>
            <a:pPr marL="0" indent="0" algn="just">
              <a:buNone/>
            </a:pPr>
            <a:endParaRPr lang="en-US" dirty="0"/>
          </a:p>
          <a:p>
            <a:pPr marL="0" indent="0" algn="just">
              <a:buNone/>
            </a:pPr>
            <a:endParaRPr lang="en-US" dirty="0"/>
          </a:p>
          <a:p>
            <a:pPr marL="0" indent="0" algn="just" fontAlgn="base">
              <a:buNone/>
            </a:pPr>
            <a:endParaRPr lang="en-US" dirty="0"/>
          </a:p>
        </p:txBody>
      </p:sp>
      <p:pic>
        <p:nvPicPr>
          <p:cNvPr id="5" name="Picture 4">
            <a:extLst>
              <a:ext uri="{FF2B5EF4-FFF2-40B4-BE49-F238E27FC236}">
                <a16:creationId xmlns:a16="http://schemas.microsoft.com/office/drawing/2014/main" id="{999B86D5-F58D-48D3-98BB-CA77955195A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9632" y="2921123"/>
            <a:ext cx="6848475" cy="3933825"/>
          </a:xfrm>
          <a:prstGeom prst="rect">
            <a:avLst/>
          </a:prstGeom>
        </p:spPr>
      </p:pic>
    </p:spTree>
    <p:extLst>
      <p:ext uri="{BB962C8B-B14F-4D97-AF65-F5344CB8AC3E}">
        <p14:creationId xmlns:p14="http://schemas.microsoft.com/office/powerpoint/2010/main" val="3919309540"/>
      </p:ext>
    </p:extLst>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5:</a:t>
            </a:r>
          </a:p>
          <a:p>
            <a:pPr marL="0" indent="0" algn="just">
              <a:buNone/>
            </a:pPr>
            <a:r>
              <a:rPr lang="en-US" dirty="0"/>
              <a:t>If everything looks correct, click Next: </a:t>
            </a:r>
            <a:r>
              <a:rPr lang="en-US" b="1" dirty="0"/>
              <a:t>Complete the merge</a:t>
            </a:r>
            <a:r>
              <a:rPr lang="en-US" dirty="0"/>
              <a:t> to move to Step 6.</a:t>
            </a:r>
          </a:p>
          <a:p>
            <a:pPr marL="0" indent="0" algn="just">
              <a:buNone/>
            </a:pPr>
            <a:endParaRPr lang="en-US" dirty="0"/>
          </a:p>
          <a:p>
            <a:pPr marL="0" indent="0" algn="just" fontAlgn="base">
              <a:buNone/>
            </a:pPr>
            <a:endParaRPr lang="en-US" dirty="0"/>
          </a:p>
        </p:txBody>
      </p:sp>
      <p:pic>
        <p:nvPicPr>
          <p:cNvPr id="6" name="Picture 5">
            <a:extLst>
              <a:ext uri="{FF2B5EF4-FFF2-40B4-BE49-F238E27FC236}">
                <a16:creationId xmlns:a16="http://schemas.microsoft.com/office/drawing/2014/main" id="{285DEA41-677E-4EC9-B7C4-956BB8553B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43808" y="2060848"/>
            <a:ext cx="4680520" cy="4608512"/>
          </a:xfrm>
          <a:prstGeom prst="rect">
            <a:avLst/>
          </a:prstGeom>
        </p:spPr>
      </p:pic>
    </p:spTree>
    <p:extLst>
      <p:ext uri="{BB962C8B-B14F-4D97-AF65-F5344CB8AC3E}">
        <p14:creationId xmlns:p14="http://schemas.microsoft.com/office/powerpoint/2010/main" val="1898013245"/>
      </p:ext>
    </p:extLst>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6:</a:t>
            </a:r>
          </a:p>
          <a:p>
            <a:pPr marL="0" indent="0">
              <a:buNone/>
            </a:pPr>
            <a:r>
              <a:rPr lang="en-US" dirty="0"/>
              <a:t>Click </a:t>
            </a:r>
            <a:r>
              <a:rPr lang="en-US" b="1" dirty="0"/>
              <a:t>Print</a:t>
            </a:r>
            <a:r>
              <a:rPr lang="en-US" dirty="0"/>
              <a:t> to print the letters.</a:t>
            </a:r>
          </a:p>
        </p:txBody>
      </p:sp>
      <p:pic>
        <p:nvPicPr>
          <p:cNvPr id="5" name="Picture 4">
            <a:extLst>
              <a:ext uri="{FF2B5EF4-FFF2-40B4-BE49-F238E27FC236}">
                <a16:creationId xmlns:a16="http://schemas.microsoft.com/office/drawing/2014/main" id="{C2B0F763-1EF6-4E3B-B5C8-5000C23834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7744" y="1702519"/>
            <a:ext cx="4608512" cy="4750817"/>
          </a:xfrm>
          <a:prstGeom prst="rect">
            <a:avLst/>
          </a:prstGeom>
        </p:spPr>
      </p:pic>
    </p:spTree>
    <p:extLst>
      <p:ext uri="{BB962C8B-B14F-4D97-AF65-F5344CB8AC3E}">
        <p14:creationId xmlns:p14="http://schemas.microsoft.com/office/powerpoint/2010/main" val="255422899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6:</a:t>
            </a:r>
          </a:p>
          <a:p>
            <a:pPr marL="0" indent="0">
              <a:buNone/>
            </a:pPr>
            <a:r>
              <a:rPr lang="en-US" dirty="0"/>
              <a:t>A dialog box will appear. Decide if you want to print </a:t>
            </a:r>
            <a:r>
              <a:rPr lang="en-US" b="1" dirty="0"/>
              <a:t>All </a:t>
            </a:r>
            <a:r>
              <a:rPr lang="en-US" dirty="0"/>
              <a:t>of the letters, the current document (record), or only a select group, then click </a:t>
            </a:r>
            <a:r>
              <a:rPr lang="en-US" b="1" dirty="0"/>
              <a:t>OK</a:t>
            </a:r>
            <a:r>
              <a:rPr lang="en-US" dirty="0"/>
              <a:t>. In our example, we'll print all of the letters.</a:t>
            </a:r>
            <a:br>
              <a:rPr lang="en-US" dirty="0"/>
            </a:br>
            <a:endParaRPr lang="en-US" dirty="0"/>
          </a:p>
        </p:txBody>
      </p:sp>
      <p:pic>
        <p:nvPicPr>
          <p:cNvPr id="6" name="Picture 5">
            <a:extLst>
              <a:ext uri="{FF2B5EF4-FFF2-40B4-BE49-F238E27FC236}">
                <a16:creationId xmlns:a16="http://schemas.microsoft.com/office/drawing/2014/main" id="{5532BAE3-C86D-40B7-A42E-0450548689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800" y="3140968"/>
            <a:ext cx="3816423" cy="2808312"/>
          </a:xfrm>
          <a:prstGeom prst="rect">
            <a:avLst/>
          </a:prstGeom>
        </p:spPr>
      </p:pic>
    </p:spTree>
    <p:extLst>
      <p:ext uri="{BB962C8B-B14F-4D97-AF65-F5344CB8AC3E}">
        <p14:creationId xmlns:p14="http://schemas.microsoft.com/office/powerpoint/2010/main" val="1196050005"/>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Mail Merge</a:t>
            </a:r>
          </a:p>
        </p:txBody>
      </p:sp>
      <p:sp>
        <p:nvSpPr>
          <p:cNvPr id="3" name="Content Placeholder 2"/>
          <p:cNvSpPr>
            <a:spLocks noGrp="1"/>
          </p:cNvSpPr>
          <p:nvPr>
            <p:ph idx="1"/>
          </p:nvPr>
        </p:nvSpPr>
        <p:spPr>
          <a:xfrm>
            <a:off x="0" y="404664"/>
            <a:ext cx="9144000" cy="6453336"/>
          </a:xfrm>
        </p:spPr>
        <p:txBody>
          <a:bodyPr>
            <a:normAutofit/>
          </a:bodyPr>
          <a:lstStyle/>
          <a:p>
            <a:pPr marL="0" indent="0" algn="ctr">
              <a:buNone/>
            </a:pPr>
            <a:r>
              <a:rPr lang="en-US" b="1" dirty="0"/>
              <a:t>Step 6:</a:t>
            </a:r>
          </a:p>
          <a:p>
            <a:pPr marL="0" indent="0">
              <a:buNone/>
            </a:pPr>
            <a:r>
              <a:rPr lang="en-US" dirty="0"/>
              <a:t>The Print dialog box will appear. Adjust the print settings if needed, then click OK. The letters will be printed.</a:t>
            </a:r>
          </a:p>
        </p:txBody>
      </p:sp>
      <p:pic>
        <p:nvPicPr>
          <p:cNvPr id="5" name="Picture 4">
            <a:extLst>
              <a:ext uri="{FF2B5EF4-FFF2-40B4-BE49-F238E27FC236}">
                <a16:creationId xmlns:a16="http://schemas.microsoft.com/office/drawing/2014/main" id="{E7102219-3E16-4EE4-9281-40A6DE60BF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67744" y="2564904"/>
            <a:ext cx="5976664" cy="4293096"/>
          </a:xfrm>
          <a:prstGeom prst="rect">
            <a:avLst/>
          </a:prstGeom>
        </p:spPr>
      </p:pic>
    </p:spTree>
    <p:extLst>
      <p:ext uri="{BB962C8B-B14F-4D97-AF65-F5344CB8AC3E}">
        <p14:creationId xmlns:p14="http://schemas.microsoft.com/office/powerpoint/2010/main" val="265189638"/>
      </p:ext>
    </p:extLst>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Word - SmartArt Graphics</a:t>
            </a:r>
          </a:p>
        </p:txBody>
      </p:sp>
      <p:sp>
        <p:nvSpPr>
          <p:cNvPr id="3" name="Content Placeholder 2"/>
          <p:cNvSpPr>
            <a:spLocks noGrp="1"/>
          </p:cNvSpPr>
          <p:nvPr>
            <p:ph idx="1"/>
          </p:nvPr>
        </p:nvSpPr>
        <p:spPr>
          <a:xfrm>
            <a:off x="0" y="404664"/>
            <a:ext cx="9144000" cy="6453336"/>
          </a:xfrm>
        </p:spPr>
        <p:txBody>
          <a:bodyPr>
            <a:normAutofit/>
          </a:bodyPr>
          <a:lstStyle/>
          <a:p>
            <a:pPr marL="0" indent="0" algn="just">
              <a:buNone/>
            </a:pPr>
            <a:r>
              <a:rPr lang="en-US" dirty="0"/>
              <a:t>SmartArt allows you to communicate information with graphics instead of just using text. </a:t>
            </a:r>
          </a:p>
          <a:p>
            <a:pPr marL="0" indent="0" algn="just">
              <a:buNone/>
            </a:pPr>
            <a:endParaRPr lang="en-US" dirty="0"/>
          </a:p>
          <a:p>
            <a:pPr marL="0" indent="0" algn="just">
              <a:buNone/>
            </a:pPr>
            <a:r>
              <a:rPr lang="en-US" dirty="0"/>
              <a:t>There are a variety of styles to choose from, which you can use to illustrate many different types of ideas.</a:t>
            </a:r>
          </a:p>
        </p:txBody>
      </p:sp>
    </p:spTree>
    <p:extLst>
      <p:ext uri="{BB962C8B-B14F-4D97-AF65-F5344CB8AC3E}">
        <p14:creationId xmlns:p14="http://schemas.microsoft.com/office/powerpoint/2010/main" val="90708361"/>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insert a SmartArt graphic</a:t>
            </a:r>
          </a:p>
        </p:txBody>
      </p:sp>
      <p:sp>
        <p:nvSpPr>
          <p:cNvPr id="3" name="Content Placeholder 2"/>
          <p:cNvSpPr>
            <a:spLocks noGrp="1"/>
          </p:cNvSpPr>
          <p:nvPr>
            <p:ph idx="1"/>
          </p:nvPr>
        </p:nvSpPr>
        <p:spPr>
          <a:xfrm>
            <a:off x="0" y="404664"/>
            <a:ext cx="9144000" cy="6453336"/>
          </a:xfrm>
        </p:spPr>
        <p:txBody>
          <a:bodyPr>
            <a:normAutofit/>
          </a:bodyPr>
          <a:lstStyle/>
          <a:p>
            <a:pPr marL="0" indent="0" algn="just">
              <a:buNone/>
            </a:pPr>
            <a:r>
              <a:rPr lang="en-US" dirty="0"/>
              <a:t>Place the insertion point in the document where you want the SmartArt graphic to appear.</a:t>
            </a:r>
          </a:p>
          <a:p>
            <a:pPr marL="0" indent="0" algn="just">
              <a:buNone/>
            </a:pPr>
            <a:endParaRPr lang="en-US" dirty="0"/>
          </a:p>
          <a:p>
            <a:pPr marL="0" indent="0" algn="just">
              <a:buNone/>
            </a:pPr>
            <a:r>
              <a:rPr lang="en-US" dirty="0"/>
              <a:t>From the </a:t>
            </a:r>
            <a:r>
              <a:rPr lang="en-US" b="1" dirty="0"/>
              <a:t>Insert tab</a:t>
            </a:r>
            <a:r>
              <a:rPr lang="en-US" dirty="0"/>
              <a:t>, select the </a:t>
            </a:r>
            <a:r>
              <a:rPr lang="en-US" b="1" dirty="0"/>
              <a:t>SmartArt</a:t>
            </a:r>
            <a:r>
              <a:rPr lang="en-US" dirty="0"/>
              <a:t> command in the </a:t>
            </a:r>
            <a:r>
              <a:rPr lang="en-US" b="1" dirty="0"/>
              <a:t>Illustrations</a:t>
            </a:r>
            <a:r>
              <a:rPr lang="en-US" dirty="0"/>
              <a:t> group.</a:t>
            </a:r>
          </a:p>
        </p:txBody>
      </p:sp>
      <p:pic>
        <p:nvPicPr>
          <p:cNvPr id="5" name="Picture 4">
            <a:extLst>
              <a:ext uri="{FF2B5EF4-FFF2-40B4-BE49-F238E27FC236}">
                <a16:creationId xmlns:a16="http://schemas.microsoft.com/office/drawing/2014/main" id="{AC14BD60-4872-4543-A503-88AE7954EA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63688" y="3413796"/>
            <a:ext cx="6552728" cy="2663354"/>
          </a:xfrm>
          <a:prstGeom prst="rect">
            <a:avLst/>
          </a:prstGeom>
        </p:spPr>
      </p:pic>
    </p:spTree>
    <p:extLst>
      <p:ext uri="{BB962C8B-B14F-4D97-AF65-F5344CB8AC3E}">
        <p14:creationId xmlns:p14="http://schemas.microsoft.com/office/powerpoint/2010/main" val="3872859449"/>
      </p:ext>
    </p:extLst>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insert a SmartArt graphic</a:t>
            </a:r>
          </a:p>
        </p:txBody>
      </p:sp>
      <p:sp>
        <p:nvSpPr>
          <p:cNvPr id="3" name="Content Placeholder 2"/>
          <p:cNvSpPr>
            <a:spLocks noGrp="1"/>
          </p:cNvSpPr>
          <p:nvPr>
            <p:ph idx="1"/>
          </p:nvPr>
        </p:nvSpPr>
        <p:spPr>
          <a:xfrm>
            <a:off x="0" y="404664"/>
            <a:ext cx="9144000" cy="6453336"/>
          </a:xfrm>
        </p:spPr>
        <p:txBody>
          <a:bodyPr>
            <a:normAutofit/>
          </a:bodyPr>
          <a:lstStyle/>
          <a:p>
            <a:pPr marL="0" indent="0" algn="just">
              <a:buNone/>
            </a:pPr>
            <a:r>
              <a:rPr lang="en-US" dirty="0"/>
              <a:t>A dialog box will appear. Select a </a:t>
            </a:r>
            <a:r>
              <a:rPr lang="en-US" b="1" dirty="0"/>
              <a:t>category</a:t>
            </a:r>
            <a:r>
              <a:rPr lang="en-US" dirty="0"/>
              <a:t> on the left, choose the desired SmartArt graphic, then click </a:t>
            </a:r>
            <a:r>
              <a:rPr lang="en-US" b="1" dirty="0"/>
              <a:t>OK</a:t>
            </a:r>
            <a:r>
              <a:rPr lang="en-US" dirty="0"/>
              <a:t>.</a:t>
            </a:r>
          </a:p>
        </p:txBody>
      </p:sp>
      <p:pic>
        <p:nvPicPr>
          <p:cNvPr id="6" name="Picture 5">
            <a:extLst>
              <a:ext uri="{FF2B5EF4-FFF2-40B4-BE49-F238E27FC236}">
                <a16:creationId xmlns:a16="http://schemas.microsoft.com/office/drawing/2014/main" id="{6661C2A5-5909-4DC9-8C90-FBC3F7C35C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6774" y="1916832"/>
            <a:ext cx="7251650" cy="4941168"/>
          </a:xfrm>
          <a:prstGeom prst="rect">
            <a:avLst/>
          </a:prstGeom>
        </p:spPr>
      </p:pic>
    </p:spTree>
    <p:extLst>
      <p:ext uri="{BB962C8B-B14F-4D97-AF65-F5344CB8AC3E}">
        <p14:creationId xmlns:p14="http://schemas.microsoft.com/office/powerpoint/2010/main" val="4234217459"/>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insert a SmartArt graphic</a:t>
            </a:r>
          </a:p>
        </p:txBody>
      </p:sp>
      <p:sp>
        <p:nvSpPr>
          <p:cNvPr id="3" name="Content Placeholder 2"/>
          <p:cNvSpPr>
            <a:spLocks noGrp="1"/>
          </p:cNvSpPr>
          <p:nvPr>
            <p:ph idx="1"/>
          </p:nvPr>
        </p:nvSpPr>
        <p:spPr>
          <a:xfrm>
            <a:off x="0" y="404664"/>
            <a:ext cx="9144000" cy="6453336"/>
          </a:xfrm>
        </p:spPr>
        <p:txBody>
          <a:bodyPr>
            <a:normAutofit/>
          </a:bodyPr>
          <a:lstStyle/>
          <a:p>
            <a:pPr marL="0" indent="0" algn="just">
              <a:buNone/>
            </a:pPr>
            <a:r>
              <a:rPr lang="en-US" dirty="0"/>
              <a:t>The SmartArt graphic will appear in your document.</a:t>
            </a:r>
          </a:p>
        </p:txBody>
      </p:sp>
      <p:pic>
        <p:nvPicPr>
          <p:cNvPr id="10" name="Picture 9">
            <a:extLst>
              <a:ext uri="{FF2B5EF4-FFF2-40B4-BE49-F238E27FC236}">
                <a16:creationId xmlns:a16="http://schemas.microsoft.com/office/drawing/2014/main" id="{CBB37DF5-E273-4070-AD9A-4FE76F3DE2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560" y="1196752"/>
            <a:ext cx="7848872" cy="5256584"/>
          </a:xfrm>
          <a:prstGeom prst="rect">
            <a:avLst/>
          </a:prstGeom>
        </p:spPr>
      </p:pic>
    </p:spTree>
    <p:extLst>
      <p:ext uri="{BB962C8B-B14F-4D97-AF65-F5344CB8AC3E}">
        <p14:creationId xmlns:p14="http://schemas.microsoft.com/office/powerpoint/2010/main" val="2504957034"/>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add text to a SmartArt graphic</a:t>
            </a:r>
          </a:p>
        </p:txBody>
      </p:sp>
      <p:sp>
        <p:nvSpPr>
          <p:cNvPr id="3" name="Content Placeholder 2"/>
          <p:cNvSpPr>
            <a:spLocks noGrp="1"/>
          </p:cNvSpPr>
          <p:nvPr>
            <p:ph idx="1"/>
          </p:nvPr>
        </p:nvSpPr>
        <p:spPr>
          <a:xfrm>
            <a:off x="0" y="404664"/>
            <a:ext cx="9144000" cy="6453336"/>
          </a:xfrm>
        </p:spPr>
        <p:txBody>
          <a:bodyPr>
            <a:normAutofit/>
          </a:bodyPr>
          <a:lstStyle/>
          <a:p>
            <a:pPr marL="0" indent="0" algn="just">
              <a:buNone/>
            </a:pPr>
            <a:r>
              <a:rPr lang="en-US" dirty="0"/>
              <a:t>Select the SmartArt graphic. The </a:t>
            </a:r>
            <a:r>
              <a:rPr lang="en-US" b="1" dirty="0"/>
              <a:t>text pane</a:t>
            </a:r>
            <a:r>
              <a:rPr lang="en-US" dirty="0"/>
              <a:t> should appear on the left side. </a:t>
            </a:r>
          </a:p>
          <a:p>
            <a:pPr marL="0" indent="0" algn="just">
              <a:buNone/>
            </a:pPr>
            <a:endParaRPr lang="en-US" dirty="0"/>
          </a:p>
          <a:p>
            <a:pPr marL="0" indent="0" algn="just">
              <a:buNone/>
            </a:pPr>
            <a:r>
              <a:rPr lang="en-US" dirty="0"/>
              <a:t>If it doesn't appear, you can click the small arrow on the left edge of the graphic.</a:t>
            </a:r>
          </a:p>
          <a:p>
            <a:pPr marL="0" indent="0" algn="just">
              <a:buNone/>
            </a:pPr>
            <a:endParaRPr lang="en-US" dirty="0"/>
          </a:p>
          <a:p>
            <a:pPr marL="0" indent="0" algn="just">
              <a:buNone/>
            </a:pPr>
            <a:r>
              <a:rPr lang="en-US" dirty="0"/>
              <a:t>Enter text next to each bullet in the text pane. The text will appear in the corresponding shape. </a:t>
            </a:r>
          </a:p>
          <a:p>
            <a:pPr marL="0" indent="0" algn="just">
              <a:buNone/>
            </a:pPr>
            <a:endParaRPr lang="en-US" dirty="0"/>
          </a:p>
          <a:p>
            <a:pPr marL="0" indent="0" algn="just">
              <a:buNone/>
            </a:pPr>
            <a:r>
              <a:rPr lang="en-US" dirty="0"/>
              <a:t>It will be resized automatically to fit inside the shape.</a:t>
            </a:r>
          </a:p>
        </p:txBody>
      </p:sp>
    </p:spTree>
    <p:extLst>
      <p:ext uri="{BB962C8B-B14F-4D97-AF65-F5344CB8AC3E}">
        <p14:creationId xmlns:p14="http://schemas.microsoft.com/office/powerpoint/2010/main" val="3458529021"/>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add text to a SmartArt graphic</a:t>
            </a:r>
          </a:p>
        </p:txBody>
      </p:sp>
      <p:pic>
        <p:nvPicPr>
          <p:cNvPr id="5" name="Content Placeholder 4">
            <a:extLst>
              <a:ext uri="{FF2B5EF4-FFF2-40B4-BE49-F238E27FC236}">
                <a16:creationId xmlns:a16="http://schemas.microsoft.com/office/drawing/2014/main" id="{F566E5F2-ECB7-4246-8426-F3BD028D4682}"/>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539552" y="764704"/>
            <a:ext cx="7620000" cy="4464496"/>
          </a:xfrm>
        </p:spPr>
      </p:pic>
      <p:sp>
        <p:nvSpPr>
          <p:cNvPr id="6" name="Rectangle 5">
            <a:extLst>
              <a:ext uri="{FF2B5EF4-FFF2-40B4-BE49-F238E27FC236}">
                <a16:creationId xmlns:a16="http://schemas.microsoft.com/office/drawing/2014/main" id="{6E44E254-6020-44B2-BB04-61F3F4F29F97}"/>
              </a:ext>
            </a:extLst>
          </p:cNvPr>
          <p:cNvSpPr/>
          <p:nvPr/>
        </p:nvSpPr>
        <p:spPr>
          <a:xfrm>
            <a:off x="179512" y="5733256"/>
            <a:ext cx="8340080" cy="1477328"/>
          </a:xfrm>
          <a:prstGeom prst="rect">
            <a:avLst/>
          </a:prstGeom>
        </p:spPr>
        <p:txBody>
          <a:bodyPr wrap="square">
            <a:spAutoFit/>
          </a:bodyPr>
          <a:lstStyle/>
          <a:p>
            <a:pPr fontAlgn="base"/>
            <a:r>
              <a:rPr lang="en-US" b="1" dirty="0">
                <a:solidFill>
                  <a:srgbClr val="4E4E4E"/>
                </a:solidFill>
                <a:latin typeface="source sans pro" panose="020B0503030403020204" pitchFamily="34" charset="0"/>
              </a:rPr>
              <a:t>NOTE</a:t>
            </a:r>
            <a:r>
              <a:rPr lang="en-US" dirty="0">
                <a:solidFill>
                  <a:srgbClr val="4E4E4E"/>
                </a:solidFill>
                <a:latin typeface="source sans pro" panose="020B0503030403020204" pitchFamily="34" charset="0"/>
              </a:rPr>
              <a:t>: You can also add text by clicking the desired shape and then typing. This works well if you only need to add text to a </a:t>
            </a:r>
            <a:r>
              <a:rPr lang="en-US" b="1" dirty="0">
                <a:solidFill>
                  <a:srgbClr val="4E4E4E"/>
                </a:solidFill>
                <a:latin typeface="source sans pro" panose="020B0503030403020204" pitchFamily="34" charset="0"/>
              </a:rPr>
              <a:t>few shapes</a:t>
            </a:r>
            <a:r>
              <a:rPr lang="en-US" dirty="0">
                <a:solidFill>
                  <a:srgbClr val="4E4E4E"/>
                </a:solidFill>
                <a:latin typeface="source sans pro" panose="020B0503030403020204" pitchFamily="34" charset="0"/>
              </a:rPr>
              <a:t>. However, for more complex SmartArt graphics, working in the </a:t>
            </a:r>
            <a:r>
              <a:rPr lang="en-US" b="1" dirty="0">
                <a:solidFill>
                  <a:srgbClr val="4E4E4E"/>
                </a:solidFill>
                <a:latin typeface="source sans pro" panose="020B0503030403020204" pitchFamily="34" charset="0"/>
              </a:rPr>
              <a:t>text pane</a:t>
            </a:r>
            <a:r>
              <a:rPr lang="en-US" dirty="0">
                <a:solidFill>
                  <a:srgbClr val="4E4E4E"/>
                </a:solidFill>
                <a:latin typeface="source sans pro" panose="020B0503030403020204" pitchFamily="34" charset="0"/>
              </a:rPr>
              <a:t> is often faster and easier.</a:t>
            </a:r>
          </a:p>
          <a:p>
            <a:br>
              <a:rPr lang="en-US" dirty="0"/>
            </a:br>
            <a:endParaRPr lang="en-US" dirty="0"/>
          </a:p>
        </p:txBody>
      </p:sp>
    </p:spTree>
    <p:extLst>
      <p:ext uri="{BB962C8B-B14F-4D97-AF65-F5344CB8AC3E}">
        <p14:creationId xmlns:p14="http://schemas.microsoft.com/office/powerpoint/2010/main" val="3033182816"/>
      </p:ext>
    </p:extLst>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add text to a SmartArt graphic</a:t>
            </a:r>
          </a:p>
        </p:txBody>
      </p:sp>
      <p:pic>
        <p:nvPicPr>
          <p:cNvPr id="5" name="Content Placeholder 4">
            <a:extLst>
              <a:ext uri="{FF2B5EF4-FFF2-40B4-BE49-F238E27FC236}">
                <a16:creationId xmlns:a16="http://schemas.microsoft.com/office/drawing/2014/main" id="{5EC22E75-9FDA-4484-95B9-4B943F504EE9}"/>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323528" y="1052736"/>
            <a:ext cx="8280920" cy="5112567"/>
          </a:xfrm>
        </p:spPr>
      </p:pic>
    </p:spTree>
    <p:extLst>
      <p:ext uri="{BB962C8B-B14F-4D97-AF65-F5344CB8AC3E}">
        <p14:creationId xmlns:p14="http://schemas.microsoft.com/office/powerpoint/2010/main" val="1203213388"/>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reorder, add, and delete shapes</a:t>
            </a:r>
          </a:p>
        </p:txBody>
      </p:sp>
      <p:sp>
        <p:nvSpPr>
          <p:cNvPr id="4" name="Content Placeholder 3">
            <a:extLst>
              <a:ext uri="{FF2B5EF4-FFF2-40B4-BE49-F238E27FC236}">
                <a16:creationId xmlns:a16="http://schemas.microsoft.com/office/drawing/2014/main" id="{E1BC83EB-25EF-4EBB-BCF0-F008ACB02F8B}"/>
              </a:ext>
            </a:extLst>
          </p:cNvPr>
          <p:cNvSpPr>
            <a:spLocks noGrp="1"/>
          </p:cNvSpPr>
          <p:nvPr>
            <p:ph idx="1"/>
          </p:nvPr>
        </p:nvSpPr>
        <p:spPr>
          <a:xfrm>
            <a:off x="0" y="620688"/>
            <a:ext cx="9144000" cy="6237312"/>
          </a:xfrm>
        </p:spPr>
        <p:txBody>
          <a:bodyPr/>
          <a:lstStyle/>
          <a:p>
            <a:pPr algn="just"/>
            <a:r>
              <a:rPr lang="en-US" dirty="0"/>
              <a:t>To </a:t>
            </a:r>
            <a:r>
              <a:rPr lang="en-US" b="1" dirty="0"/>
              <a:t>demote a shape</a:t>
            </a:r>
            <a:r>
              <a:rPr lang="en-US" dirty="0"/>
              <a:t>, select the desired bullet, then press the </a:t>
            </a:r>
            <a:r>
              <a:rPr lang="en-US" b="1" dirty="0"/>
              <a:t>Tab key</a:t>
            </a:r>
            <a:r>
              <a:rPr lang="en-US" dirty="0"/>
              <a:t>. The bullet will move to the right, and the shape will move down one level.</a:t>
            </a:r>
          </a:p>
        </p:txBody>
      </p:sp>
      <p:pic>
        <p:nvPicPr>
          <p:cNvPr id="7" name="Picture 6">
            <a:extLst>
              <a:ext uri="{FF2B5EF4-FFF2-40B4-BE49-F238E27FC236}">
                <a16:creationId xmlns:a16="http://schemas.microsoft.com/office/drawing/2014/main" id="{D5559109-B555-4B46-BAF7-56E24D7D59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600" y="2348880"/>
            <a:ext cx="7620000" cy="4104456"/>
          </a:xfrm>
          <a:prstGeom prst="rect">
            <a:avLst/>
          </a:prstGeom>
        </p:spPr>
      </p:pic>
    </p:spTree>
    <p:extLst>
      <p:ext uri="{BB962C8B-B14F-4D97-AF65-F5344CB8AC3E}">
        <p14:creationId xmlns:p14="http://schemas.microsoft.com/office/powerpoint/2010/main" val="517020926"/>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reorder, add, and delete shapes</a:t>
            </a:r>
          </a:p>
        </p:txBody>
      </p:sp>
      <p:sp>
        <p:nvSpPr>
          <p:cNvPr id="4" name="Content Placeholder 3">
            <a:extLst>
              <a:ext uri="{FF2B5EF4-FFF2-40B4-BE49-F238E27FC236}">
                <a16:creationId xmlns:a16="http://schemas.microsoft.com/office/drawing/2014/main" id="{E1BC83EB-25EF-4EBB-BCF0-F008ACB02F8B}"/>
              </a:ext>
            </a:extLst>
          </p:cNvPr>
          <p:cNvSpPr>
            <a:spLocks noGrp="1"/>
          </p:cNvSpPr>
          <p:nvPr>
            <p:ph idx="1"/>
          </p:nvPr>
        </p:nvSpPr>
        <p:spPr>
          <a:xfrm>
            <a:off x="0" y="620688"/>
            <a:ext cx="9144000" cy="6237312"/>
          </a:xfrm>
        </p:spPr>
        <p:txBody>
          <a:bodyPr/>
          <a:lstStyle/>
          <a:p>
            <a:pPr algn="just"/>
            <a:r>
              <a:rPr lang="en-US" dirty="0"/>
              <a:t>To </a:t>
            </a:r>
            <a:r>
              <a:rPr lang="en-US" b="1" dirty="0"/>
              <a:t>promote a shape</a:t>
            </a:r>
            <a:r>
              <a:rPr lang="en-US" dirty="0"/>
              <a:t>, select the desired bullet, then press the </a:t>
            </a:r>
            <a:r>
              <a:rPr lang="en-US" b="1" dirty="0"/>
              <a:t>Backspace key (or </a:t>
            </a:r>
            <a:r>
              <a:rPr lang="en-US" b="1" dirty="0" err="1"/>
              <a:t>Shift+Tab</a:t>
            </a:r>
            <a:r>
              <a:rPr lang="en-US" b="1" dirty="0"/>
              <a:t>)</a:t>
            </a:r>
            <a:r>
              <a:rPr lang="en-US" dirty="0"/>
              <a:t>. The bullet will move to the left, and the shape will move up one level.</a:t>
            </a:r>
          </a:p>
        </p:txBody>
      </p:sp>
      <p:pic>
        <p:nvPicPr>
          <p:cNvPr id="5" name="Picture 4">
            <a:extLst>
              <a:ext uri="{FF2B5EF4-FFF2-40B4-BE49-F238E27FC236}">
                <a16:creationId xmlns:a16="http://schemas.microsoft.com/office/drawing/2014/main" id="{20A39B46-3F89-459E-838A-5D8386F075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9112" y="2708920"/>
            <a:ext cx="7620000" cy="4032448"/>
          </a:xfrm>
          <a:prstGeom prst="rect">
            <a:avLst/>
          </a:prstGeom>
        </p:spPr>
      </p:pic>
    </p:spTree>
    <p:extLst>
      <p:ext uri="{BB962C8B-B14F-4D97-AF65-F5344CB8AC3E}">
        <p14:creationId xmlns:p14="http://schemas.microsoft.com/office/powerpoint/2010/main" val="2497006202"/>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reorder, add, and delete shapes</a:t>
            </a:r>
          </a:p>
        </p:txBody>
      </p:sp>
      <p:sp>
        <p:nvSpPr>
          <p:cNvPr id="4" name="Content Placeholder 3">
            <a:extLst>
              <a:ext uri="{FF2B5EF4-FFF2-40B4-BE49-F238E27FC236}">
                <a16:creationId xmlns:a16="http://schemas.microsoft.com/office/drawing/2014/main" id="{E1BC83EB-25EF-4EBB-BCF0-F008ACB02F8B}"/>
              </a:ext>
            </a:extLst>
          </p:cNvPr>
          <p:cNvSpPr>
            <a:spLocks noGrp="1"/>
          </p:cNvSpPr>
          <p:nvPr>
            <p:ph idx="1"/>
          </p:nvPr>
        </p:nvSpPr>
        <p:spPr>
          <a:xfrm>
            <a:off x="0" y="620688"/>
            <a:ext cx="9144000" cy="6237312"/>
          </a:xfrm>
        </p:spPr>
        <p:txBody>
          <a:bodyPr/>
          <a:lstStyle/>
          <a:p>
            <a:pPr algn="just"/>
            <a:r>
              <a:rPr lang="en-US" dirty="0"/>
              <a:t>To </a:t>
            </a:r>
            <a:r>
              <a:rPr lang="en-US" b="1" dirty="0"/>
              <a:t>add a new shape</a:t>
            </a:r>
            <a:r>
              <a:rPr lang="en-US" dirty="0"/>
              <a:t>, place the insertion point after the desired bullet, then press </a:t>
            </a:r>
            <a:r>
              <a:rPr lang="en-US" b="1" dirty="0"/>
              <a:t>Enter</a:t>
            </a:r>
            <a:r>
              <a:rPr lang="en-US" dirty="0"/>
              <a:t>. A new bullet will appear in the text pane, and a new shape will appear in the graphic.</a:t>
            </a:r>
          </a:p>
        </p:txBody>
      </p:sp>
      <p:pic>
        <p:nvPicPr>
          <p:cNvPr id="6" name="Picture 5">
            <a:extLst>
              <a:ext uri="{FF2B5EF4-FFF2-40B4-BE49-F238E27FC236}">
                <a16:creationId xmlns:a16="http://schemas.microsoft.com/office/drawing/2014/main" id="{063E0BEB-5978-4B3B-B8A8-743044F2AB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8150" y="2708920"/>
            <a:ext cx="8267700" cy="4149080"/>
          </a:xfrm>
          <a:prstGeom prst="rect">
            <a:avLst/>
          </a:prstGeom>
        </p:spPr>
      </p:pic>
    </p:spTree>
    <p:extLst>
      <p:ext uri="{BB962C8B-B14F-4D97-AF65-F5344CB8AC3E}">
        <p14:creationId xmlns:p14="http://schemas.microsoft.com/office/powerpoint/2010/main" val="1705884440"/>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reorder, add, and delete shapes</a:t>
            </a:r>
          </a:p>
        </p:txBody>
      </p:sp>
      <p:sp>
        <p:nvSpPr>
          <p:cNvPr id="4" name="Content Placeholder 3">
            <a:extLst>
              <a:ext uri="{FF2B5EF4-FFF2-40B4-BE49-F238E27FC236}">
                <a16:creationId xmlns:a16="http://schemas.microsoft.com/office/drawing/2014/main" id="{E1BC83EB-25EF-4EBB-BCF0-F008ACB02F8B}"/>
              </a:ext>
            </a:extLst>
          </p:cNvPr>
          <p:cNvSpPr>
            <a:spLocks noGrp="1"/>
          </p:cNvSpPr>
          <p:nvPr>
            <p:ph idx="1"/>
          </p:nvPr>
        </p:nvSpPr>
        <p:spPr>
          <a:xfrm>
            <a:off x="0" y="620688"/>
            <a:ext cx="9144000" cy="6237312"/>
          </a:xfrm>
        </p:spPr>
        <p:txBody>
          <a:bodyPr/>
          <a:lstStyle/>
          <a:p>
            <a:pPr algn="just"/>
            <a:r>
              <a:rPr lang="en-US" dirty="0"/>
              <a:t>To </a:t>
            </a:r>
            <a:r>
              <a:rPr lang="en-US" b="1" dirty="0"/>
              <a:t>remove a shape</a:t>
            </a:r>
            <a:r>
              <a:rPr lang="en-US" dirty="0"/>
              <a:t>, keep pressing </a:t>
            </a:r>
            <a:r>
              <a:rPr lang="en-US" b="1" dirty="0"/>
              <a:t>Backspace</a:t>
            </a:r>
            <a:r>
              <a:rPr lang="en-US" dirty="0"/>
              <a:t> until the bullet is deleted. The shape will then be removed. In our example, we'll delete all of the shapes without text.</a:t>
            </a:r>
          </a:p>
        </p:txBody>
      </p:sp>
      <p:pic>
        <p:nvPicPr>
          <p:cNvPr id="5" name="Picture 4">
            <a:extLst>
              <a:ext uri="{FF2B5EF4-FFF2-40B4-BE49-F238E27FC236}">
                <a16:creationId xmlns:a16="http://schemas.microsoft.com/office/drawing/2014/main" id="{F18C172D-E377-4044-AEA9-8BBF8575E0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7544" y="2651656"/>
            <a:ext cx="8208912" cy="4089712"/>
          </a:xfrm>
          <a:prstGeom prst="rect">
            <a:avLst/>
          </a:prstGeom>
        </p:spPr>
      </p:pic>
    </p:spTree>
    <p:extLst>
      <p:ext uri="{BB962C8B-B14F-4D97-AF65-F5344CB8AC3E}">
        <p14:creationId xmlns:p14="http://schemas.microsoft.com/office/powerpoint/2010/main" val="3144709112"/>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Organizing SmartArt from the Design tab</a:t>
            </a:r>
          </a:p>
        </p:txBody>
      </p:sp>
      <p:sp>
        <p:nvSpPr>
          <p:cNvPr id="4" name="Content Placeholder 3">
            <a:extLst>
              <a:ext uri="{FF2B5EF4-FFF2-40B4-BE49-F238E27FC236}">
                <a16:creationId xmlns:a16="http://schemas.microsoft.com/office/drawing/2014/main" id="{E1BC83EB-25EF-4EBB-BCF0-F008ACB02F8B}"/>
              </a:ext>
            </a:extLst>
          </p:cNvPr>
          <p:cNvSpPr>
            <a:spLocks noGrp="1"/>
          </p:cNvSpPr>
          <p:nvPr>
            <p:ph idx="1"/>
          </p:nvPr>
        </p:nvSpPr>
        <p:spPr>
          <a:xfrm>
            <a:off x="0" y="620688"/>
            <a:ext cx="9144000" cy="6237312"/>
          </a:xfrm>
        </p:spPr>
        <p:txBody>
          <a:bodyPr/>
          <a:lstStyle/>
          <a:p>
            <a:pPr algn="just"/>
            <a:r>
              <a:rPr lang="en-US" dirty="0"/>
              <a:t>If you'd prefer not to use the text pane to organize your SmartArt, you can use the commands on the Design tab in the Create Graphic group. </a:t>
            </a:r>
          </a:p>
          <a:p>
            <a:pPr algn="just"/>
            <a:endParaRPr lang="en-US" dirty="0"/>
          </a:p>
          <a:p>
            <a:pPr algn="just"/>
            <a:r>
              <a:rPr lang="en-US" dirty="0"/>
              <a:t>Just select the shape you want to modify, then choose the desired command.</a:t>
            </a:r>
          </a:p>
        </p:txBody>
      </p:sp>
    </p:spTree>
    <p:extLst>
      <p:ext uri="{BB962C8B-B14F-4D97-AF65-F5344CB8AC3E}">
        <p14:creationId xmlns:p14="http://schemas.microsoft.com/office/powerpoint/2010/main" val="3587775591"/>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Organizing SmartArt from the Design tab</a:t>
            </a:r>
          </a:p>
        </p:txBody>
      </p:sp>
      <p:sp>
        <p:nvSpPr>
          <p:cNvPr id="4" name="Content Placeholder 3">
            <a:extLst>
              <a:ext uri="{FF2B5EF4-FFF2-40B4-BE49-F238E27FC236}">
                <a16:creationId xmlns:a16="http://schemas.microsoft.com/office/drawing/2014/main" id="{E1BC83EB-25EF-4EBB-BCF0-F008ACB02F8B}"/>
              </a:ext>
            </a:extLst>
          </p:cNvPr>
          <p:cNvSpPr>
            <a:spLocks noGrp="1"/>
          </p:cNvSpPr>
          <p:nvPr>
            <p:ph idx="1"/>
          </p:nvPr>
        </p:nvSpPr>
        <p:spPr>
          <a:xfrm>
            <a:off x="0" y="620688"/>
            <a:ext cx="9144000" cy="6237312"/>
          </a:xfrm>
        </p:spPr>
        <p:txBody>
          <a:bodyPr/>
          <a:lstStyle/>
          <a:p>
            <a:pPr algn="just"/>
            <a:r>
              <a:rPr lang="en-US" b="1" dirty="0"/>
              <a:t>Promote</a:t>
            </a:r>
            <a:r>
              <a:rPr lang="en-US" dirty="0"/>
              <a:t> and </a:t>
            </a:r>
            <a:r>
              <a:rPr lang="en-US" b="1" dirty="0"/>
              <a:t>Demote</a:t>
            </a:r>
            <a:r>
              <a:rPr lang="en-US" dirty="0"/>
              <a:t>: Use these commands to move a shape up or down between levels.</a:t>
            </a:r>
          </a:p>
          <a:p>
            <a:pPr algn="just"/>
            <a:endParaRPr lang="en-US" dirty="0"/>
          </a:p>
          <a:p>
            <a:pPr algn="just"/>
            <a:endParaRPr lang="en-US" dirty="0"/>
          </a:p>
          <a:p>
            <a:pPr marL="0" indent="0" algn="just">
              <a:buNone/>
            </a:pPr>
            <a:endParaRPr lang="en-US" dirty="0"/>
          </a:p>
          <a:p>
            <a:pPr algn="just"/>
            <a:r>
              <a:rPr lang="en-US" b="1" dirty="0"/>
              <a:t>Move Up </a:t>
            </a:r>
            <a:r>
              <a:rPr lang="en-US" dirty="0"/>
              <a:t>and </a:t>
            </a:r>
            <a:r>
              <a:rPr lang="en-US" b="1" dirty="0"/>
              <a:t>Move Down</a:t>
            </a:r>
            <a:r>
              <a:rPr lang="en-US" dirty="0"/>
              <a:t>: Use these commands to change the order of shapes on the same level.</a:t>
            </a:r>
          </a:p>
        </p:txBody>
      </p:sp>
      <p:pic>
        <p:nvPicPr>
          <p:cNvPr id="5" name="Picture 4">
            <a:extLst>
              <a:ext uri="{FF2B5EF4-FFF2-40B4-BE49-F238E27FC236}">
                <a16:creationId xmlns:a16="http://schemas.microsoft.com/office/drawing/2014/main" id="{0B4F1BC0-3349-4F54-9B9F-E7DE6CB849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3608" y="1757400"/>
            <a:ext cx="6552728" cy="1527584"/>
          </a:xfrm>
          <a:prstGeom prst="rect">
            <a:avLst/>
          </a:prstGeom>
        </p:spPr>
      </p:pic>
      <p:pic>
        <p:nvPicPr>
          <p:cNvPr id="7" name="Picture 6">
            <a:extLst>
              <a:ext uri="{FF2B5EF4-FFF2-40B4-BE49-F238E27FC236}">
                <a16:creationId xmlns:a16="http://schemas.microsoft.com/office/drawing/2014/main" id="{A2759C87-C996-4D08-84F3-5F8CDD15C2B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87624" y="4725144"/>
            <a:ext cx="6696744" cy="1671600"/>
          </a:xfrm>
          <a:prstGeom prst="rect">
            <a:avLst/>
          </a:prstGeom>
        </p:spPr>
      </p:pic>
    </p:spTree>
    <p:extLst>
      <p:ext uri="{BB962C8B-B14F-4D97-AF65-F5344CB8AC3E}">
        <p14:creationId xmlns:p14="http://schemas.microsoft.com/office/powerpoint/2010/main" val="3850603226"/>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Organizing SmartArt from the Design tab</a:t>
            </a:r>
          </a:p>
        </p:txBody>
      </p:sp>
      <p:sp>
        <p:nvSpPr>
          <p:cNvPr id="4" name="Content Placeholder 3">
            <a:extLst>
              <a:ext uri="{FF2B5EF4-FFF2-40B4-BE49-F238E27FC236}">
                <a16:creationId xmlns:a16="http://schemas.microsoft.com/office/drawing/2014/main" id="{E1BC83EB-25EF-4EBB-BCF0-F008ACB02F8B}"/>
              </a:ext>
            </a:extLst>
          </p:cNvPr>
          <p:cNvSpPr>
            <a:spLocks noGrp="1"/>
          </p:cNvSpPr>
          <p:nvPr>
            <p:ph idx="1"/>
          </p:nvPr>
        </p:nvSpPr>
        <p:spPr>
          <a:xfrm>
            <a:off x="0" y="620688"/>
            <a:ext cx="9144000" cy="6237312"/>
          </a:xfrm>
        </p:spPr>
        <p:txBody>
          <a:bodyPr/>
          <a:lstStyle/>
          <a:p>
            <a:pPr algn="just"/>
            <a:r>
              <a:rPr lang="en-US" b="1" dirty="0"/>
              <a:t>Add Shape: </a:t>
            </a:r>
            <a:r>
              <a:rPr lang="en-US" dirty="0"/>
              <a:t>Use this command to add a new shape to your graphic. You can also click the drop-down arrow for more exact placement options.</a:t>
            </a:r>
          </a:p>
        </p:txBody>
      </p:sp>
      <p:pic>
        <p:nvPicPr>
          <p:cNvPr id="6" name="Picture 5">
            <a:extLst>
              <a:ext uri="{FF2B5EF4-FFF2-40B4-BE49-F238E27FC236}">
                <a16:creationId xmlns:a16="http://schemas.microsoft.com/office/drawing/2014/main" id="{33D0ED5F-C004-43CF-9122-AB305BF6B43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9672" y="2366962"/>
            <a:ext cx="6192688" cy="3870350"/>
          </a:xfrm>
          <a:prstGeom prst="rect">
            <a:avLst/>
          </a:prstGeom>
        </p:spPr>
      </p:pic>
    </p:spTree>
    <p:extLst>
      <p:ext uri="{BB962C8B-B14F-4D97-AF65-F5344CB8AC3E}">
        <p14:creationId xmlns:p14="http://schemas.microsoft.com/office/powerpoint/2010/main" val="1731113952"/>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Customizing SmartArt</a:t>
            </a:r>
          </a:p>
        </p:txBody>
      </p:sp>
      <p:sp>
        <p:nvSpPr>
          <p:cNvPr id="4" name="Content Placeholder 3">
            <a:extLst>
              <a:ext uri="{FF2B5EF4-FFF2-40B4-BE49-F238E27FC236}">
                <a16:creationId xmlns:a16="http://schemas.microsoft.com/office/drawing/2014/main" id="{E1BC83EB-25EF-4EBB-BCF0-F008ACB02F8B}"/>
              </a:ext>
            </a:extLst>
          </p:cNvPr>
          <p:cNvSpPr>
            <a:spLocks noGrp="1"/>
          </p:cNvSpPr>
          <p:nvPr>
            <p:ph idx="1"/>
          </p:nvPr>
        </p:nvSpPr>
        <p:spPr>
          <a:xfrm>
            <a:off x="0" y="620688"/>
            <a:ext cx="9144000" cy="6237312"/>
          </a:xfrm>
        </p:spPr>
        <p:txBody>
          <a:bodyPr/>
          <a:lstStyle/>
          <a:p>
            <a:pPr algn="just"/>
            <a:r>
              <a:rPr lang="en-US" dirty="0"/>
              <a:t>There are several </a:t>
            </a:r>
            <a:r>
              <a:rPr lang="en-US" b="1" dirty="0"/>
              <a:t>SmartArt styles</a:t>
            </a:r>
            <a:r>
              <a:rPr lang="en-US" dirty="0"/>
              <a:t>, which allow you to quickly modify the look and feel of your SmartArt. </a:t>
            </a:r>
          </a:p>
          <a:p>
            <a:pPr algn="just"/>
            <a:r>
              <a:rPr lang="en-US" dirty="0"/>
              <a:t>To change the style, select the </a:t>
            </a:r>
            <a:r>
              <a:rPr lang="en-US" b="1" dirty="0"/>
              <a:t>desired style </a:t>
            </a:r>
            <a:r>
              <a:rPr lang="en-US" dirty="0"/>
              <a:t>from the </a:t>
            </a:r>
            <a:r>
              <a:rPr lang="en-US" b="1" dirty="0"/>
              <a:t>SmartArt styles </a:t>
            </a:r>
            <a:r>
              <a:rPr lang="en-US" dirty="0"/>
              <a:t>group.</a:t>
            </a:r>
          </a:p>
        </p:txBody>
      </p:sp>
      <p:pic>
        <p:nvPicPr>
          <p:cNvPr id="5" name="Picture 4">
            <a:extLst>
              <a:ext uri="{FF2B5EF4-FFF2-40B4-BE49-F238E27FC236}">
                <a16:creationId xmlns:a16="http://schemas.microsoft.com/office/drawing/2014/main" id="{C7DA173C-9DE2-4184-87BA-F64F349D8EE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4962" y="3314700"/>
            <a:ext cx="5448300" cy="3543300"/>
          </a:xfrm>
          <a:prstGeom prst="rect">
            <a:avLst/>
          </a:prstGeom>
        </p:spPr>
      </p:pic>
    </p:spTree>
    <p:extLst>
      <p:ext uri="{BB962C8B-B14F-4D97-AF65-F5344CB8AC3E}">
        <p14:creationId xmlns:p14="http://schemas.microsoft.com/office/powerpoint/2010/main" val="2759312093"/>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Customizing SmartArt</a:t>
            </a:r>
          </a:p>
        </p:txBody>
      </p:sp>
      <p:sp>
        <p:nvSpPr>
          <p:cNvPr id="4" name="Content Placeholder 3">
            <a:extLst>
              <a:ext uri="{FF2B5EF4-FFF2-40B4-BE49-F238E27FC236}">
                <a16:creationId xmlns:a16="http://schemas.microsoft.com/office/drawing/2014/main" id="{E1BC83EB-25EF-4EBB-BCF0-F008ACB02F8B}"/>
              </a:ext>
            </a:extLst>
          </p:cNvPr>
          <p:cNvSpPr>
            <a:spLocks noGrp="1"/>
          </p:cNvSpPr>
          <p:nvPr>
            <p:ph idx="1"/>
          </p:nvPr>
        </p:nvSpPr>
        <p:spPr>
          <a:xfrm>
            <a:off x="0" y="620688"/>
            <a:ext cx="9144000" cy="6237312"/>
          </a:xfrm>
        </p:spPr>
        <p:txBody>
          <a:bodyPr/>
          <a:lstStyle/>
          <a:p>
            <a:pPr algn="just"/>
            <a:r>
              <a:rPr lang="en-US" dirty="0"/>
              <a:t>You have a variety of </a:t>
            </a:r>
            <a:r>
              <a:rPr lang="en-US" b="1" dirty="0"/>
              <a:t>color schemes </a:t>
            </a:r>
            <a:r>
              <a:rPr lang="en-US" dirty="0"/>
              <a:t>to use with SmartArt. </a:t>
            </a:r>
          </a:p>
          <a:p>
            <a:pPr algn="just"/>
            <a:r>
              <a:rPr lang="en-US" dirty="0"/>
              <a:t>To change the colors, click the </a:t>
            </a:r>
            <a:r>
              <a:rPr lang="en-US" b="1" dirty="0"/>
              <a:t>Change Colors </a:t>
            </a:r>
            <a:r>
              <a:rPr lang="en-US" dirty="0"/>
              <a:t>command and choose the desired option from the drop-down menu.</a:t>
            </a:r>
          </a:p>
        </p:txBody>
      </p:sp>
      <p:pic>
        <p:nvPicPr>
          <p:cNvPr id="6" name="Picture 5">
            <a:extLst>
              <a:ext uri="{FF2B5EF4-FFF2-40B4-BE49-F238E27FC236}">
                <a16:creationId xmlns:a16="http://schemas.microsoft.com/office/drawing/2014/main" id="{EB45339B-E780-43EB-9B9F-3C85B77D91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59832" y="3212976"/>
            <a:ext cx="5448300" cy="3573016"/>
          </a:xfrm>
          <a:prstGeom prst="rect">
            <a:avLst/>
          </a:prstGeom>
        </p:spPr>
      </p:pic>
    </p:spTree>
    <p:extLst>
      <p:ext uri="{BB962C8B-B14F-4D97-AF65-F5344CB8AC3E}">
        <p14:creationId xmlns:p14="http://schemas.microsoft.com/office/powerpoint/2010/main" val="2881299120"/>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Customizing SmartArt</a:t>
            </a:r>
          </a:p>
        </p:txBody>
      </p:sp>
      <p:sp>
        <p:nvSpPr>
          <p:cNvPr id="4" name="Content Placeholder 3">
            <a:extLst>
              <a:ext uri="{FF2B5EF4-FFF2-40B4-BE49-F238E27FC236}">
                <a16:creationId xmlns:a16="http://schemas.microsoft.com/office/drawing/2014/main" id="{E1BC83EB-25EF-4EBB-BCF0-F008ACB02F8B}"/>
              </a:ext>
            </a:extLst>
          </p:cNvPr>
          <p:cNvSpPr>
            <a:spLocks noGrp="1"/>
          </p:cNvSpPr>
          <p:nvPr>
            <p:ph idx="1"/>
          </p:nvPr>
        </p:nvSpPr>
        <p:spPr>
          <a:xfrm>
            <a:off x="0" y="620688"/>
            <a:ext cx="9144000" cy="6237312"/>
          </a:xfrm>
        </p:spPr>
        <p:txBody>
          <a:bodyPr/>
          <a:lstStyle/>
          <a:p>
            <a:pPr algn="just"/>
            <a:r>
              <a:rPr lang="en-US" dirty="0"/>
              <a:t>You can also customize each shape independently. Just select any shape in the graphic, then choose the desired option from the </a:t>
            </a:r>
            <a:r>
              <a:rPr lang="en-US" b="1" dirty="0"/>
              <a:t>Format</a:t>
            </a:r>
            <a:r>
              <a:rPr lang="en-US" dirty="0"/>
              <a:t> tab.</a:t>
            </a:r>
          </a:p>
        </p:txBody>
      </p:sp>
      <p:pic>
        <p:nvPicPr>
          <p:cNvPr id="5" name="Picture 4">
            <a:extLst>
              <a:ext uri="{FF2B5EF4-FFF2-40B4-BE49-F238E27FC236}">
                <a16:creationId xmlns:a16="http://schemas.microsoft.com/office/drawing/2014/main" id="{6C27E720-C7E5-49A3-89CD-75C6EC4C1E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23728" y="2204864"/>
            <a:ext cx="5328592" cy="4536504"/>
          </a:xfrm>
          <a:prstGeom prst="rect">
            <a:avLst/>
          </a:prstGeom>
        </p:spPr>
      </p:pic>
    </p:spTree>
    <p:extLst>
      <p:ext uri="{BB962C8B-B14F-4D97-AF65-F5344CB8AC3E}">
        <p14:creationId xmlns:p14="http://schemas.microsoft.com/office/powerpoint/2010/main" val="2877799109"/>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change the SmartArt layout</a:t>
            </a:r>
          </a:p>
        </p:txBody>
      </p:sp>
      <p:sp>
        <p:nvSpPr>
          <p:cNvPr id="4" name="Content Placeholder 3">
            <a:extLst>
              <a:ext uri="{FF2B5EF4-FFF2-40B4-BE49-F238E27FC236}">
                <a16:creationId xmlns:a16="http://schemas.microsoft.com/office/drawing/2014/main" id="{E1BC83EB-25EF-4EBB-BCF0-F008ACB02F8B}"/>
              </a:ext>
            </a:extLst>
          </p:cNvPr>
          <p:cNvSpPr>
            <a:spLocks noGrp="1"/>
          </p:cNvSpPr>
          <p:nvPr>
            <p:ph idx="1"/>
          </p:nvPr>
        </p:nvSpPr>
        <p:spPr>
          <a:xfrm>
            <a:off x="0" y="620688"/>
            <a:ext cx="9144000" cy="6237312"/>
          </a:xfrm>
        </p:spPr>
        <p:txBody>
          <a:bodyPr/>
          <a:lstStyle/>
          <a:p>
            <a:pPr algn="just"/>
            <a:r>
              <a:rPr lang="en-US" dirty="0"/>
              <a:t>From the </a:t>
            </a:r>
            <a:r>
              <a:rPr lang="en-US" b="1" dirty="0"/>
              <a:t>Design</a:t>
            </a:r>
            <a:r>
              <a:rPr lang="en-US" dirty="0"/>
              <a:t> tab, click the </a:t>
            </a:r>
            <a:r>
              <a:rPr lang="en-US" b="1" dirty="0"/>
              <a:t>More drop-down arrow</a:t>
            </a:r>
            <a:r>
              <a:rPr lang="en-US" dirty="0"/>
              <a:t> in the Layouts group.</a:t>
            </a:r>
          </a:p>
        </p:txBody>
      </p:sp>
      <p:pic>
        <p:nvPicPr>
          <p:cNvPr id="6" name="Picture 5">
            <a:extLst>
              <a:ext uri="{FF2B5EF4-FFF2-40B4-BE49-F238E27FC236}">
                <a16:creationId xmlns:a16="http://schemas.microsoft.com/office/drawing/2014/main" id="{46712E02-CEAB-4A7A-B9DD-DA57EF94A7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59632" y="2060848"/>
            <a:ext cx="6768752" cy="2232248"/>
          </a:xfrm>
          <a:prstGeom prst="rect">
            <a:avLst/>
          </a:prstGeom>
        </p:spPr>
      </p:pic>
    </p:spTree>
    <p:extLst>
      <p:ext uri="{BB962C8B-B14F-4D97-AF65-F5344CB8AC3E}">
        <p14:creationId xmlns:p14="http://schemas.microsoft.com/office/powerpoint/2010/main" val="1940296845"/>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512" y="0"/>
            <a:ext cx="8839200" cy="476672"/>
          </a:xfrm>
        </p:spPr>
        <p:txBody>
          <a:bodyPr>
            <a:normAutofit fontScale="90000"/>
          </a:bodyPr>
          <a:lstStyle/>
          <a:p>
            <a:pPr algn="ctr"/>
            <a:r>
              <a:rPr lang="en-US" dirty="0"/>
              <a:t>To change the SmartArt layout</a:t>
            </a:r>
          </a:p>
        </p:txBody>
      </p:sp>
      <p:sp>
        <p:nvSpPr>
          <p:cNvPr id="4" name="Content Placeholder 3">
            <a:extLst>
              <a:ext uri="{FF2B5EF4-FFF2-40B4-BE49-F238E27FC236}">
                <a16:creationId xmlns:a16="http://schemas.microsoft.com/office/drawing/2014/main" id="{E1BC83EB-25EF-4EBB-BCF0-F008ACB02F8B}"/>
              </a:ext>
            </a:extLst>
          </p:cNvPr>
          <p:cNvSpPr>
            <a:spLocks noGrp="1"/>
          </p:cNvSpPr>
          <p:nvPr>
            <p:ph idx="1"/>
          </p:nvPr>
        </p:nvSpPr>
        <p:spPr>
          <a:xfrm>
            <a:off x="0" y="620688"/>
            <a:ext cx="9144000" cy="6237312"/>
          </a:xfrm>
        </p:spPr>
        <p:txBody>
          <a:bodyPr/>
          <a:lstStyle/>
          <a:p>
            <a:pPr algn="just"/>
            <a:r>
              <a:rPr lang="en-US" dirty="0"/>
              <a:t>Choose the desired layout, or click </a:t>
            </a:r>
            <a:r>
              <a:rPr lang="en-US" b="1" dirty="0"/>
              <a:t>More Layouts </a:t>
            </a:r>
            <a:r>
              <a:rPr lang="en-US" dirty="0"/>
              <a:t>to see even more options.</a:t>
            </a:r>
          </a:p>
          <a:p>
            <a:pPr algn="just"/>
            <a:endParaRPr lang="en-US" dirty="0"/>
          </a:p>
          <a:p>
            <a:pPr algn="just"/>
            <a:endParaRPr lang="en-US" dirty="0"/>
          </a:p>
          <a:p>
            <a:pPr algn="just"/>
            <a:endParaRPr lang="en-US" dirty="0"/>
          </a:p>
          <a:p>
            <a:pPr algn="just"/>
            <a:endParaRPr lang="en-US" dirty="0"/>
          </a:p>
          <a:p>
            <a:pPr algn="just"/>
            <a:r>
              <a:rPr lang="en-US" dirty="0"/>
              <a:t>The selected layout will appear.</a:t>
            </a:r>
          </a:p>
          <a:p>
            <a:pPr algn="just"/>
            <a:endParaRPr lang="en-US" dirty="0"/>
          </a:p>
        </p:txBody>
      </p:sp>
      <p:pic>
        <p:nvPicPr>
          <p:cNvPr id="5" name="Picture 4">
            <a:extLst>
              <a:ext uri="{FF2B5EF4-FFF2-40B4-BE49-F238E27FC236}">
                <a16:creationId xmlns:a16="http://schemas.microsoft.com/office/drawing/2014/main" id="{848A9AA4-96C3-4EE7-B43D-3E8F3465F8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70199" y="1772817"/>
            <a:ext cx="5870153" cy="2016223"/>
          </a:xfrm>
          <a:prstGeom prst="rect">
            <a:avLst/>
          </a:prstGeom>
        </p:spPr>
      </p:pic>
      <p:pic>
        <p:nvPicPr>
          <p:cNvPr id="8" name="Picture 7">
            <a:extLst>
              <a:ext uri="{FF2B5EF4-FFF2-40B4-BE49-F238E27FC236}">
                <a16:creationId xmlns:a16="http://schemas.microsoft.com/office/drawing/2014/main" id="{BA70A4A3-D408-4383-8BD1-ACF52FB1E75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91680" y="4648399"/>
            <a:ext cx="5438775" cy="2016223"/>
          </a:xfrm>
          <a:prstGeom prst="rect">
            <a:avLst/>
          </a:prstGeom>
        </p:spPr>
      </p:pic>
    </p:spTree>
    <p:extLst>
      <p:ext uri="{BB962C8B-B14F-4D97-AF65-F5344CB8AC3E}">
        <p14:creationId xmlns:p14="http://schemas.microsoft.com/office/powerpoint/2010/main" val="3110363567"/>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a:p>
          <a:p>
            <a:pPr algn="ctr">
              <a:buFont typeface="Arial" charset="0"/>
              <a:buNone/>
            </a:pPr>
            <a:endParaRPr lang="en-US" b="1"/>
          </a:p>
          <a:p>
            <a:pPr algn="ctr">
              <a:buFont typeface="Arial" charset="0"/>
              <a:buNone/>
            </a:pPr>
            <a:endParaRPr lang="en-US" sz="3200" b="1"/>
          </a:p>
        </p:txBody>
      </p:sp>
      <p:pic>
        <p:nvPicPr>
          <p:cNvPr id="4" name="Google Shape;273;p46"/>
          <p:cNvPicPr preferRelativeResize="0"/>
          <p:nvPr/>
        </p:nvPicPr>
        <p:blipFill rotWithShape="1">
          <a:blip r:embed="rId3">
            <a:alphaModFix/>
          </a:blip>
          <a:srcRect b="4789"/>
          <a:stretch/>
        </p:blipFill>
        <p:spPr>
          <a:xfrm>
            <a:off x="2339752" y="1340768"/>
            <a:ext cx="5256584" cy="4104456"/>
          </a:xfrm>
          <a:prstGeom prst="rect">
            <a:avLst/>
          </a:prstGeom>
          <a:noFill/>
          <a:ln>
            <a:noFill/>
          </a:ln>
        </p:spPr>
      </p:pic>
    </p:spTree>
    <p:extLst>
      <p:ext uri="{BB962C8B-B14F-4D97-AF65-F5344CB8AC3E}">
        <p14:creationId xmlns:p14="http://schemas.microsoft.com/office/powerpoint/2010/main" val="4041472022"/>
      </p:ext>
    </p:extLst>
  </p:cSld>
  <p:clrMapOvr>
    <a:masterClrMapping/>
  </p:clrMapOvr>
  <p:transition spd="slow"/>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027"/>
          <p:cNvSpPr>
            <a:spLocks noGrp="1" noChangeArrowheads="1"/>
          </p:cNvSpPr>
          <p:nvPr>
            <p:ph type="body" idx="1"/>
          </p:nvPr>
        </p:nvSpPr>
        <p:spPr>
          <a:xfrm>
            <a:off x="0" y="357188"/>
            <a:ext cx="9429750" cy="6500812"/>
          </a:xfrm>
        </p:spPr>
        <p:txBody>
          <a:bodyPr lIns="90488" tIns="44450" rIns="90488" bIns="44450"/>
          <a:lstStyle/>
          <a:p>
            <a:pPr algn="ctr">
              <a:buFont typeface="Arial" charset="0"/>
              <a:buNone/>
            </a:pPr>
            <a:endParaRPr lang="en-US" sz="3200" b="1"/>
          </a:p>
          <a:p>
            <a:pPr algn="ctr">
              <a:buFont typeface="Arial" charset="0"/>
              <a:buNone/>
            </a:pPr>
            <a:endParaRPr lang="en-US" b="1"/>
          </a:p>
          <a:p>
            <a:pPr algn="ctr">
              <a:buFont typeface="Arial" charset="0"/>
              <a:buNone/>
            </a:pPr>
            <a:endParaRPr lang="en-US" sz="3200" b="1"/>
          </a:p>
        </p:txBody>
      </p:sp>
      <p:sp>
        <p:nvSpPr>
          <p:cNvPr id="5" name="Rectangle 4"/>
          <p:cNvSpPr/>
          <p:nvPr/>
        </p:nvSpPr>
        <p:spPr>
          <a:xfrm>
            <a:off x="2071670" y="2967335"/>
            <a:ext cx="5143536" cy="923330"/>
          </a:xfrm>
          <a:prstGeom prst="rect">
            <a:avLst/>
          </a:prstGeom>
          <a:noFill/>
        </p:spPr>
        <p:txBody>
          <a:bodyPr>
            <a:spAutoFit/>
          </a:bodyPr>
          <a:lstStyle/>
          <a:p>
            <a:pPr algn="ctr">
              <a:defRPr/>
            </a:pPr>
            <a:r>
              <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rPr>
              <a:t>THANK YOU</a:t>
            </a:r>
            <a:endParaRPr lang="en-GB"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Tree>
    <p:extLst>
      <p:ext uri="{BB962C8B-B14F-4D97-AF65-F5344CB8AC3E}">
        <p14:creationId xmlns:p14="http://schemas.microsoft.com/office/powerpoint/2010/main" val="152359839"/>
      </p:ext>
    </p:extLst>
  </p:cSld>
  <p:clrMapOvr>
    <a:masterClrMapping/>
  </p:clrMapOvr>
  <p:transition spd="slow"/>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9261</TotalTime>
  <Words>1940</Words>
  <Application>Microsoft Office PowerPoint</Application>
  <PresentationFormat>On-screen Show (4:3)</PresentationFormat>
  <Paragraphs>247</Paragraphs>
  <Slides>58</Slides>
  <Notes>58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58</vt:i4>
      </vt:variant>
    </vt:vector>
  </HeadingPairs>
  <TitlesOfParts>
    <vt:vector size="64" baseType="lpstr">
      <vt:lpstr>Arial</vt:lpstr>
      <vt:lpstr>Arial Black</vt:lpstr>
      <vt:lpstr>Calibri</vt:lpstr>
      <vt:lpstr>source sans pro</vt:lpstr>
      <vt:lpstr>Wingdings</vt:lpstr>
      <vt:lpstr>Office Theme</vt:lpstr>
      <vt:lpstr>PowerPoint Presentation</vt:lpstr>
      <vt:lpstr>PowerPoint Presentation</vt:lpstr>
      <vt:lpstr>Objectives Overview</vt:lpstr>
      <vt:lpstr>Word - Printing Documents</vt:lpstr>
      <vt:lpstr>To access the Print pane</vt:lpstr>
      <vt:lpstr>To access the Print pane</vt:lpstr>
      <vt:lpstr>Printing Documents</vt:lpstr>
      <vt:lpstr>Printing Documents</vt:lpstr>
      <vt:lpstr>To print a document</vt:lpstr>
      <vt:lpstr>To print a document</vt:lpstr>
      <vt:lpstr>To print a document</vt:lpstr>
      <vt:lpstr>To custom print a document</vt:lpstr>
      <vt:lpstr>Word - Mail Merge</vt:lpstr>
      <vt:lpstr>To use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Mail Merge</vt:lpstr>
      <vt:lpstr>Word - SmartArt Graphics</vt:lpstr>
      <vt:lpstr>To insert a SmartArt graphic</vt:lpstr>
      <vt:lpstr>To insert a SmartArt graphic</vt:lpstr>
      <vt:lpstr>To insert a SmartArt graphic</vt:lpstr>
      <vt:lpstr>To add text to a SmartArt graphic</vt:lpstr>
      <vt:lpstr>To add text to a SmartArt graphic</vt:lpstr>
      <vt:lpstr>To add text to a SmartArt graphic</vt:lpstr>
      <vt:lpstr>To reorder, add, and delete shapes</vt:lpstr>
      <vt:lpstr>To reorder, add, and delete shapes</vt:lpstr>
      <vt:lpstr>To reorder, add, and delete shapes</vt:lpstr>
      <vt:lpstr>To reorder, add, and delete shapes</vt:lpstr>
      <vt:lpstr>Organizing SmartArt from the Design tab</vt:lpstr>
      <vt:lpstr>Organizing SmartArt from the Design tab</vt:lpstr>
      <vt:lpstr>Organizing SmartArt from the Design tab</vt:lpstr>
      <vt:lpstr>Customizing SmartArt</vt:lpstr>
      <vt:lpstr>Customizing SmartArt</vt:lpstr>
      <vt:lpstr>Customizing SmartArt</vt:lpstr>
      <vt:lpstr>To change the SmartArt layout</vt:lpstr>
      <vt:lpstr>To change the SmartArt layout</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steven</dc:creator>
  <cp:lastModifiedBy>USER</cp:lastModifiedBy>
  <cp:revision>398</cp:revision>
  <dcterms:created xsi:type="dcterms:W3CDTF">2008-12-18T17:11:12Z</dcterms:created>
  <dcterms:modified xsi:type="dcterms:W3CDTF">2023-02-11T16:55:17Z</dcterms:modified>
</cp:coreProperties>
</file>