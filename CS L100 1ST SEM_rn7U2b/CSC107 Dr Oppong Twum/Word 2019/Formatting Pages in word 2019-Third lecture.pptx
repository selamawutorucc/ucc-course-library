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7"/>
  </p:notesMasterIdLst>
  <p:sldIdLst>
    <p:sldId id="260" r:id="rId2"/>
    <p:sldId id="385" r:id="rId3"/>
    <p:sldId id="294" r:id="rId4"/>
    <p:sldId id="264" r:id="rId5"/>
    <p:sldId id="472" r:id="rId6"/>
    <p:sldId id="514" r:id="rId7"/>
    <p:sldId id="473" r:id="rId8"/>
    <p:sldId id="515" r:id="rId9"/>
    <p:sldId id="518" r:id="rId10"/>
    <p:sldId id="476" r:id="rId11"/>
    <p:sldId id="510" r:id="rId12"/>
    <p:sldId id="511" r:id="rId13"/>
    <p:sldId id="516" r:id="rId14"/>
    <p:sldId id="512" r:id="rId15"/>
    <p:sldId id="513" r:id="rId16"/>
    <p:sldId id="474" r:id="rId17"/>
    <p:sldId id="475" r:id="rId18"/>
    <p:sldId id="517" r:id="rId19"/>
    <p:sldId id="478" r:id="rId20"/>
    <p:sldId id="479" r:id="rId21"/>
    <p:sldId id="481" r:id="rId22"/>
    <p:sldId id="483" r:id="rId23"/>
    <p:sldId id="484" r:id="rId24"/>
    <p:sldId id="519" r:id="rId25"/>
    <p:sldId id="520" r:id="rId26"/>
    <p:sldId id="521" r:id="rId27"/>
    <p:sldId id="522" r:id="rId28"/>
    <p:sldId id="523" r:id="rId29"/>
    <p:sldId id="525" r:id="rId30"/>
    <p:sldId id="485" r:id="rId31"/>
    <p:sldId id="486" r:id="rId32"/>
    <p:sldId id="487" r:id="rId33"/>
    <p:sldId id="526" r:id="rId34"/>
    <p:sldId id="527" r:id="rId35"/>
    <p:sldId id="488" r:id="rId36"/>
    <p:sldId id="489" r:id="rId37"/>
    <p:sldId id="490" r:id="rId38"/>
    <p:sldId id="491" r:id="rId39"/>
    <p:sldId id="492" r:id="rId40"/>
    <p:sldId id="493" r:id="rId41"/>
    <p:sldId id="528" r:id="rId42"/>
    <p:sldId id="529" r:id="rId43"/>
    <p:sldId id="530" r:id="rId44"/>
    <p:sldId id="531" r:id="rId45"/>
    <p:sldId id="494" r:id="rId46"/>
    <p:sldId id="495" r:id="rId47"/>
    <p:sldId id="496" r:id="rId48"/>
    <p:sldId id="532" r:id="rId49"/>
    <p:sldId id="497" r:id="rId50"/>
    <p:sldId id="533" r:id="rId51"/>
    <p:sldId id="534" r:id="rId52"/>
    <p:sldId id="535" r:id="rId53"/>
    <p:sldId id="536" r:id="rId54"/>
    <p:sldId id="537" r:id="rId55"/>
    <p:sldId id="538" r:id="rId56"/>
    <p:sldId id="539" r:id="rId57"/>
    <p:sldId id="540" r:id="rId58"/>
    <p:sldId id="541" r:id="rId59"/>
    <p:sldId id="542" r:id="rId60"/>
    <p:sldId id="543" r:id="rId61"/>
    <p:sldId id="544" r:id="rId62"/>
    <p:sldId id="545" r:id="rId63"/>
    <p:sldId id="498" r:id="rId64"/>
    <p:sldId id="499" r:id="rId65"/>
    <p:sldId id="500" r:id="rId66"/>
    <p:sldId id="501" r:id="rId67"/>
    <p:sldId id="502" r:id="rId68"/>
    <p:sldId id="504" r:id="rId69"/>
    <p:sldId id="505" r:id="rId70"/>
    <p:sldId id="506" r:id="rId71"/>
    <p:sldId id="507" r:id="rId72"/>
    <p:sldId id="508" r:id="rId73"/>
    <p:sldId id="509" r:id="rId74"/>
    <p:sldId id="440" r:id="rId75"/>
    <p:sldId id="384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7E0C6"/>
    <a:srgbClr val="DB7531"/>
    <a:srgbClr val="EBF6FF"/>
    <a:srgbClr val="DCDDDF"/>
    <a:srgbClr val="7E94B0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</a:p>
        <a:p>
          <a:r>
            <a:rPr lang="en-US" dirty="0"/>
            <a:t>Microsoft word 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Formatting Pages in Word 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/>
            <a:t>How to adjust page margins in  word </a:t>
          </a:r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/>
            <a:t>How to insert header and footer in word </a:t>
          </a:r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/>
            <a:t>How to add page numbers in word </a:t>
          </a:r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/>
            <a:t>How to insert page breaks  in word</a:t>
          </a:r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/>
            <a:t>How to insert blank page in word</a:t>
          </a:r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/>
            <a:t>How to add cover pages in word</a:t>
          </a:r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B9D2FC92-ECB4-4D54-9508-F43A91E7E65C}">
      <dgm:prSet/>
      <dgm:spPr/>
      <dgm:t>
        <a:bodyPr/>
        <a:lstStyle/>
        <a:p>
          <a:r>
            <a:rPr lang="en-GB" dirty="0"/>
            <a:t>How to add page orientation  in word</a:t>
          </a:r>
        </a:p>
      </dgm:t>
    </dgm:pt>
    <dgm:pt modelId="{78D7DF5E-40D2-4C2E-A6D8-113A5982009C}" type="parTrans" cxnId="{7F547AE8-3119-406B-94F9-F606AA7491D7}">
      <dgm:prSet/>
      <dgm:spPr/>
      <dgm:t>
        <a:bodyPr/>
        <a:lstStyle/>
        <a:p>
          <a:endParaRPr lang="en-GB"/>
        </a:p>
      </dgm:t>
    </dgm:pt>
    <dgm:pt modelId="{E2B3D82B-B21B-4F72-B2BC-78A1696AD170}" type="sibTrans" cxnId="{7F547AE8-3119-406B-94F9-F606AA7491D7}">
      <dgm:prSet/>
      <dgm:spPr/>
      <dgm:t>
        <a:bodyPr/>
        <a:lstStyle/>
        <a:p>
          <a:endParaRPr lang="en-GB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E43CDCF3-D5B2-4556-A6FF-1FBA940E878F}" type="pres">
      <dgm:prSet presAssocID="{F9022B54-68C2-4973-9A00-460029290542}" presName="node" presStyleLbl="node1" presStyleIdx="0" presStyleCnt="7">
        <dgm:presLayoutVars>
          <dgm:bulletEnabled val="1"/>
        </dgm:presLayoutVars>
      </dgm:prSet>
      <dgm:spPr/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7">
        <dgm:presLayoutVars>
          <dgm:bulletEnabled val="1"/>
        </dgm:presLayoutVars>
      </dgm:prSet>
      <dgm:spPr/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7">
        <dgm:presLayoutVars>
          <dgm:bulletEnabled val="1"/>
        </dgm:presLayoutVars>
      </dgm:prSet>
      <dgm:spPr/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7">
        <dgm:presLayoutVars>
          <dgm:bulletEnabled val="1"/>
        </dgm:presLayoutVars>
      </dgm:prSet>
      <dgm:spPr/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7">
        <dgm:presLayoutVars>
          <dgm:bulletEnabled val="1"/>
        </dgm:presLayoutVars>
      </dgm:prSet>
      <dgm:spPr/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7">
        <dgm:presLayoutVars>
          <dgm:bulletEnabled val="1"/>
        </dgm:presLayoutVars>
      </dgm:prSet>
      <dgm:spPr/>
    </dgm:pt>
    <dgm:pt modelId="{78CB8F77-3CF7-4A24-AB1C-13517BFF6342}" type="pres">
      <dgm:prSet presAssocID="{C25ACD3C-6ADA-4FCF-83F9-C46AF1053BB7}" presName="sibTrans" presStyleCnt="0"/>
      <dgm:spPr/>
    </dgm:pt>
    <dgm:pt modelId="{4F3BB94F-726F-42B1-B2C9-9077543F3D05}" type="pres">
      <dgm:prSet presAssocID="{B9D2FC92-ECB4-4D54-9508-F43A91E7E65C}" presName="node" presStyleLbl="node1" presStyleIdx="6" presStyleCnt="7">
        <dgm:presLayoutVars>
          <dgm:bulletEnabled val="1"/>
        </dgm:presLayoutVars>
      </dgm:prSet>
      <dgm:spPr/>
    </dgm:pt>
  </dgm:ptLst>
  <dgm:cxnLst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6AAA590D-29DC-4E4C-8B98-98C454876ACA}" type="presOf" srcId="{0C2A3C5A-0AE4-41C1-AA5D-5BC4E760C57F}" destId="{D944875E-4200-44D3-9F4D-D995865E5F68}" srcOrd="0" destOrd="0" presId="urn:microsoft.com/office/officeart/2005/8/layout/default#1"/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A8B40AA2-278C-4338-99E0-4615B7D73CD9}" type="presOf" srcId="{B9D2FC92-ECB4-4D54-9508-F43A91E7E65C}" destId="{4F3BB94F-726F-42B1-B2C9-9077543F3D05}" srcOrd="0" destOrd="0" presId="urn:microsoft.com/office/officeart/2005/8/layout/default#1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7F547AE8-3119-406B-94F9-F606AA7491D7}" srcId="{3DE9E547-3C66-4E5D-9D07-0515EED2B913}" destId="{B9D2FC92-ECB4-4D54-9508-F43A91E7E65C}" srcOrd="6" destOrd="0" parTransId="{78D7DF5E-40D2-4C2E-A6D8-113A5982009C}" sibTransId="{E2B3D82B-B21B-4F72-B2BC-78A1696AD170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429B9619-7928-43DC-A3FE-1E9D2DB4D886}" type="presParOf" srcId="{46A1C575-DE29-4021-A28C-E1E7FA78085E}" destId="{4543EDFD-DAD7-4CC1-8700-DF379CC38E62}" srcOrd="9" destOrd="0" presId="urn:microsoft.com/office/officeart/2005/8/layout/default#1"/>
    <dgm:cxn modelId="{704D0315-1C8A-4D5F-A07E-7D3763651A72}" type="presParOf" srcId="{46A1C575-DE29-4021-A28C-E1E7FA78085E}" destId="{D944875E-4200-44D3-9F4D-D995865E5F68}" srcOrd="10" destOrd="0" presId="urn:microsoft.com/office/officeart/2005/8/layout/default#1"/>
    <dgm:cxn modelId="{3F5A64F1-66F4-44C1-BF95-02D94C0DFAD0}" type="presParOf" srcId="{46A1C575-DE29-4021-A28C-E1E7FA78085E}" destId="{78CB8F77-3CF7-4A24-AB1C-13517BFF6342}" srcOrd="11" destOrd="0" presId="urn:microsoft.com/office/officeart/2005/8/layout/default#1"/>
    <dgm:cxn modelId="{A0309069-2853-4FAA-AC09-2E967F751159}" type="presParOf" srcId="{46A1C575-DE29-4021-A28C-E1E7FA78085E}" destId="{4F3BB94F-726F-42B1-B2C9-9077543F3D05}" srcOrd="12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Introduction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to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Microsoft word </a:t>
          </a:r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Formatting Pages in Word </a:t>
          </a:r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5882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How to adjust page margins in  word </a:t>
          </a:r>
        </a:p>
      </dsp:txBody>
      <dsp:txXfrm>
        <a:off x="158829" y="1314"/>
        <a:ext cx="2662981" cy="1597788"/>
      </dsp:txXfrm>
    </dsp:sp>
    <dsp:sp modelId="{08678D36-F832-48B7-8548-C43AEE1F6A43}">
      <dsp:nvSpPr>
        <dsp:cNvPr id="0" name=""/>
        <dsp:cNvSpPr/>
      </dsp:nvSpPr>
      <dsp:spPr>
        <a:xfrm>
          <a:off x="308810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9426"/>
                <a:satOff val="-728"/>
                <a:lumOff val="416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9426"/>
                <a:satOff val="-728"/>
                <a:lumOff val="416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9426"/>
                <a:satOff val="-728"/>
                <a:lumOff val="416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How to insert header and footer in word </a:t>
          </a:r>
        </a:p>
      </dsp:txBody>
      <dsp:txXfrm>
        <a:off x="3088109" y="1314"/>
        <a:ext cx="2662981" cy="1597788"/>
      </dsp:txXfrm>
    </dsp:sp>
    <dsp:sp modelId="{D32AB574-D896-42B8-809A-74BD322B19E9}">
      <dsp:nvSpPr>
        <dsp:cNvPr id="0" name=""/>
        <dsp:cNvSpPr/>
      </dsp:nvSpPr>
      <dsp:spPr>
        <a:xfrm>
          <a:off x="6017388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How to add page numbers in word </a:t>
          </a:r>
        </a:p>
      </dsp:txBody>
      <dsp:txXfrm>
        <a:off x="6017388" y="1314"/>
        <a:ext cx="2662981" cy="1597788"/>
      </dsp:txXfrm>
    </dsp:sp>
    <dsp:sp modelId="{126D987F-03E4-4E3A-BED9-08B6BA3A15AB}">
      <dsp:nvSpPr>
        <dsp:cNvPr id="0" name=""/>
        <dsp:cNvSpPr/>
      </dsp:nvSpPr>
      <dsp:spPr>
        <a:xfrm>
          <a:off x="15882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How to insert page breaks  in word</a:t>
          </a:r>
        </a:p>
      </dsp:txBody>
      <dsp:txXfrm>
        <a:off x="158829" y="1865401"/>
        <a:ext cx="2662981" cy="1597788"/>
      </dsp:txXfrm>
    </dsp:sp>
    <dsp:sp modelId="{A0EFA616-1553-4077-9D32-88AE20AC0552}">
      <dsp:nvSpPr>
        <dsp:cNvPr id="0" name=""/>
        <dsp:cNvSpPr/>
      </dsp:nvSpPr>
      <dsp:spPr>
        <a:xfrm>
          <a:off x="308810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How to insert blank page in word</a:t>
          </a:r>
        </a:p>
      </dsp:txBody>
      <dsp:txXfrm>
        <a:off x="3088109" y="1865401"/>
        <a:ext cx="2662981" cy="1597788"/>
      </dsp:txXfrm>
    </dsp:sp>
    <dsp:sp modelId="{D944875E-4200-44D3-9F4D-D995865E5F68}">
      <dsp:nvSpPr>
        <dsp:cNvPr id="0" name=""/>
        <dsp:cNvSpPr/>
      </dsp:nvSpPr>
      <dsp:spPr>
        <a:xfrm>
          <a:off x="6017388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7131"/>
                <a:satOff val="-3638"/>
                <a:lumOff val="2082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7131"/>
                <a:satOff val="-3638"/>
                <a:lumOff val="2082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7131"/>
                <a:satOff val="-3638"/>
                <a:lumOff val="2082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How to add cover pages in word</a:t>
          </a:r>
        </a:p>
      </dsp:txBody>
      <dsp:txXfrm>
        <a:off x="6017388" y="1865401"/>
        <a:ext cx="2662981" cy="1597788"/>
      </dsp:txXfrm>
    </dsp:sp>
    <dsp:sp modelId="{4F3BB94F-726F-42B1-B2C9-9077543F3D05}">
      <dsp:nvSpPr>
        <dsp:cNvPr id="0" name=""/>
        <dsp:cNvSpPr/>
      </dsp:nvSpPr>
      <dsp:spPr>
        <a:xfrm>
          <a:off x="3088109" y="3729488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How to add page orientation  in word</a:t>
          </a:r>
        </a:p>
      </dsp:txBody>
      <dsp:txXfrm>
        <a:off x="3088109" y="3729488"/>
        <a:ext cx="2662981" cy="1597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269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110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811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88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605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724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127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316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40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764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8205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2456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4937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8837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3411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2356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3316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5651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0601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9131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264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0704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8955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0582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6704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61801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9169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9284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4232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5173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22480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4410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6982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65353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4245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05309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74</a:t>
            </a:fld>
            <a:endParaRPr lang="en-US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75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455629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885307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1514"/>
            <a:ext cx="8839200" cy="1143000"/>
          </a:xfrm>
        </p:spPr>
        <p:txBody>
          <a:bodyPr/>
          <a:lstStyle/>
          <a:p>
            <a:pPr algn="ctr"/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5354011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764704"/>
          </a:xfrm>
        </p:spPr>
        <p:txBody>
          <a:bodyPr/>
          <a:lstStyle/>
          <a:p>
            <a:pPr algn="ctr"/>
            <a:r>
              <a:rPr lang="en-GB" dirty="0"/>
              <a:t>Adjust Page Margins in Word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54461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margin is the space between the text and the edge of your document.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By default, a new document's margins are set to </a:t>
            </a:r>
            <a:r>
              <a:rPr lang="en-US" b="1" dirty="0"/>
              <a:t>Normal</a:t>
            </a:r>
            <a:r>
              <a:rPr lang="en-US" dirty="0"/>
              <a:t>, which means it has a </a:t>
            </a:r>
            <a:r>
              <a:rPr lang="en-US" b="1" dirty="0"/>
              <a:t>one-inch </a:t>
            </a:r>
            <a:r>
              <a:rPr lang="en-US" dirty="0"/>
              <a:t>space between the text and each edge.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Depending on your needs, Word allows you to change your document's margin size.</a:t>
            </a:r>
            <a:endParaRPr lang="en-US" sz="3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To format page margins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44" y="836712"/>
            <a:ext cx="8836855" cy="6021288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Word has a variety of </a:t>
            </a:r>
            <a:r>
              <a:rPr lang="en-US" sz="2800" b="1" dirty="0"/>
              <a:t>predefined margin </a:t>
            </a:r>
            <a:r>
              <a:rPr lang="en-US" sz="2800" dirty="0"/>
              <a:t>sizes to choose from.</a:t>
            </a:r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endParaRPr lang="en-US" sz="2800" dirty="0"/>
          </a:p>
          <a:p>
            <a:pPr algn="just"/>
            <a:r>
              <a:rPr lang="en-US" sz="2800" dirty="0"/>
              <a:t>Select the </a:t>
            </a:r>
            <a:r>
              <a:rPr lang="en-US" sz="2800" b="1" dirty="0"/>
              <a:t>Layout tab</a:t>
            </a:r>
            <a:r>
              <a:rPr lang="en-US" sz="2800" dirty="0"/>
              <a:t>, then click the </a:t>
            </a:r>
            <a:r>
              <a:rPr lang="en-US" sz="2800" b="1" dirty="0"/>
              <a:t>Margins</a:t>
            </a:r>
            <a:r>
              <a:rPr lang="en-US" sz="2800" dirty="0"/>
              <a:t> command.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B8514-3649-4E50-9510-3BA6BFF5D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198908"/>
            <a:ext cx="8280920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747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To format page margins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44" y="836712"/>
            <a:ext cx="8836855" cy="60212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US" sz="2800" dirty="0"/>
          </a:p>
          <a:p>
            <a:pPr algn="just"/>
            <a:r>
              <a:rPr lang="en-US" sz="2800" dirty="0"/>
              <a:t>A drop-down menu will appear. Click the </a:t>
            </a:r>
            <a:r>
              <a:rPr lang="en-US" sz="2800" b="1" dirty="0"/>
              <a:t>predefined margin </a:t>
            </a:r>
            <a:r>
              <a:rPr lang="en-US" sz="2800" dirty="0"/>
              <a:t>size you want.</a:t>
            </a:r>
          </a:p>
          <a:p>
            <a:pPr algn="just"/>
            <a:r>
              <a:rPr lang="en-US" sz="2800" dirty="0"/>
              <a:t>The margins of the document will be changed.</a:t>
            </a:r>
          </a:p>
          <a:p>
            <a:pPr algn="just"/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7CD229-CC6A-4DA0-9718-73EC20FAC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852937"/>
            <a:ext cx="5040559" cy="394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125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To use custom margins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r>
              <a:rPr lang="en-US" sz="2800" dirty="0"/>
              <a:t>Word also allows you to customize the size of your margins in the Page Setup dialog box.</a:t>
            </a:r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</a:p>
          <a:p>
            <a:pPr algn="just"/>
            <a:r>
              <a:rPr lang="en-US" sz="2800" dirty="0"/>
              <a:t>From the </a:t>
            </a:r>
            <a:r>
              <a:rPr lang="en-US" sz="2800" b="1" dirty="0"/>
              <a:t>Layout tab</a:t>
            </a:r>
            <a:r>
              <a:rPr lang="en-US" sz="2800" dirty="0"/>
              <a:t>, click </a:t>
            </a:r>
            <a:r>
              <a:rPr lang="en-US" sz="2800" b="1" dirty="0"/>
              <a:t>Margins</a:t>
            </a:r>
            <a:r>
              <a:rPr lang="en-US" sz="2800" dirty="0"/>
              <a:t>. Select </a:t>
            </a:r>
            <a:r>
              <a:rPr lang="en-US" sz="2800" b="1" dirty="0"/>
              <a:t>Custom Margins </a:t>
            </a:r>
            <a:r>
              <a:rPr lang="en-US" sz="2800" dirty="0"/>
              <a:t>from the drop-down menu.</a:t>
            </a:r>
          </a:p>
          <a:p>
            <a:pPr algn="just"/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1C1249-6BF6-429D-8759-28F258309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87" y="2780928"/>
            <a:ext cx="3143250" cy="407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802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To use custom margins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US" sz="2800" dirty="0"/>
              <a:t>The </a:t>
            </a:r>
            <a:r>
              <a:rPr lang="en-US" sz="2800" b="1" dirty="0"/>
              <a:t>Page Setup </a:t>
            </a:r>
            <a:r>
              <a:rPr lang="en-US" sz="2800" dirty="0"/>
              <a:t>dialog box will appear.</a:t>
            </a:r>
          </a:p>
          <a:p>
            <a:pPr algn="just"/>
            <a:r>
              <a:rPr lang="en-US" sz="2800" dirty="0"/>
              <a:t>Adjust the values for each margin, then click </a:t>
            </a:r>
            <a:r>
              <a:rPr lang="en-US" sz="2800" b="1" dirty="0"/>
              <a:t>OK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The margins of the document will be changed.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A709A-8DB9-481E-9064-769F0FCD4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564904"/>
            <a:ext cx="4343400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625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Adjust Margins Using Gutter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If you are going to </a:t>
            </a:r>
            <a:r>
              <a:rPr lang="en-GB" sz="2800" b="1" dirty="0"/>
              <a:t>bind</a:t>
            </a:r>
            <a:r>
              <a:rPr lang="en-GB" sz="2800" dirty="0"/>
              <a:t> the document and want to add an extra amount of space on one edge for the binding, enter that amount in the </a:t>
            </a:r>
            <a:r>
              <a:rPr lang="en-GB" sz="2800" b="1" dirty="0"/>
              <a:t>Gutter text box</a:t>
            </a:r>
            <a:r>
              <a:rPr lang="en-GB" sz="2800" dirty="0"/>
              <a:t>. </a:t>
            </a:r>
          </a:p>
          <a:p>
            <a:pPr marL="0" lvl="0" indent="0" algn="ctr">
              <a:buClr>
                <a:srgbClr val="8064A2">
                  <a:lumMod val="75000"/>
                </a:srgbClr>
              </a:buClr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  <a:endParaRPr lang="en-GB" sz="2800" dirty="0"/>
          </a:p>
          <a:p>
            <a:pPr algn="just"/>
            <a:r>
              <a:rPr lang="en-GB" sz="2800" dirty="0"/>
              <a:t>Select the side the gutter is on with the </a:t>
            </a:r>
            <a:r>
              <a:rPr lang="en-GB" sz="2800" b="1" dirty="0"/>
              <a:t>Gutter Position </a:t>
            </a:r>
            <a:r>
              <a:rPr lang="en-GB" sz="2800" dirty="0"/>
              <a:t>drop-down list. 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After setting all the desired values for all the margins, click the </a:t>
            </a:r>
            <a:r>
              <a:rPr lang="en-GB" sz="2800" b="1" dirty="0"/>
              <a:t>OK button </a:t>
            </a:r>
            <a:r>
              <a:rPr lang="en-GB" sz="2800" dirty="0"/>
              <a:t>to apply the margins.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635125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Adjust Margins Using Gutter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102F0-707F-461E-9CE1-FA99EAA4BC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038" t="9381" r="34649" b="17785"/>
          <a:stretch/>
        </p:blipFill>
        <p:spPr>
          <a:xfrm>
            <a:off x="467544" y="980728"/>
            <a:ext cx="6552727" cy="5328592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CC8E41-477B-4FBE-B442-EE7ED679FC1A}"/>
              </a:ext>
            </a:extLst>
          </p:cNvPr>
          <p:cNvSpPr/>
          <p:nvPr/>
        </p:nvSpPr>
        <p:spPr>
          <a:xfrm>
            <a:off x="755576" y="2276872"/>
            <a:ext cx="619268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61064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Page Orientation in Word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548680"/>
            <a:ext cx="9087729" cy="604867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GB" dirty="0"/>
              <a:t>Page Orientation is useful when you print your pages.</a:t>
            </a:r>
          </a:p>
          <a:p>
            <a:pPr algn="just"/>
            <a:endParaRPr lang="en-GB" dirty="0"/>
          </a:p>
          <a:p>
            <a:pPr algn="just"/>
            <a:r>
              <a:rPr lang="en-US" dirty="0"/>
              <a:t>Word offers two page orientation options:</a:t>
            </a:r>
            <a:r>
              <a:rPr lang="en-US" b="1" dirty="0"/>
              <a:t> landscape</a:t>
            </a:r>
            <a:r>
              <a:rPr lang="en-US" dirty="0"/>
              <a:t> and </a:t>
            </a:r>
            <a:r>
              <a:rPr lang="en-US" b="1" dirty="0"/>
              <a:t>portrait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Landscape means the page is oriented </a:t>
            </a:r>
            <a:r>
              <a:rPr lang="en-US" b="1" dirty="0"/>
              <a:t>horizontally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Portrait means the page is oriented </a:t>
            </a:r>
            <a:r>
              <a:rPr lang="en-US" b="1" dirty="0"/>
              <a:t>vertically</a:t>
            </a:r>
            <a:r>
              <a:rPr lang="en-US" dirty="0"/>
              <a:t>.</a:t>
            </a:r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/>
              <a:t>By default, Microsoft Word shows a page in </a:t>
            </a:r>
            <a:r>
              <a:rPr lang="en-GB" b="1" dirty="0"/>
              <a:t>portrait orientation </a:t>
            </a:r>
          </a:p>
          <a:p>
            <a:pPr algn="just"/>
            <a:endParaRPr lang="en-GB" b="1" dirty="0"/>
          </a:p>
          <a:p>
            <a:pPr algn="just"/>
            <a:r>
              <a:rPr lang="en-GB" dirty="0"/>
              <a:t>You can change the page orientation from portrait to landscape orientation.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81425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Change Page Orientation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48680"/>
            <a:ext cx="88392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  <a:r>
              <a:rPr lang="en-GB" dirty="0"/>
              <a:t>  </a:t>
            </a:r>
          </a:p>
          <a:p>
            <a:pPr algn="just"/>
            <a:r>
              <a:rPr lang="en-GB" sz="2400" dirty="0"/>
              <a:t>Select the </a:t>
            </a:r>
            <a:r>
              <a:rPr lang="en-GB" sz="2400" b="1" dirty="0"/>
              <a:t>Layout tab</a:t>
            </a:r>
          </a:p>
          <a:p>
            <a:pPr algn="just"/>
            <a:endParaRPr lang="en-GB" sz="2400" b="1" dirty="0"/>
          </a:p>
          <a:p>
            <a:pPr algn="just"/>
            <a:r>
              <a:rPr lang="en-US" sz="2400" dirty="0"/>
              <a:t>Click the </a:t>
            </a:r>
            <a:r>
              <a:rPr lang="en-US" sz="2400" b="1" dirty="0"/>
              <a:t>Orientation</a:t>
            </a:r>
            <a:r>
              <a:rPr lang="en-US" sz="2400" dirty="0"/>
              <a:t> command in the Page Setup group.</a:t>
            </a:r>
          </a:p>
          <a:p>
            <a:pPr algn="just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B830B-2F21-429D-8DD2-AA22C9663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40968"/>
            <a:ext cx="8424936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2452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Change Page Orientation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3093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2</a:t>
            </a:r>
            <a:r>
              <a:rPr lang="en-GB" dirty="0"/>
              <a:t>  </a:t>
            </a:r>
          </a:p>
          <a:p>
            <a:pPr algn="just"/>
            <a:r>
              <a:rPr lang="en-US" dirty="0"/>
              <a:t>A drop-down menu will appear. Click either </a:t>
            </a:r>
            <a:r>
              <a:rPr lang="en-US" b="1" dirty="0"/>
              <a:t>Portrait</a:t>
            </a:r>
            <a:r>
              <a:rPr lang="en-US" dirty="0"/>
              <a:t> or </a:t>
            </a:r>
            <a:r>
              <a:rPr lang="en-US" b="1" dirty="0"/>
              <a:t>Landscape</a:t>
            </a:r>
            <a:r>
              <a:rPr lang="en-US" dirty="0"/>
              <a:t> to change the page orientation.</a:t>
            </a:r>
            <a:endParaRPr lang="en-US" sz="2400" dirty="0"/>
          </a:p>
          <a:p>
            <a:pPr algn="just"/>
            <a:r>
              <a:rPr lang="en-US" dirty="0"/>
              <a:t>The page orientation of the document will be changed.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952F1C-3C50-43FA-BE66-B90968336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3861048"/>
            <a:ext cx="6552728" cy="265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7696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Page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By default, the </a:t>
            </a:r>
            <a:r>
              <a:rPr lang="en-US" b="1" dirty="0"/>
              <a:t>page size</a:t>
            </a:r>
            <a:r>
              <a:rPr lang="en-US" dirty="0"/>
              <a:t> of a new document is </a:t>
            </a:r>
            <a:r>
              <a:rPr lang="en-US" b="1" dirty="0"/>
              <a:t>8.5</a:t>
            </a:r>
            <a:r>
              <a:rPr lang="en-US" dirty="0"/>
              <a:t> </a:t>
            </a:r>
            <a:r>
              <a:rPr lang="en-US" b="1" dirty="0"/>
              <a:t>inches</a:t>
            </a:r>
            <a:r>
              <a:rPr lang="en-US" dirty="0"/>
              <a:t> by </a:t>
            </a:r>
            <a:r>
              <a:rPr lang="en-US" b="1" dirty="0"/>
              <a:t>11 inches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Depending on your project, you may need to adjust your document's page size.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It's important to note that before modifying the default page size, you should check to see which page sizes your printer can accommodate.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158397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change the page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048672"/>
          </a:xfrm>
        </p:spPr>
        <p:txBody>
          <a:bodyPr>
            <a:normAutofit/>
          </a:bodyPr>
          <a:lstStyle/>
          <a:p>
            <a:r>
              <a:rPr lang="en-US" dirty="0"/>
              <a:t>Word has a variety of </a:t>
            </a:r>
            <a:r>
              <a:rPr lang="en-US" b="1" dirty="0"/>
              <a:t>predefined page sizes</a:t>
            </a:r>
            <a:r>
              <a:rPr lang="en-US" dirty="0"/>
              <a:t> to choose from.</a:t>
            </a:r>
            <a:endParaRPr lang="en-GB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  <a:r>
              <a:rPr lang="en-GB" dirty="0"/>
              <a:t>  </a:t>
            </a:r>
          </a:p>
          <a:p>
            <a:pPr algn="just"/>
            <a:r>
              <a:rPr lang="en-US" dirty="0"/>
              <a:t>Select the </a:t>
            </a:r>
            <a:r>
              <a:rPr lang="en-US" b="1" dirty="0"/>
              <a:t>Layout tab</a:t>
            </a:r>
            <a:r>
              <a:rPr lang="en-US" dirty="0"/>
              <a:t>, then click the </a:t>
            </a:r>
            <a:r>
              <a:rPr lang="en-US" b="1" dirty="0"/>
              <a:t>Size </a:t>
            </a:r>
            <a:r>
              <a:rPr lang="en-US" dirty="0"/>
              <a:t>command.</a:t>
            </a:r>
          </a:p>
          <a:p>
            <a:pPr algn="just"/>
            <a:endParaRPr lang="en-GB" dirty="0"/>
          </a:p>
          <a:p>
            <a:pPr algn="just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FA84C3-A046-48C2-A101-B55E10214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9" y="3573016"/>
            <a:ext cx="8496944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943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change the page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832648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 drop-down menu will appear. The current page size is highlighted. Click the desired </a:t>
            </a:r>
            <a:r>
              <a:rPr lang="en-US" sz="2800" b="1" dirty="0"/>
              <a:t>predefined page size</a:t>
            </a:r>
            <a:r>
              <a:rPr lang="en-US" sz="2800" dirty="0"/>
              <a:t>.</a:t>
            </a:r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54A681-1906-4C90-BC14-D5337C08C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119312"/>
            <a:ext cx="8064896" cy="303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9721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use a custom page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5852120"/>
          </a:xfrm>
        </p:spPr>
        <p:txBody>
          <a:bodyPr>
            <a:normAutofit/>
          </a:bodyPr>
          <a:lstStyle/>
          <a:p>
            <a:r>
              <a:rPr lang="en-US" sz="2800" dirty="0"/>
              <a:t>Word also allows you to customize the page size in the Page Setup dialog box.</a:t>
            </a:r>
            <a:endParaRPr lang="en-GB" sz="2800" dirty="0"/>
          </a:p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</a:p>
          <a:p>
            <a:pPr algn="just"/>
            <a:r>
              <a:rPr lang="en-US" dirty="0"/>
              <a:t>From the </a:t>
            </a:r>
            <a:r>
              <a:rPr lang="en-US" b="1" dirty="0"/>
              <a:t>Layout</a:t>
            </a:r>
            <a:r>
              <a:rPr lang="en-US" dirty="0"/>
              <a:t> tab, click </a:t>
            </a:r>
            <a:r>
              <a:rPr lang="en-US" b="1" dirty="0"/>
              <a:t>Size</a:t>
            </a:r>
            <a:r>
              <a:rPr lang="en-US" dirty="0"/>
              <a:t>. Select </a:t>
            </a:r>
            <a:r>
              <a:rPr lang="en-US" b="1" dirty="0"/>
              <a:t>More Paper Sizes</a:t>
            </a:r>
            <a:r>
              <a:rPr lang="en-US" dirty="0"/>
              <a:t> from the drop-down menu.</a:t>
            </a:r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9E6B4-5F05-4DDD-9EC8-ED22EFEB7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962" y="3140968"/>
            <a:ext cx="4410075" cy="37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651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use a custom page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 </a:t>
            </a:r>
          </a:p>
          <a:p>
            <a:pPr fontAlgn="base"/>
            <a:r>
              <a:rPr lang="en-US" dirty="0"/>
              <a:t>The</a:t>
            </a:r>
            <a:r>
              <a:rPr lang="en-US" b="1" dirty="0"/>
              <a:t> Page Setup</a:t>
            </a:r>
            <a:r>
              <a:rPr lang="en-US" dirty="0"/>
              <a:t> dialog box will appear.</a:t>
            </a:r>
          </a:p>
          <a:p>
            <a:pPr fontAlgn="base"/>
            <a:r>
              <a:rPr lang="en-US" dirty="0"/>
              <a:t>Adjust the values for</a:t>
            </a:r>
            <a:r>
              <a:rPr lang="en-US" b="1" dirty="0"/>
              <a:t> Width</a:t>
            </a:r>
            <a:r>
              <a:rPr lang="en-US" dirty="0"/>
              <a:t> and </a:t>
            </a:r>
            <a:r>
              <a:rPr lang="en-US" b="1" dirty="0"/>
              <a:t>Height</a:t>
            </a:r>
            <a:r>
              <a:rPr lang="en-US" dirty="0"/>
              <a:t>, then click </a:t>
            </a:r>
            <a:r>
              <a:rPr lang="en-US" b="1" dirty="0"/>
              <a:t>OK</a:t>
            </a:r>
            <a:r>
              <a:rPr lang="en-US" dirty="0"/>
              <a:t>.</a:t>
            </a:r>
          </a:p>
          <a:p>
            <a:pPr fontAlgn="base"/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5A324-7395-4FF2-91FD-E6DB91E62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564904"/>
            <a:ext cx="4343400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804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Header and Footer in Word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header is a section of the document that appears in the </a:t>
            </a:r>
            <a:r>
              <a:rPr lang="en-US" b="1" dirty="0"/>
              <a:t>top margin</a:t>
            </a:r>
            <a:r>
              <a:rPr lang="en-US" dirty="0"/>
              <a:t>, while the footer is a section of the document that appears in the </a:t>
            </a:r>
            <a:r>
              <a:rPr lang="en-US" b="1" dirty="0"/>
              <a:t>bottom margin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Headers and footers generally contain additional information such as </a:t>
            </a:r>
            <a:r>
              <a:rPr lang="en-US" b="1" dirty="0"/>
              <a:t>page numbers</a:t>
            </a:r>
            <a:r>
              <a:rPr lang="en-US" dirty="0"/>
              <a:t>, </a:t>
            </a:r>
            <a:r>
              <a:rPr lang="en-US" b="1" dirty="0"/>
              <a:t>dates</a:t>
            </a:r>
            <a:r>
              <a:rPr lang="en-US" dirty="0"/>
              <a:t>, an </a:t>
            </a:r>
            <a:r>
              <a:rPr lang="en-US" b="1" dirty="0"/>
              <a:t>author's name</a:t>
            </a:r>
            <a:r>
              <a:rPr lang="en-US" dirty="0"/>
              <a:t>, and </a:t>
            </a:r>
            <a:r>
              <a:rPr lang="en-US" b="1" dirty="0"/>
              <a:t>footnotes</a:t>
            </a:r>
            <a:r>
              <a:rPr lang="en-US" dirty="0"/>
              <a:t>, which can help keep longer documents organized and make them easier to read.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Text entered in the header or footer will appear on each page of the document.</a:t>
            </a:r>
          </a:p>
        </p:txBody>
      </p:sp>
    </p:spTree>
    <p:extLst>
      <p:ext uri="{BB962C8B-B14F-4D97-AF65-F5344CB8AC3E}">
        <p14:creationId xmlns:p14="http://schemas.microsoft.com/office/powerpoint/2010/main" val="14318669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4807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 </a:t>
            </a:r>
          </a:p>
          <a:p>
            <a:pPr algn="just"/>
            <a:r>
              <a:rPr lang="en-US" b="1" dirty="0"/>
              <a:t>Double-click</a:t>
            </a:r>
            <a:r>
              <a:rPr lang="en-US" dirty="0"/>
              <a:t> anywhere on the </a:t>
            </a:r>
            <a:r>
              <a:rPr lang="en-US" b="1" dirty="0"/>
              <a:t>top or bottom margin</a:t>
            </a:r>
            <a:r>
              <a:rPr lang="en-US" dirty="0"/>
              <a:t> of your document. In our example, we'll double-click the top margin.</a:t>
            </a:r>
            <a:endParaRPr lang="en-GB" dirty="0"/>
          </a:p>
          <a:p>
            <a:pPr algn="just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80F8C-891B-43EF-A80F-DBF27C822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6912"/>
            <a:ext cx="9144000" cy="42210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978A2A4-1D10-446A-A9D1-F14E8395350E}"/>
              </a:ext>
            </a:extLst>
          </p:cNvPr>
          <p:cNvSpPr/>
          <p:nvPr/>
        </p:nvSpPr>
        <p:spPr>
          <a:xfrm>
            <a:off x="1763688" y="3717032"/>
            <a:ext cx="5616624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26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400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US" dirty="0"/>
              <a:t>The header or footer will open, and a Design tab will appear on the right side of the Ribbon. The insertion point will appear in the header or footer.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41DA41-F0A8-46C3-BA85-B3438CF07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4903"/>
            <a:ext cx="9144000" cy="429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725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400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US" dirty="0"/>
              <a:t>Type the desired information into the header or footer. In our example, we'll type the </a:t>
            </a:r>
            <a:r>
              <a:rPr lang="en-US" b="1" dirty="0"/>
              <a:t>author's name </a:t>
            </a:r>
            <a:r>
              <a:rPr lang="en-US" dirty="0"/>
              <a:t>and the </a:t>
            </a:r>
            <a:r>
              <a:rPr lang="en-US" b="1" dirty="0"/>
              <a:t>date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01304-2EE5-4718-A2CB-DD8FD40EE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704" y="2564903"/>
            <a:ext cx="9144000" cy="430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160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764704"/>
          </a:xfrm>
        </p:spPr>
        <p:txBody>
          <a:bodyPr/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6360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When you're finished, click </a:t>
            </a:r>
            <a:r>
              <a:rPr lang="en-US" b="1" dirty="0"/>
              <a:t>Close Header and Footer</a:t>
            </a:r>
            <a:r>
              <a:rPr lang="en-US" dirty="0"/>
              <a:t>. You can also press the </a:t>
            </a:r>
            <a:r>
              <a:rPr lang="en-US" b="1" dirty="0"/>
              <a:t>Esc key</a:t>
            </a:r>
            <a:r>
              <a:rPr lang="en-US" dirty="0"/>
              <a:t>.</a:t>
            </a:r>
          </a:p>
          <a:p>
            <a:pPr algn="just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D0D48D-C46C-44DD-93E5-175629649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708920"/>
            <a:ext cx="8640960" cy="25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773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57801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header or footer </a:t>
            </a:r>
            <a:r>
              <a:rPr lang="en-US" dirty="0"/>
              <a:t>text will appear.</a:t>
            </a:r>
          </a:p>
          <a:p>
            <a:pPr algn="just"/>
            <a:endParaRPr lang="en-US" dirty="0"/>
          </a:p>
          <a:p>
            <a:pPr algn="just"/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6295568"/>
            <a:ext cx="89644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You can follow a similar procedure to add footer in your document.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BACA3-294E-4FA4-85F2-E598EA2F3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0768"/>
            <a:ext cx="9144000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48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preset header or 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US" dirty="0"/>
              <a:t>Select the </a:t>
            </a:r>
            <a:r>
              <a:rPr lang="en-US" b="1" dirty="0"/>
              <a:t>Insert tab</a:t>
            </a:r>
            <a:r>
              <a:rPr lang="en-US" dirty="0"/>
              <a:t>, then click the </a:t>
            </a:r>
            <a:r>
              <a:rPr lang="en-US" b="1" dirty="0"/>
              <a:t>Header or Footer</a:t>
            </a:r>
            <a:r>
              <a:rPr lang="en-US" dirty="0"/>
              <a:t> command. In our example, we'll click the </a:t>
            </a:r>
            <a:r>
              <a:rPr lang="en-US" b="1" dirty="0"/>
              <a:t>Header</a:t>
            </a:r>
            <a:r>
              <a:rPr lang="en-US" dirty="0"/>
              <a:t> command.</a:t>
            </a:r>
          </a:p>
          <a:p>
            <a:pPr algn="just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1EC9F8-F503-437A-B940-067576D50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40968"/>
            <a:ext cx="8839200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703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926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preset header or 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US" dirty="0"/>
              <a:t>In the menu that appears, select the desired </a:t>
            </a:r>
            <a:r>
              <a:rPr lang="en-US" b="1" dirty="0"/>
              <a:t>preset header or footer.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0C41C7-E82D-4C1E-97DA-90610118A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3034"/>
            <a:ext cx="9144000" cy="456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048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preset header or 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US" dirty="0"/>
              <a:t>The header or footer will appear. Many preset headers and footers contain text placeholders called </a:t>
            </a:r>
            <a:r>
              <a:rPr lang="en-US" b="1" dirty="0"/>
              <a:t>Content Control </a:t>
            </a:r>
            <a:r>
              <a:rPr lang="en-US" dirty="0"/>
              <a:t>fields. </a:t>
            </a:r>
          </a:p>
          <a:p>
            <a:pPr algn="just"/>
            <a:r>
              <a:rPr lang="en-US" dirty="0"/>
              <a:t>These fields are good for adding information like the </a:t>
            </a:r>
            <a:r>
              <a:rPr lang="en-US" b="1" dirty="0"/>
              <a:t>document title</a:t>
            </a:r>
            <a:r>
              <a:rPr lang="en-US" dirty="0"/>
              <a:t>, </a:t>
            </a:r>
            <a:r>
              <a:rPr lang="en-US" b="1" dirty="0"/>
              <a:t>author's name</a:t>
            </a:r>
            <a:r>
              <a:rPr lang="en-US" dirty="0"/>
              <a:t>, </a:t>
            </a:r>
            <a:r>
              <a:rPr lang="en-US" b="1" dirty="0"/>
              <a:t>date</a:t>
            </a:r>
            <a:r>
              <a:rPr lang="en-US" dirty="0"/>
              <a:t>, and </a:t>
            </a:r>
            <a:r>
              <a:rPr lang="en-US" b="1" dirty="0"/>
              <a:t>page </a:t>
            </a:r>
            <a:r>
              <a:rPr lang="en-US" dirty="0"/>
              <a:t>number. (Type “</a:t>
            </a:r>
            <a:r>
              <a:rPr lang="en-US" b="1" dirty="0"/>
              <a:t>Things Fall Apart the center cannot hold</a:t>
            </a:r>
            <a:r>
              <a:rPr lang="en-US" dirty="0"/>
              <a:t>”)</a:t>
            </a:r>
            <a:endParaRPr lang="en-US" b="1" dirty="0"/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4A5E3-5B88-42BE-90BD-17067A9EDC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8" t="-2921" r="-1568" b="56818"/>
          <a:stretch/>
        </p:blipFill>
        <p:spPr>
          <a:xfrm>
            <a:off x="70338" y="4581128"/>
            <a:ext cx="9144000" cy="227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014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preset header or 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3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6AC6D5-73C4-41C0-A166-A02B9B433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0767"/>
            <a:ext cx="9144000" cy="551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268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764704"/>
          </a:xfrm>
        </p:spPr>
        <p:txBody>
          <a:bodyPr/>
          <a:lstStyle/>
          <a:p>
            <a:pPr algn="ctr"/>
            <a:r>
              <a:rPr lang="en-GB" dirty="0"/>
              <a:t>Add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6360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When you're finished, click </a:t>
            </a:r>
            <a:r>
              <a:rPr lang="en-US" b="1" dirty="0"/>
              <a:t>Close Header and Footer</a:t>
            </a:r>
            <a:r>
              <a:rPr lang="en-US" dirty="0"/>
              <a:t>. You can also press the </a:t>
            </a:r>
            <a:r>
              <a:rPr lang="en-US" b="1" dirty="0"/>
              <a:t>Esc key</a:t>
            </a:r>
            <a:r>
              <a:rPr lang="en-US" dirty="0"/>
              <a:t>.</a:t>
            </a:r>
          </a:p>
          <a:p>
            <a:pPr algn="just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D0D48D-C46C-44DD-93E5-175629649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708920"/>
            <a:ext cx="8640960" cy="25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066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Edit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dirty="0"/>
              <a:t>Click the </a:t>
            </a:r>
            <a:r>
              <a:rPr lang="en-GB" b="1" dirty="0"/>
              <a:t>Insert tab</a:t>
            </a:r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/>
              <a:t>Click either the </a:t>
            </a:r>
            <a:r>
              <a:rPr lang="en-GB" b="1" dirty="0"/>
              <a:t>Header button or Footer button </a:t>
            </a:r>
            <a:r>
              <a:rPr lang="en-GB" dirty="0"/>
              <a:t>or whatever you want to edit.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Assume you are going to </a:t>
            </a:r>
            <a:r>
              <a:rPr lang="en-GB" b="1" dirty="0"/>
              <a:t>edit the Header</a:t>
            </a:r>
            <a:r>
              <a:rPr lang="en-GB" dirty="0"/>
              <a:t>, so when you click the </a:t>
            </a:r>
            <a:r>
              <a:rPr lang="en-GB" b="1" dirty="0"/>
              <a:t>Header button </a:t>
            </a:r>
            <a:r>
              <a:rPr lang="en-GB" dirty="0"/>
              <a:t>it will display a list of options including the </a:t>
            </a:r>
            <a:r>
              <a:rPr lang="en-GB" b="1" dirty="0"/>
              <a:t>Edit Header option</a:t>
            </a:r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1785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Edit Header and Footer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35E681-910A-4762-A1EA-4E7318999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1124744"/>
            <a:ext cx="9144001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1428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Edit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64234"/>
            <a:ext cx="9144000" cy="63937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Click on the </a:t>
            </a:r>
            <a:r>
              <a:rPr lang="en-GB" sz="2400" b="1" dirty="0"/>
              <a:t>Edit Header option </a:t>
            </a:r>
            <a:r>
              <a:rPr lang="en-GB" sz="2400" dirty="0"/>
              <a:t>and Word will display the </a:t>
            </a:r>
            <a:r>
              <a:rPr lang="en-GB" sz="2400" b="1" dirty="0"/>
              <a:t>editable header </a:t>
            </a:r>
            <a:r>
              <a:rPr lang="en-GB" sz="2400" dirty="0"/>
              <a:t>as shown in the following screenshot.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3 </a:t>
            </a:r>
          </a:p>
          <a:p>
            <a:pPr algn="just"/>
            <a:r>
              <a:rPr lang="en-GB" sz="2400" dirty="0"/>
              <a:t>Now you can </a:t>
            </a:r>
            <a:r>
              <a:rPr lang="en-GB" sz="2400" b="1" dirty="0"/>
              <a:t>edit your document header</a:t>
            </a:r>
            <a:r>
              <a:rPr lang="en-GB" sz="2400" dirty="0"/>
              <a:t> and once you are done, click </a:t>
            </a:r>
            <a:r>
              <a:rPr lang="en-GB" sz="2400" b="1" dirty="0"/>
              <a:t>Close Header and Footer</a:t>
            </a:r>
            <a:r>
              <a:rPr lang="en-GB" sz="2400" dirty="0"/>
              <a:t> to come out of the </a:t>
            </a:r>
            <a:r>
              <a:rPr lang="en-GB" sz="2400" b="1" dirty="0"/>
              <a:t>edit header mode</a:t>
            </a:r>
            <a:r>
              <a:rPr lang="en-GB" sz="2400" dirty="0"/>
              <a:t>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9668C-A799-4777-81CA-F1939784B5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00" t="1" r="18500" b="45798"/>
          <a:stretch/>
        </p:blipFill>
        <p:spPr>
          <a:xfrm>
            <a:off x="2339752" y="3123028"/>
            <a:ext cx="6565097" cy="35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783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Remove/Delete Content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64234"/>
            <a:ext cx="9144000" cy="63937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US" sz="2800" dirty="0"/>
              <a:t>If you want to </a:t>
            </a:r>
            <a:r>
              <a:rPr lang="en-US" sz="2800" b="1" dirty="0"/>
              <a:t>delete a Content Control field</a:t>
            </a:r>
            <a:r>
              <a:rPr lang="en-US" sz="2800" dirty="0"/>
              <a:t>, </a:t>
            </a:r>
            <a:r>
              <a:rPr lang="en-US" sz="2800" b="1" dirty="0"/>
              <a:t>right-click</a:t>
            </a:r>
            <a:r>
              <a:rPr lang="en-US" sz="2800" dirty="0"/>
              <a:t> it and </a:t>
            </a:r>
            <a:r>
              <a:rPr lang="en-US" sz="2800" b="1" dirty="0"/>
              <a:t>select Remove Content</a:t>
            </a:r>
            <a:r>
              <a:rPr lang="en-US" sz="2800" dirty="0"/>
              <a:t> Control from the menu that appears.</a:t>
            </a:r>
          </a:p>
          <a:p>
            <a:pPr algn="just"/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A15E4F-DDD5-4F87-BBD4-68948E970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06" y="2348879"/>
            <a:ext cx="9144000" cy="449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760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Hide the first-page header and footer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65973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400" b="1" dirty="0">
              <a:solidFill>
                <a:srgbClr val="FF0000"/>
              </a:solidFill>
            </a:endParaRPr>
          </a:p>
          <a:p>
            <a:pPr algn="just"/>
            <a:r>
              <a:rPr lang="en-US" sz="2800" dirty="0"/>
              <a:t>For some documents, you may not want the </a:t>
            </a:r>
            <a:r>
              <a:rPr lang="en-US" sz="2800" b="1" dirty="0"/>
              <a:t>first page </a:t>
            </a:r>
            <a:r>
              <a:rPr lang="en-US" sz="2800" dirty="0"/>
              <a:t>to show the </a:t>
            </a:r>
            <a:r>
              <a:rPr lang="en-US" sz="2800" b="1" dirty="0"/>
              <a:t>header and footer</a:t>
            </a:r>
            <a:r>
              <a:rPr lang="en-US" sz="2800" dirty="0"/>
              <a:t>, like if you have a </a:t>
            </a:r>
            <a:r>
              <a:rPr lang="en-US" sz="2800" b="1" dirty="0"/>
              <a:t>cover page </a:t>
            </a:r>
            <a:r>
              <a:rPr lang="en-US" sz="2800" dirty="0"/>
              <a:t>and want to start the </a:t>
            </a:r>
            <a:r>
              <a:rPr lang="en-US" sz="2800" b="1" dirty="0"/>
              <a:t>page numbering </a:t>
            </a:r>
            <a:r>
              <a:rPr lang="en-US" sz="2800" dirty="0"/>
              <a:t>on the second page.</a:t>
            </a:r>
          </a:p>
          <a:p>
            <a:pPr algn="just"/>
            <a:r>
              <a:rPr lang="en-US" sz="2800" dirty="0"/>
              <a:t> </a:t>
            </a:r>
          </a:p>
          <a:p>
            <a:pPr algn="just"/>
            <a:r>
              <a:rPr lang="en-US" sz="2800" dirty="0"/>
              <a:t>If you want to </a:t>
            </a:r>
            <a:r>
              <a:rPr lang="en-US" sz="2800" b="1" dirty="0"/>
              <a:t>hide the first-page header and footer</a:t>
            </a:r>
            <a:r>
              <a:rPr lang="en-US" sz="2800" dirty="0"/>
              <a:t>, </a:t>
            </a:r>
            <a:r>
              <a:rPr lang="en-US" sz="2800" b="1" dirty="0"/>
              <a:t>check the box next to Different First Page</a:t>
            </a:r>
            <a:r>
              <a:rPr lang="en-US" sz="2800" dirty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A0CFDA-7103-4E0D-99D4-5501989CE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789040"/>
            <a:ext cx="6264696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14120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980728"/>
          </a:xfrm>
        </p:spPr>
        <p:txBody>
          <a:bodyPr/>
          <a:lstStyle/>
          <a:p>
            <a:pPr algn="ctr"/>
            <a:r>
              <a:rPr lang="en-GB" dirty="0"/>
              <a:t>Add Page Numbers in Word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976664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Microsoft Word automatically assigns page numbers on the pages of your document.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Typically, page numbers are printed either in </a:t>
            </a:r>
            <a:r>
              <a:rPr lang="en-GB" b="1" dirty="0"/>
              <a:t>header or footer </a:t>
            </a:r>
            <a:r>
              <a:rPr lang="en-GB" dirty="0"/>
              <a:t>but you have the option that can display the page number in the </a:t>
            </a:r>
            <a:r>
              <a:rPr lang="en-GB" b="1" dirty="0"/>
              <a:t>left or right margins</a:t>
            </a:r>
            <a:r>
              <a:rPr lang="en-GB" dirty="0"/>
              <a:t> at the top or the bottom of a page.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3098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Page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04664"/>
            <a:ext cx="8839200" cy="64533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</a:t>
            </a:r>
            <a:r>
              <a:rPr lang="en-GB" sz="2400" dirty="0"/>
              <a:t>, and click the </a:t>
            </a:r>
            <a:r>
              <a:rPr lang="en-GB" sz="2400" b="1" dirty="0"/>
              <a:t>Page Number button </a:t>
            </a:r>
            <a:r>
              <a:rPr lang="en-GB" sz="2400" dirty="0"/>
              <a:t>available in the header and footer section.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This will display a list of options to display the page number at the </a:t>
            </a:r>
            <a:r>
              <a:rPr lang="en-GB" sz="2400" b="1" dirty="0"/>
              <a:t>top</a:t>
            </a:r>
            <a:r>
              <a:rPr lang="en-GB" sz="2400" dirty="0"/>
              <a:t>, </a:t>
            </a:r>
            <a:r>
              <a:rPr lang="en-GB" sz="2400" b="1" dirty="0"/>
              <a:t>bottom</a:t>
            </a:r>
            <a:r>
              <a:rPr lang="en-GB" sz="2400" dirty="0"/>
              <a:t>, </a:t>
            </a:r>
            <a:r>
              <a:rPr lang="en-GB" sz="2400" b="1" dirty="0"/>
              <a:t>current position </a:t>
            </a:r>
            <a:r>
              <a:rPr lang="en-GB" sz="2400" dirty="0"/>
              <a:t>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193E09-7B35-4CDD-BD8C-E4620AB2D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4944"/>
            <a:ext cx="9144000" cy="393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326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Page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04664"/>
            <a:ext cx="88392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When you move your mouse pointer over the available options, it displays further styles of page numbers to be displayed. </a:t>
            </a:r>
          </a:p>
          <a:p>
            <a:pPr algn="just"/>
            <a:r>
              <a:rPr lang="en-GB" sz="2400" dirty="0"/>
              <a:t>For example, when I take the mouse pointer at the </a:t>
            </a:r>
            <a:r>
              <a:rPr lang="en-GB" sz="2400" b="1" dirty="0"/>
              <a:t>Bottom of Page option</a:t>
            </a:r>
            <a:r>
              <a:rPr lang="en-GB" sz="2400" dirty="0"/>
              <a:t> it displays the following list of styles.</a:t>
            </a:r>
          </a:p>
          <a:p>
            <a:pPr algn="just"/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E5D97-005B-40FC-B6F0-1D56270FB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8921"/>
            <a:ext cx="9144000" cy="41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359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26064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Page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400" dirty="0"/>
              <a:t> Finally, select any one of the page number styles. I selected the </a:t>
            </a:r>
            <a:r>
              <a:rPr lang="en-GB" sz="2400" b="1" dirty="0"/>
              <a:t>Accent Bar 1 style </a:t>
            </a:r>
            <a:r>
              <a:rPr lang="en-GB" sz="2400" dirty="0"/>
              <a:t>by clicking over it. </a:t>
            </a:r>
          </a:p>
          <a:p>
            <a:pPr algn="just"/>
            <a:r>
              <a:rPr lang="en-GB" sz="2400" dirty="0"/>
              <a:t>You will be directed to the </a:t>
            </a:r>
            <a:r>
              <a:rPr lang="en-GB" sz="2400" b="1" dirty="0"/>
              <a:t>Page Footer modification mode</a:t>
            </a:r>
            <a:r>
              <a:rPr lang="en-GB" sz="2400" dirty="0"/>
              <a:t>. Click the </a:t>
            </a:r>
            <a:r>
              <a:rPr lang="en-GB" sz="2400" b="1" dirty="0"/>
              <a:t>Close Header and Footer button </a:t>
            </a:r>
            <a:r>
              <a:rPr lang="en-GB" sz="2400" dirty="0"/>
              <a:t>to come out of the Footer Edit mode.</a:t>
            </a:r>
          </a:p>
          <a:p>
            <a:pPr algn="just"/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96E9ED-2B13-4885-9EDC-96D115D7D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4944"/>
            <a:ext cx="9144000" cy="393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785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Remove Page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</a:t>
            </a:r>
            <a:r>
              <a:rPr lang="en-GB" sz="2400" dirty="0"/>
              <a:t>, and 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Page Number button </a:t>
            </a:r>
            <a:r>
              <a:rPr lang="en-GB" sz="2400" dirty="0"/>
              <a:t>available in the header and footer section. 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This will display a list of options to display page number at the top, bottom, current position, etc.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At the bottom, you will have the </a:t>
            </a:r>
            <a:r>
              <a:rPr lang="en-GB" sz="2400" b="1" dirty="0"/>
              <a:t>Remove Page Numbers option</a:t>
            </a:r>
            <a:r>
              <a:rPr lang="en-GB" sz="2400" dirty="0"/>
              <a:t>. Just click this option and it will delete all the page numbers set in your document.</a:t>
            </a:r>
          </a:p>
        </p:txBody>
      </p:sp>
    </p:spTree>
    <p:extLst>
      <p:ext uri="{BB962C8B-B14F-4D97-AF65-F5344CB8AC3E}">
        <p14:creationId xmlns:p14="http://schemas.microsoft.com/office/powerpoint/2010/main" val="12561047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Remove Page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marL="0" indent="0" algn="ctr">
              <a:buNone/>
            </a:pPr>
            <a:endParaRPr lang="en-GB" sz="24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A95F22-0BAC-4559-AE56-BCCD0FFD7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2" y="953344"/>
            <a:ext cx="9144000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727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To insert the date or time into a header or 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</a:t>
            </a:r>
            <a:r>
              <a:rPr lang="en-GB" sz="2400" dirty="0"/>
              <a:t>, and 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Header button </a:t>
            </a:r>
            <a:r>
              <a:rPr lang="en-GB" sz="2400" dirty="0"/>
              <a:t>available in the header and footer section. </a:t>
            </a:r>
          </a:p>
          <a:p>
            <a:pPr algn="just"/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9343A-73E0-4D1C-A93A-CCCB6BFF0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2" y="2060848"/>
            <a:ext cx="9144000" cy="479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899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To insert the date or time into a header or 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Design</a:t>
            </a:r>
            <a:r>
              <a:rPr lang="en-US" dirty="0"/>
              <a:t> </a:t>
            </a:r>
            <a:r>
              <a:rPr lang="en-US" b="1" dirty="0"/>
              <a:t>tab</a:t>
            </a:r>
            <a:r>
              <a:rPr lang="en-US" dirty="0"/>
              <a:t> will appear. Click the </a:t>
            </a:r>
            <a:r>
              <a:rPr lang="en-US" b="1" dirty="0"/>
              <a:t>Date &amp; Time </a:t>
            </a:r>
            <a:r>
              <a:rPr lang="en-US" dirty="0"/>
              <a:t>command.</a:t>
            </a:r>
          </a:p>
          <a:p>
            <a:pPr algn="just"/>
            <a:endParaRPr lang="en-US" dirty="0"/>
          </a:p>
          <a:p>
            <a:pPr algn="just"/>
            <a:endParaRPr lang="en-GB" dirty="0"/>
          </a:p>
          <a:p>
            <a:pPr algn="just"/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877DF5-CA7A-4EB5-B3F2-5121DF61C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90" y="2348880"/>
            <a:ext cx="8440644" cy="324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01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To insert the date or time into a header or 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US" sz="2400" dirty="0"/>
              <a:t>The </a:t>
            </a:r>
            <a:r>
              <a:rPr lang="en-US" sz="2400" b="1" dirty="0"/>
              <a:t>Date and Time dialog box </a:t>
            </a:r>
            <a:r>
              <a:rPr lang="en-US" sz="2400" dirty="0"/>
              <a:t>will appear. Select the desired </a:t>
            </a:r>
            <a:r>
              <a:rPr lang="en-US" sz="2400" b="1" dirty="0"/>
              <a:t>date or time format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Check the box next to </a:t>
            </a:r>
            <a:r>
              <a:rPr lang="en-US" sz="2400" b="1" dirty="0"/>
              <a:t>Update automatically </a:t>
            </a:r>
            <a:r>
              <a:rPr lang="en-US" sz="2400" dirty="0"/>
              <a:t>if you want the date to change every time you open the document.</a:t>
            </a:r>
          </a:p>
          <a:p>
            <a:pPr algn="just"/>
            <a:r>
              <a:rPr lang="en-US" sz="2400" dirty="0"/>
              <a:t>Click </a:t>
            </a:r>
            <a:r>
              <a:rPr lang="en-US" sz="2400" b="1" dirty="0"/>
              <a:t>OK</a:t>
            </a:r>
            <a:r>
              <a:rPr lang="en-US" sz="2400" dirty="0"/>
              <a:t>.</a:t>
            </a:r>
            <a:endParaRPr lang="en-GB" dirty="0"/>
          </a:p>
          <a:p>
            <a:pPr algn="just"/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11EA4E-2661-4E46-9F4F-344AF952D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924944"/>
            <a:ext cx="6624735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297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To insert the date or time into a header or 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date</a:t>
            </a:r>
            <a:r>
              <a:rPr lang="en-US" dirty="0"/>
              <a:t> will appear in the header</a:t>
            </a:r>
            <a:r>
              <a:rPr lang="en-US" sz="2400" dirty="0"/>
              <a:t>.</a:t>
            </a:r>
          </a:p>
          <a:p>
            <a:pPr algn="just"/>
            <a:endParaRPr lang="en-US" sz="2400" dirty="0"/>
          </a:p>
          <a:p>
            <a:pPr algn="just"/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FA2474-A3C2-4264-82DA-72F065887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6831"/>
            <a:ext cx="9144000" cy="482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6565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Insert Page Breaks in Word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76672"/>
            <a:ext cx="8839200" cy="6264696"/>
          </a:xfrm>
        </p:spPr>
        <p:txBody>
          <a:bodyPr>
            <a:normAutofit/>
          </a:bodyPr>
          <a:lstStyle/>
          <a:p>
            <a:pPr algn="just"/>
            <a:endParaRPr lang="en-GB" dirty="0"/>
          </a:p>
          <a:p>
            <a:pPr algn="just"/>
            <a:r>
              <a:rPr lang="en-GB" dirty="0"/>
              <a:t>Microsoft Word automatically starts a new page when the current page fills with text but you can insert a page break to force Word to start text on a new page.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You can insert a page break using either the </a:t>
            </a:r>
            <a:r>
              <a:rPr lang="en-GB" b="1" dirty="0"/>
              <a:t>mouse</a:t>
            </a:r>
            <a:r>
              <a:rPr lang="en-GB" dirty="0"/>
              <a:t> or the </a:t>
            </a:r>
            <a:r>
              <a:rPr lang="en-GB" b="1" dirty="0"/>
              <a:t>keyboard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0483029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Page Breaks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Bring your </a:t>
            </a:r>
            <a:r>
              <a:rPr lang="en-GB" sz="2400" b="1" dirty="0"/>
              <a:t>insertion point </a:t>
            </a:r>
            <a:r>
              <a:rPr lang="en-GB" sz="2400" dirty="0"/>
              <a:t>immediately before the text that has to appear on a new page.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 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</a:t>
            </a:r>
            <a:r>
              <a:rPr lang="en-GB" sz="2400" dirty="0"/>
              <a:t>, and click the </a:t>
            </a:r>
            <a:r>
              <a:rPr lang="en-GB" sz="2400" b="1" dirty="0"/>
              <a:t>Page Break button </a:t>
            </a:r>
            <a:r>
              <a:rPr lang="en-GB" sz="2400" dirty="0"/>
              <a:t>available in the Pages group.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AF6119-E0E5-49C4-BEAF-4CFCC4C79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3016"/>
            <a:ext cx="9144000" cy="32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9513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Page Breaks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 </a:t>
            </a:r>
          </a:p>
          <a:p>
            <a:pPr algn="just"/>
            <a:r>
              <a:rPr lang="en-GB" sz="2400" dirty="0"/>
              <a:t>Word inserts a page break and moves all text after the page break onto a new page. </a:t>
            </a:r>
          </a:p>
          <a:p>
            <a:pPr algn="just"/>
            <a:r>
              <a:rPr lang="en-GB" sz="2400" dirty="0"/>
              <a:t>You can also use the </a:t>
            </a:r>
            <a:r>
              <a:rPr lang="en-GB" sz="2400" b="1" dirty="0"/>
              <a:t>Ctrl + Enter keys </a:t>
            </a:r>
            <a:r>
              <a:rPr lang="en-GB" sz="2400" dirty="0"/>
              <a:t>to create a page break at the pointed location.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1E0E1A-9645-4B3D-A871-6B7BEDCD5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0927"/>
            <a:ext cx="9144000" cy="407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50405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Show Page Breaks in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US" sz="2800" dirty="0"/>
              <a:t>By default, page breaks are </a:t>
            </a:r>
            <a:r>
              <a:rPr lang="en-US" sz="2800" b="1" dirty="0"/>
              <a:t>invisible</a:t>
            </a:r>
            <a:r>
              <a:rPr lang="en-US" sz="2800" dirty="0"/>
              <a:t>. If you want to see the breaks in your document, click the </a:t>
            </a:r>
            <a:r>
              <a:rPr lang="en-US" sz="2800" b="1" dirty="0"/>
              <a:t>Show/Hide </a:t>
            </a:r>
            <a:r>
              <a:rPr lang="en-US" sz="2800" dirty="0"/>
              <a:t>command on the Home tab.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F9590-1C03-4D8A-A0BC-94244C0E0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0887"/>
            <a:ext cx="9144000" cy="44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73351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a Page Break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endParaRPr lang="en-GB" dirty="0"/>
          </a:p>
          <a:p>
            <a:pPr algn="just"/>
            <a:r>
              <a:rPr lang="en-GB" dirty="0"/>
              <a:t>Just put the </a:t>
            </a:r>
            <a:r>
              <a:rPr lang="en-GB" b="1" dirty="0"/>
              <a:t>insertion point </a:t>
            </a:r>
            <a:r>
              <a:rPr lang="en-GB" dirty="0"/>
              <a:t>on the previous page of the page break that needs to be deleted.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Press the </a:t>
            </a:r>
            <a:r>
              <a:rPr lang="en-GB" b="1" dirty="0"/>
              <a:t>Delete key </a:t>
            </a:r>
            <a:r>
              <a:rPr lang="en-GB" dirty="0"/>
              <a:t>multiple times until both the pages get merged.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692310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Section breaks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Section breaks </a:t>
            </a:r>
            <a:r>
              <a:rPr lang="en-US" b="1" dirty="0"/>
              <a:t>create a barrier between different parts of a document</a:t>
            </a:r>
            <a:r>
              <a:rPr lang="en-US" dirty="0"/>
              <a:t>, allowing you to format each section independently.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example, you may want one section to have two columns without adding columns to the entire document.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Word offers several types of section breaks.</a:t>
            </a:r>
          </a:p>
        </p:txBody>
      </p:sp>
    </p:spTree>
    <p:extLst>
      <p:ext uri="{BB962C8B-B14F-4D97-AF65-F5344CB8AC3E}">
        <p14:creationId xmlns:p14="http://schemas.microsoft.com/office/powerpoint/2010/main" val="3887601814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Section breaks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Next Page</a:t>
            </a:r>
            <a:r>
              <a:rPr lang="en-US" dirty="0"/>
              <a:t>: This option inserts a section break and moves text after the break to the next page of the document.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Continuous</a:t>
            </a:r>
            <a:r>
              <a:rPr lang="en-US" dirty="0"/>
              <a:t>: This option inserts a section break and allows you to continue working on the same page.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Even Page and Odd Page</a:t>
            </a:r>
            <a:r>
              <a:rPr lang="en-US" dirty="0"/>
              <a:t>: These options add a section break and move the text after the break to the next even or odd page. These options may be useful when you need to begin a new section on an even or odd page (like with a new chapter of a book).</a:t>
            </a:r>
          </a:p>
        </p:txBody>
      </p:sp>
    </p:spTree>
    <p:extLst>
      <p:ext uri="{BB962C8B-B14F-4D97-AF65-F5344CB8AC3E}">
        <p14:creationId xmlns:p14="http://schemas.microsoft.com/office/powerpoint/2010/main" val="2927138058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Section breaks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540D92-31C8-416A-9D37-5C7B4BA3F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60" y="1196752"/>
            <a:ext cx="6120679" cy="5204048"/>
          </a:xfrm>
        </p:spPr>
      </p:pic>
    </p:spTree>
    <p:extLst>
      <p:ext uri="{BB962C8B-B14F-4D97-AF65-F5344CB8AC3E}">
        <p14:creationId xmlns:p14="http://schemas.microsoft.com/office/powerpoint/2010/main" val="2821694609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section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4087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Place the </a:t>
            </a:r>
            <a:r>
              <a:rPr lang="en-US" b="1" dirty="0"/>
              <a:t>insertion point </a:t>
            </a:r>
            <a:r>
              <a:rPr lang="en-US" dirty="0"/>
              <a:t>where you want to create the </a:t>
            </a:r>
            <a:r>
              <a:rPr lang="en-US" b="1" dirty="0"/>
              <a:t>break.</a:t>
            </a:r>
            <a:r>
              <a:rPr lang="en-US" dirty="0"/>
              <a:t> In our example, we'll place it at the </a:t>
            </a:r>
            <a:r>
              <a:rPr lang="en-US" b="1" dirty="0"/>
              <a:t>end of the paragraph one</a:t>
            </a:r>
            <a:r>
              <a:rPr lang="en-US" dirty="0"/>
              <a:t>. we want to make it two-column formatting.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BF994-760A-4D24-9568-84C9AF1C1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6911"/>
            <a:ext cx="9143999" cy="422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71939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section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4087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On the </a:t>
            </a:r>
            <a:r>
              <a:rPr lang="en-US" b="1" dirty="0"/>
              <a:t>Page Layout </a:t>
            </a:r>
            <a:r>
              <a:rPr lang="en-US" dirty="0"/>
              <a:t>tab, click the </a:t>
            </a:r>
            <a:r>
              <a:rPr lang="en-US" b="1" dirty="0"/>
              <a:t>Breaks</a:t>
            </a:r>
            <a:r>
              <a:rPr lang="en-US" dirty="0"/>
              <a:t> command, then select the desired section break from the drop-down menu.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our example, we'll select </a:t>
            </a:r>
            <a:r>
              <a:rPr lang="en-US" b="1" dirty="0"/>
              <a:t>Continuous</a:t>
            </a:r>
            <a:r>
              <a:rPr lang="en-US" dirty="0"/>
              <a:t> so our paragraph remains on the same page as the columns.</a:t>
            </a:r>
          </a:p>
        </p:txBody>
      </p:sp>
    </p:spTree>
    <p:extLst>
      <p:ext uri="{BB962C8B-B14F-4D97-AF65-F5344CB8AC3E}">
        <p14:creationId xmlns:p14="http://schemas.microsoft.com/office/powerpoint/2010/main" val="3097661698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section break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3C30F7-1AA0-457B-B92F-A7D872E94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124745"/>
            <a:ext cx="9144000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78867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section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section break </a:t>
            </a:r>
            <a:r>
              <a:rPr lang="en-US" dirty="0"/>
              <a:t>will appear in the document.</a:t>
            </a:r>
          </a:p>
          <a:p>
            <a:pPr algn="just"/>
            <a:r>
              <a:rPr lang="en-US" dirty="0"/>
              <a:t>The text before and after the section break can now be formatted separately. In our example, we'll apply </a:t>
            </a:r>
            <a:r>
              <a:rPr lang="en-US" b="1" dirty="0"/>
              <a:t>two-column formatting </a:t>
            </a:r>
            <a:r>
              <a:rPr lang="en-US" dirty="0"/>
              <a:t>to the paragraph.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BA7A0-5579-4875-A3E9-F92D8903D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8959"/>
            <a:ext cx="9144000" cy="378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68365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3326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insert a section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formatting will be applied to the current section of the document. </a:t>
            </a:r>
          </a:p>
          <a:p>
            <a:pPr algn="just"/>
            <a:r>
              <a:rPr lang="en-US" dirty="0"/>
              <a:t>In our example, the text above the section break uses </a:t>
            </a:r>
            <a:r>
              <a:rPr lang="en-US" b="1" dirty="0"/>
              <a:t>two-column formatting</a:t>
            </a:r>
            <a:r>
              <a:rPr lang="en-US" dirty="0"/>
              <a:t>, while the paragraph below the break uses </a:t>
            </a:r>
            <a:r>
              <a:rPr lang="en-US" b="1" dirty="0"/>
              <a:t>one-column formatting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00651-CCE2-4614-B3A9-7DB127F3E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6953"/>
            <a:ext cx="9144000" cy="386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81170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Columns to word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Sometimes the information you include in your document is best displayed in columns.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Columns can help </a:t>
            </a:r>
            <a:r>
              <a:rPr lang="en-US" b="1" dirty="0"/>
              <a:t>improve readability</a:t>
            </a:r>
            <a:r>
              <a:rPr lang="en-US" dirty="0"/>
              <a:t>, especially with certain types of documents—like newspaper articles, newsletters, and flyers.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Word also allows you to adjust your columns by adding column breaks.</a:t>
            </a:r>
          </a:p>
        </p:txBody>
      </p:sp>
    </p:spTree>
    <p:extLst>
      <p:ext uri="{BB962C8B-B14F-4D97-AF65-F5344CB8AC3E}">
        <p14:creationId xmlns:p14="http://schemas.microsoft.com/office/powerpoint/2010/main" val="2336119939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Columns to word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Select the text you want to format.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4768B3-2F28-404F-9AA5-8BC7D7F17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4784"/>
            <a:ext cx="9143999" cy="537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84598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Columns to word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Select the </a:t>
            </a:r>
            <a:r>
              <a:rPr lang="en-US" b="1" dirty="0"/>
              <a:t>Layout</a:t>
            </a:r>
            <a:r>
              <a:rPr lang="en-US" dirty="0"/>
              <a:t> </a:t>
            </a:r>
            <a:r>
              <a:rPr lang="en-US" b="1" dirty="0"/>
              <a:t>tab</a:t>
            </a:r>
            <a:r>
              <a:rPr lang="en-US" dirty="0"/>
              <a:t>, then click the </a:t>
            </a:r>
            <a:r>
              <a:rPr lang="en-US" b="1" dirty="0"/>
              <a:t>Columns command</a:t>
            </a:r>
            <a:r>
              <a:rPr lang="en-US" dirty="0"/>
              <a:t>. A drop-down menu will appear.</a:t>
            </a:r>
          </a:p>
          <a:p>
            <a:pPr algn="just"/>
            <a:r>
              <a:rPr lang="en-US" dirty="0"/>
              <a:t>Select the </a:t>
            </a:r>
            <a:r>
              <a:rPr lang="en-US" b="1" dirty="0"/>
              <a:t>number of columns </a:t>
            </a:r>
            <a:r>
              <a:rPr lang="en-US" dirty="0"/>
              <a:t>you want to create.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75E54-FCF8-4FC3-BA36-F2D9ADEE9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0887"/>
            <a:ext cx="9144000" cy="44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9409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Adding Columns to word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text will format into two columns.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C1080D-0A09-4EAB-AF2D-80595C340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0768"/>
            <a:ext cx="9144000" cy="551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60754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7667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To remove columns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To remove column formatting, place the insertion point anywhere in the columns, then click the </a:t>
            </a:r>
            <a:r>
              <a:rPr lang="en-US" b="1" dirty="0"/>
              <a:t>Columns command </a:t>
            </a:r>
            <a:r>
              <a:rPr lang="en-US" dirty="0"/>
              <a:t>on the </a:t>
            </a:r>
            <a:r>
              <a:rPr lang="en-US" b="1" dirty="0"/>
              <a:t>Layout tab</a:t>
            </a:r>
            <a:r>
              <a:rPr lang="en-US" dirty="0"/>
              <a:t>. Select </a:t>
            </a:r>
            <a:r>
              <a:rPr lang="en-US" b="1" dirty="0"/>
              <a:t>One</a:t>
            </a:r>
            <a:r>
              <a:rPr lang="en-US" dirty="0"/>
              <a:t> from the drop-down menu that appears.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CB8C5-FF60-4D50-8CFF-8ED57780E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6913"/>
            <a:ext cx="9144000" cy="42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035693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Blank Pages in Word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5636096"/>
          </a:xfrm>
        </p:spPr>
        <p:txBody>
          <a:bodyPr>
            <a:normAutofit/>
          </a:bodyPr>
          <a:lstStyle/>
          <a:p>
            <a:pPr algn="just"/>
            <a:endParaRPr lang="en-GB" dirty="0"/>
          </a:p>
          <a:p>
            <a:pPr algn="just"/>
            <a:endParaRPr lang="en-GB" dirty="0"/>
          </a:p>
          <a:p>
            <a:pPr algn="just"/>
            <a:r>
              <a:rPr lang="en-GB" dirty="0"/>
              <a:t>A blank page is a page which does not have any text or any other content over it.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64802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Blank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 Bring your </a:t>
            </a:r>
            <a:r>
              <a:rPr lang="en-GB" sz="2400" b="1" dirty="0"/>
              <a:t>insertion point </a:t>
            </a:r>
            <a:r>
              <a:rPr lang="en-GB" sz="2400" dirty="0"/>
              <a:t>immediately before the text where you want to insert a blank page.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 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</a:t>
            </a:r>
            <a:r>
              <a:rPr lang="en-GB" sz="2400" dirty="0"/>
              <a:t>, and click the </a:t>
            </a:r>
            <a:r>
              <a:rPr lang="en-GB" sz="2400" b="1" dirty="0"/>
              <a:t>Blank Page button</a:t>
            </a:r>
            <a:r>
              <a:rPr lang="en-GB" sz="2400" dirty="0"/>
              <a:t> available in the Pages group.</a:t>
            </a:r>
          </a:p>
          <a:p>
            <a:pPr marL="0" indent="0" algn="just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2CBF4-3E5E-4F9E-A769-9ABA618A5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9144000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495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Blank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20688"/>
            <a:ext cx="8839200" cy="57801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 </a:t>
            </a:r>
          </a:p>
          <a:p>
            <a:pPr algn="just"/>
            <a:r>
              <a:rPr lang="en-GB" sz="2400" dirty="0"/>
              <a:t>Word inserts a new blank page and moves all the text after the page break onto a new page.</a:t>
            </a:r>
          </a:p>
          <a:p>
            <a:pPr algn="just"/>
            <a:endParaRPr lang="en-GB" sz="2400" dirty="0"/>
          </a:p>
          <a:p>
            <a:pPr marL="0" indent="0" algn="just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2F3BA-7C9D-4DCC-BB94-B163AA40B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4864"/>
            <a:ext cx="9144000" cy="485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28613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Blank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Home tab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>
                <a:solidFill>
                  <a:srgbClr val="FF0000"/>
                </a:solidFill>
              </a:rPr>
              <a:t>Show/Hide ¶</a:t>
            </a:r>
            <a:r>
              <a:rPr lang="en-GB" sz="2400" b="1" dirty="0"/>
              <a:t> </a:t>
            </a:r>
            <a:r>
              <a:rPr lang="en-GB" sz="2400" dirty="0"/>
              <a:t>paragraph marks button available in the </a:t>
            </a:r>
            <a:r>
              <a:rPr lang="en-GB" sz="2400" b="1" dirty="0"/>
              <a:t>Paragraph group </a:t>
            </a:r>
            <a:r>
              <a:rPr lang="en-GB" sz="2400" dirty="0"/>
              <a:t>or simply press the </a:t>
            </a:r>
            <a:r>
              <a:rPr lang="en-GB" sz="2400" b="1" dirty="0"/>
              <a:t>Ctrl + Shift + * </a:t>
            </a:r>
            <a:r>
              <a:rPr lang="en-GB" sz="2400" dirty="0"/>
              <a:t>keys. This will display all the page breaks as shown below.</a:t>
            </a:r>
          </a:p>
          <a:p>
            <a:pPr algn="just"/>
            <a:endParaRPr lang="en-US" sz="2400" dirty="0"/>
          </a:p>
        </p:txBody>
      </p:sp>
      <p:pic>
        <p:nvPicPr>
          <p:cNvPr id="18434" name="Picture 2" descr="C:\Users\UCCSMS1\Desktop\images\page_break_mar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913079"/>
            <a:ext cx="533400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6456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Blank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dirty="0"/>
              <a:t>Bring your cursor immediately before the </a:t>
            </a:r>
            <a:r>
              <a:rPr lang="en-GB" b="1" dirty="0"/>
              <a:t>Page Break mark</a:t>
            </a:r>
            <a:r>
              <a:rPr lang="en-GB" dirty="0"/>
              <a:t> available on the </a:t>
            </a:r>
            <a:r>
              <a:rPr lang="en-GB" b="1" dirty="0"/>
              <a:t>blank page </a:t>
            </a:r>
            <a:r>
              <a:rPr lang="en-GB" dirty="0"/>
              <a:t>and press the </a:t>
            </a:r>
            <a:r>
              <a:rPr lang="en-GB" b="1" dirty="0"/>
              <a:t>Delete Key</a:t>
            </a:r>
            <a:r>
              <a:rPr lang="en-GB" dirty="0"/>
              <a:t>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This will delete the </a:t>
            </a:r>
            <a:r>
              <a:rPr lang="en-GB" b="1" dirty="0"/>
              <a:t>blank page</a:t>
            </a:r>
            <a:r>
              <a:rPr lang="en-GB" dirty="0"/>
              <a:t>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Again you can click the </a:t>
            </a:r>
            <a:r>
              <a:rPr lang="en-GB" b="1" dirty="0"/>
              <a:t>Show/Hide ¶ paragraph marks button</a:t>
            </a:r>
            <a:r>
              <a:rPr lang="en-GB" dirty="0"/>
              <a:t> to hide all the paragraph marks.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5673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Cover Pages in Word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Insert tab</a:t>
            </a:r>
            <a:r>
              <a:rPr lang="en-GB" sz="2400" dirty="0"/>
              <a:t>.</a:t>
            </a:r>
          </a:p>
          <a:p>
            <a:pPr algn="just"/>
            <a:r>
              <a:rPr lang="en-GB" sz="2400" dirty="0"/>
              <a:t>Click the </a:t>
            </a:r>
            <a:r>
              <a:rPr lang="en-GB" sz="2400" b="1" dirty="0"/>
              <a:t>Cover Page button </a:t>
            </a:r>
            <a:r>
              <a:rPr lang="en-GB" sz="2400" dirty="0"/>
              <a:t>available in the </a:t>
            </a:r>
            <a:r>
              <a:rPr lang="en-GB" sz="2400" b="1" dirty="0"/>
              <a:t>Pages group</a:t>
            </a:r>
            <a:r>
              <a:rPr lang="en-GB" sz="2400" dirty="0"/>
              <a:t>. This will display a list of </a:t>
            </a:r>
            <a:r>
              <a:rPr lang="en-GB" sz="2400" b="1" dirty="0"/>
              <a:t>Built-in Cover Pages </a:t>
            </a:r>
            <a:r>
              <a:rPr lang="en-GB" sz="2400" dirty="0"/>
              <a:t>as shown below.</a:t>
            </a:r>
          </a:p>
          <a:p>
            <a:pPr algn="just"/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0554D-153E-4740-9E8C-AE83F825B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4904"/>
            <a:ext cx="9144000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7892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Cover Pages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400" dirty="0"/>
              <a:t>Choose a cover page from the options available in the gallery. 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The selected cover page will be added as the first page of your document which can later be modified according to the requirements.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If you want to place the cover page elsewhere except the first page, 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Right-click the cover page in the gallery and select the location you want from the menu that appears.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39343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Add Cover Pages in Word 2010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08699-092B-4C0A-A29D-50071F684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776"/>
            <a:ext cx="9144000" cy="54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268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Cover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Insert tab</a:t>
            </a:r>
            <a:r>
              <a:rPr lang="en-GB" sz="2800" dirty="0"/>
              <a:t>.</a:t>
            </a:r>
          </a:p>
          <a:p>
            <a:pPr marL="0" indent="0" algn="just">
              <a:buNone/>
            </a:pPr>
            <a:endParaRPr lang="en-GB" sz="2800" dirty="0"/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Cover Page button </a:t>
            </a:r>
            <a:r>
              <a:rPr lang="en-GB" sz="2800" dirty="0"/>
              <a:t>available in the Pages group. 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This will display a list of </a:t>
            </a:r>
            <a:r>
              <a:rPr lang="en-GB" sz="2800" b="1" dirty="0"/>
              <a:t>Built-in Cover Pages </a:t>
            </a:r>
            <a:r>
              <a:rPr lang="en-GB" sz="2800" dirty="0"/>
              <a:t>as shown below. 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You will find a </a:t>
            </a:r>
            <a:r>
              <a:rPr lang="en-GB" sz="2800" b="1" dirty="0"/>
              <a:t>Remove Current Cover Page </a:t>
            </a:r>
            <a:r>
              <a:rPr lang="en-GB" sz="2800" dirty="0"/>
              <a:t>option available at the bottom of the cover page gallery.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92208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Cover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1</a:t>
            </a:r>
          </a:p>
          <a:p>
            <a:pPr marL="0" indent="0" algn="ctr">
              <a:buNone/>
            </a:pPr>
            <a:endParaRPr lang="en-GB" sz="24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12956-4D6F-45C1-9C7B-B89611D1C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777"/>
            <a:ext cx="9144000" cy="54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207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Cover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4704"/>
            <a:ext cx="8839200" cy="60932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Remove Current Cover Page option </a:t>
            </a:r>
            <a:r>
              <a:rPr lang="en-GB" sz="2800" dirty="0"/>
              <a:t>and your cover page will be </a:t>
            </a:r>
            <a:r>
              <a:rPr lang="en-GB" sz="2800" b="1" dirty="0"/>
              <a:t>deleted </a:t>
            </a:r>
            <a:r>
              <a:rPr lang="en-GB" sz="2800" dirty="0"/>
              <a:t>from your document.</a:t>
            </a:r>
          </a:p>
          <a:p>
            <a:pPr algn="just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60229-006F-4468-8D69-1677A0323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8881"/>
            <a:ext cx="9144000" cy="450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228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18001</TotalTime>
  <Words>2801</Words>
  <Application>Microsoft Office PowerPoint</Application>
  <PresentationFormat>On-screen Show (4:3)</PresentationFormat>
  <Paragraphs>389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Objectives Overview</vt:lpstr>
      <vt:lpstr>Adjust Page Margins in Word </vt:lpstr>
      <vt:lpstr>To format page margins</vt:lpstr>
      <vt:lpstr>To format page margins</vt:lpstr>
      <vt:lpstr>To use custom margins</vt:lpstr>
      <vt:lpstr>To use custom margins</vt:lpstr>
      <vt:lpstr>Adjust Margins Using Gutter</vt:lpstr>
      <vt:lpstr>Adjust Margins Using Gutter</vt:lpstr>
      <vt:lpstr>Page Orientation in Word </vt:lpstr>
      <vt:lpstr>Change Page Orientation</vt:lpstr>
      <vt:lpstr>Change Page Orientation</vt:lpstr>
      <vt:lpstr>Page size</vt:lpstr>
      <vt:lpstr>To change the page size</vt:lpstr>
      <vt:lpstr>To change the page size</vt:lpstr>
      <vt:lpstr>To use a custom page size</vt:lpstr>
      <vt:lpstr>To use a custom page size</vt:lpstr>
      <vt:lpstr>Header and Footer in Word </vt:lpstr>
      <vt:lpstr>Add Header and Footer</vt:lpstr>
      <vt:lpstr>Add Header and Footer</vt:lpstr>
      <vt:lpstr>Add Header and Footer</vt:lpstr>
      <vt:lpstr>Add Header and Footer</vt:lpstr>
      <vt:lpstr>Add Header and Footer</vt:lpstr>
      <vt:lpstr>To insert a preset header or footer</vt:lpstr>
      <vt:lpstr>To insert a preset header or footer</vt:lpstr>
      <vt:lpstr>To insert a preset header or footer</vt:lpstr>
      <vt:lpstr>To insert a preset header or footer</vt:lpstr>
      <vt:lpstr>Add Header and Footer</vt:lpstr>
      <vt:lpstr>Edit Header and Footer</vt:lpstr>
      <vt:lpstr>Edit Header and Footer</vt:lpstr>
      <vt:lpstr>Edit Header and Footer</vt:lpstr>
      <vt:lpstr>Remove/Delete Content Control</vt:lpstr>
      <vt:lpstr>Hide the first-page header and footer</vt:lpstr>
      <vt:lpstr>Add Page Numbers in Word </vt:lpstr>
      <vt:lpstr>Add Page Numbers</vt:lpstr>
      <vt:lpstr>Add Page Numbers</vt:lpstr>
      <vt:lpstr>Add Page Numbers</vt:lpstr>
      <vt:lpstr>Remove Page Numbers</vt:lpstr>
      <vt:lpstr>Remove Page Numbers</vt:lpstr>
      <vt:lpstr>To insert the date or time into a header or footer</vt:lpstr>
      <vt:lpstr>To insert the date or time into a header or footer</vt:lpstr>
      <vt:lpstr>To insert the date or time into a header or footer</vt:lpstr>
      <vt:lpstr>To insert the date or time into a header or footer</vt:lpstr>
      <vt:lpstr>Insert Page Breaks in Word </vt:lpstr>
      <vt:lpstr>Insert Page Breaks</vt:lpstr>
      <vt:lpstr>Insert Page Breaks</vt:lpstr>
      <vt:lpstr>Show Page Breaks in Documents</vt:lpstr>
      <vt:lpstr>Delete a Page Break</vt:lpstr>
      <vt:lpstr>Section breaks</vt:lpstr>
      <vt:lpstr>Section breaks</vt:lpstr>
      <vt:lpstr>Section breaks</vt:lpstr>
      <vt:lpstr>To insert a section break</vt:lpstr>
      <vt:lpstr>To insert a section break</vt:lpstr>
      <vt:lpstr>To insert a section break</vt:lpstr>
      <vt:lpstr>To insert a section break</vt:lpstr>
      <vt:lpstr>To insert a section break</vt:lpstr>
      <vt:lpstr>Adding Columns to word document</vt:lpstr>
      <vt:lpstr>Adding Columns to word document</vt:lpstr>
      <vt:lpstr>Adding Columns to word document</vt:lpstr>
      <vt:lpstr>Adding Columns to word document</vt:lpstr>
      <vt:lpstr>To remove columns</vt:lpstr>
      <vt:lpstr>Insert Blank Pages in Word </vt:lpstr>
      <vt:lpstr>Insert Blank Pages</vt:lpstr>
      <vt:lpstr>Insert Blank Pages</vt:lpstr>
      <vt:lpstr>Delete Blank Pages</vt:lpstr>
      <vt:lpstr>Delete Blank Pages</vt:lpstr>
      <vt:lpstr>Add Cover Pages in Word </vt:lpstr>
      <vt:lpstr>Add Cover Pages in Word 2010</vt:lpstr>
      <vt:lpstr>Add Cover Pages in Word 2010</vt:lpstr>
      <vt:lpstr>Delete Cover Pages</vt:lpstr>
      <vt:lpstr>Delete Cover Pages</vt:lpstr>
      <vt:lpstr>Delete Cover Pages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USER</cp:lastModifiedBy>
  <cp:revision>320</cp:revision>
  <dcterms:created xsi:type="dcterms:W3CDTF">2008-12-18T17:11:12Z</dcterms:created>
  <dcterms:modified xsi:type="dcterms:W3CDTF">2023-02-11T06:32:53Z</dcterms:modified>
</cp:coreProperties>
</file>